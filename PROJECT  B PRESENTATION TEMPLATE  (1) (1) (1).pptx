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</p:sldMasterIdLst>
  <p:sldIdLst>
    <p:sldId id="256" r:id="rId2"/>
    <p:sldId id="257" r:id="rId3"/>
    <p:sldId id="258" r:id="rId4"/>
    <p:sldId id="271" r:id="rId5"/>
    <p:sldId id="265" r:id="rId6"/>
    <p:sldId id="264" r:id="rId7"/>
    <p:sldId id="263" r:id="rId8"/>
    <p:sldId id="279" r:id="rId9"/>
    <p:sldId id="278" r:id="rId10"/>
    <p:sldId id="270" r:id="rId11"/>
    <p:sldId id="280" r:id="rId12"/>
    <p:sldId id="268" r:id="rId13"/>
    <p:sldId id="272" r:id="rId14"/>
    <p:sldId id="277" r:id="rId15"/>
    <p:sldId id="281" r:id="rId16"/>
    <p:sldId id="286" r:id="rId17"/>
    <p:sldId id="283" r:id="rId18"/>
    <p:sldId id="284" r:id="rId19"/>
    <p:sldId id="285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16" autoAdjust="0"/>
    <p:restoredTop sz="95179" autoAdjust="0"/>
  </p:normalViewPr>
  <p:slideViewPr>
    <p:cSldViewPr snapToGrid="0">
      <p:cViewPr varScale="1">
        <p:scale>
          <a:sx n="91" d="100"/>
          <a:sy n="91" d="100"/>
        </p:scale>
        <p:origin x="856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60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5670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1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7301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17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8633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502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524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988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43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6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9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5913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27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120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9055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213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58522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3.png"/><Relationship Id="rId20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5FAE1C-47D0-494D-BBBC-74279CBF825C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0B9BD07-6DE0-4F5D-AA23-672F96E6E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96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  <p:sldLayoutId id="214748394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9ED127-5251-498F-BE06-AEBCF9B00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2533597"/>
            <a:ext cx="6815669" cy="446794"/>
          </a:xfrm>
        </p:spPr>
        <p:txBody>
          <a:bodyPr>
            <a:normAutofit fontScale="90000"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LABORATORY INFORMATION MANAGEMENT SYSTEM FOR YALA SUB-COUNTY HOSPITAL</a:t>
            </a: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444ACC4-9FA8-4D2B-B032-EBD6C4F60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26080"/>
            <a:ext cx="9418320" cy="3108960"/>
          </a:xfrm>
        </p:spPr>
        <p:txBody>
          <a:bodyPr wrap="square">
            <a:norm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BF00"/>
                </a:solidFill>
                <a:latin typeface="Calibri"/>
              </a:rPr>
              <a:t>Final Project Defense Presentation (Project B)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Candidate: Owuor Collins  |  Reg No: SCCI/01227/2022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DCE6F2"/>
                </a:solidFill>
                <a:latin typeface="Calibri"/>
              </a:rPr>
              <a:t>Programme: Bachelor of Technology in Information Technology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8D7EB"/>
                </a:solidFill>
                <a:latin typeface="Calibri"/>
              </a:rPr>
              <a:t>Faculty of Applied Sciences &amp; Technology | School of Computing and Information Technology (SCIT)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C8D7EB"/>
                </a:solidFill>
                <a:latin typeface="Calibri"/>
              </a:rPr>
              <a:t>Department of Computer Science and Informatics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Institution: The Technical University of Kenya (TUK)</a:t>
            </a:r>
          </a:p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Supervisors: Dr. Edwin Ngwawe &amp; Mr. Peter Maina Kariuki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4C8DC"/>
                </a:solidFill>
                <a:latin typeface="Calibri"/>
              </a:rPr>
              <a:t>Academic Year: 2025 / 2026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" t="-37" r="-64" b="-37"/>
          <a:stretch>
            <a:fillRect/>
          </a:stretch>
        </p:blipFill>
        <p:spPr bwMode="auto">
          <a:xfrm>
            <a:off x="5769449" y="1870140"/>
            <a:ext cx="653102" cy="66345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10416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9F8865-281E-42C3-B6A1-8FFA00D83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079" y="517436"/>
            <a:ext cx="9601196" cy="721276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latin typeface="Cambria"/>
                <a:cs typeface="Cambria"/>
              </a:rPr>
              <a:t/>
            </a:r>
            <a:br>
              <a:rPr lang="en-US" sz="2400" b="1" dirty="0" smtClean="0">
                <a:latin typeface="Cambria"/>
                <a:cs typeface="Cambria"/>
              </a:rPr>
            </a:br>
            <a:r>
              <a:rPr lang="en-US" sz="2400" b="1" dirty="0" smtClean="0">
                <a:latin typeface="Cambria"/>
                <a:cs typeface="Cambria"/>
              </a:rPr>
              <a:t/>
            </a:r>
            <a:br>
              <a:rPr lang="en-US" sz="2400" b="1" dirty="0" smtClean="0">
                <a:latin typeface="Cambria"/>
                <a:cs typeface="Cambria"/>
              </a:rPr>
            </a:br>
            <a:r>
              <a:rPr lang="en-US" sz="2400" b="1" dirty="0" smtClean="0">
                <a:latin typeface="Cambria"/>
                <a:cs typeface="Cambria"/>
              </a:rPr>
              <a:t>INTRODUCTION </a:t>
            </a:r>
            <a:r>
              <a:rPr lang="en-US" sz="2400" b="1" dirty="0">
                <a:latin typeface="Cambria"/>
                <a:cs typeface="Cambria"/>
              </a:rPr>
              <a:t/>
            </a:r>
            <a:br>
              <a:rPr lang="en-US" sz="2400" b="1" dirty="0">
                <a:latin typeface="Cambria"/>
                <a:cs typeface="Cambria"/>
              </a:rPr>
            </a:b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C4135C-E7A0-490F-9315-C4891FAE1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014330"/>
            <a:ext cx="9601196" cy="386153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93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D18E5C-B5C2-4268-944B-5435C7579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079" y="499464"/>
            <a:ext cx="9601196" cy="859920"/>
          </a:xfrm>
        </p:spPr>
        <p:txBody>
          <a:bodyPr/>
          <a:lstStyle/>
          <a:p>
            <a:r>
              <a:rPr lang="en-US" sz="2400" b="1" dirty="0">
                <a:latin typeface="Cambria"/>
                <a:cs typeface="Cambria"/>
              </a:rPr>
              <a:t>BACKGROUND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1C6258-C8E6-4263-BF78-7DEB6B6A3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1043188"/>
            <a:ext cx="9601196" cy="5512157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endParaRPr lang="en-US" sz="2400" b="1" dirty="0" smtClean="0">
              <a:latin typeface="Cambria"/>
              <a:cs typeface="Cambria"/>
            </a:endParaRPr>
          </a:p>
          <a:p>
            <a:pPr lvl="0">
              <a:buFont typeface="Wingdings" panose="05000000000000000000" pitchFamily="2" charset="2"/>
              <a:buChar char="Ø"/>
            </a:pPr>
            <a:endParaRPr lang="en-US" sz="2400" b="1" dirty="0">
              <a:latin typeface="Cambria"/>
              <a:cs typeface="Cambria"/>
            </a:endParaRPr>
          </a:p>
          <a:p>
            <a:endParaRPr lang="en-US" sz="2400" b="1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07269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9F8865-281E-42C3-B6A1-8FFA00D83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548797"/>
            <a:ext cx="9601196" cy="912780"/>
          </a:xfrm>
        </p:spPr>
        <p:txBody>
          <a:bodyPr>
            <a:normAutofit fontScale="90000"/>
          </a:bodyPr>
          <a:lstStyle/>
          <a:p>
            <a:r>
              <a:rPr lang="en-US" sz="2400" b="1" dirty="0" smtClean="0">
                <a:latin typeface="Cambria"/>
                <a:cs typeface="Cambria"/>
              </a:rPr>
              <a:t/>
            </a:r>
            <a:br>
              <a:rPr lang="en-US" sz="2400" b="1" dirty="0" smtClean="0">
                <a:latin typeface="Cambria"/>
                <a:cs typeface="Cambria"/>
              </a:rPr>
            </a:br>
            <a:r>
              <a:rPr lang="en-US" sz="2400" b="1" dirty="0" smtClean="0">
                <a:latin typeface="Cambria"/>
                <a:cs typeface="Cambria"/>
              </a:rPr>
              <a:t/>
            </a:r>
            <a:br>
              <a:rPr lang="en-US" sz="2400" b="1" dirty="0" smtClean="0">
                <a:latin typeface="Cambria"/>
                <a:cs typeface="Cambria"/>
              </a:rPr>
            </a:br>
            <a:r>
              <a:rPr lang="en-US" sz="2400" b="1" dirty="0" smtClean="0">
                <a:latin typeface="Cambria"/>
                <a:cs typeface="Cambria"/>
              </a:rPr>
              <a:t>PROBLEM STATEMENT</a:t>
            </a:r>
            <a:r>
              <a:rPr lang="en-US" sz="2400" b="1" dirty="0">
                <a:latin typeface="Cambria"/>
                <a:cs typeface="Cambria"/>
              </a:rPr>
              <a:t/>
            </a:r>
            <a:br>
              <a:rPr lang="en-US" sz="2400" b="1" dirty="0">
                <a:latin typeface="Cambria"/>
                <a:cs typeface="Cambria"/>
              </a:rPr>
            </a:b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C4135C-E7A0-490F-9315-C4891FAE18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606759"/>
            <a:ext cx="9601196" cy="38615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99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AEF041-4C23-4A02-BCAB-D5134CF2E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577" y="564478"/>
            <a:ext cx="9601196" cy="950067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Cambria"/>
                <a:cs typeface="Cambria"/>
              </a:rPr>
              <a:t>OBJECTIVES</a:t>
            </a: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F4E792-0D0D-4096-9906-2F4EAC811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683026"/>
            <a:ext cx="9601196" cy="4412974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1E293B"/>
                </a:solidFill>
                <a:latin typeface="Calibri"/>
              </a:defRPr>
            </a:pPr>
            <a:r>
              <a:t>General Objective:</a:t>
            </a:r>
            <a:endParaRPr lang="en-US" sz="2400" b="1" dirty="0">
              <a:latin typeface="Cambria"/>
              <a:cs typeface="Cambria"/>
            </a:endParaRPr>
          </a:p>
          <a:p>
            <a:pPr>
              <a:spcAft>
                <a:spcPts val="10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Develop a web-based Laboratory Information Management System (LIMS) for Yala Sub-County Hospital to automate diagnostic workflows, reduce clinical turnaround times, and secure revenue collection.</a:t>
            </a:r>
          </a:p>
          <a:p>
            <a:pPr>
              <a:spcAft>
                <a:spcPts val="400"/>
              </a:spcAft>
              <a:defRPr sz="1700" b="1">
                <a:solidFill>
                  <a:srgbClr val="1E293B"/>
                </a:solidFill>
                <a:latin typeface="Calibri"/>
              </a:defRPr>
            </a:pPr>
            <a:r>
              <a:t>Specific Objectives (100% Achieved):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Calibri"/>
              </a:rPr>
              <a:t>1. Analyze: </a:t>
            </a:r>
            <a:r>
              <a:rPr sz="1300">
                <a:solidFill>
                  <a:srgbClr val="334155"/>
                </a:solidFill>
                <a:latin typeface="Calibri"/>
              </a:rPr>
              <a:t>Analyze current manual laboratory and billing workflows to determine functional and non-functional system requirements.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Calibri"/>
              </a:rPr>
              <a:t>2. Design: </a:t>
            </a:r>
            <a:r>
              <a:rPr sz="1300">
                <a:solidFill>
                  <a:srgbClr val="334155"/>
                </a:solidFill>
                <a:latin typeface="Calibri"/>
              </a:rPr>
              <a:t>Design a 3-tier system architecture, normalized relational database schema, and Role-Based Access Control (RBAC) model.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Calibri"/>
              </a:rPr>
              <a:t>3. Implement: </a:t>
            </a:r>
            <a:r>
              <a:rPr sz="1300">
                <a:solidFill>
                  <a:srgbClr val="334155"/>
                </a:solidFill>
                <a:latin typeface="Calibri"/>
              </a:rPr>
              <a:t>Implement core web modules for outpatient triage, CPOE test ordering, laboratory bench testing with panic alerts, and eCitizen cashless billing (Paybill 222222).</a:t>
            </a:r>
          </a:p>
          <a:p>
            <a:pPr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Calibri"/>
              </a:rPr>
              <a:t>4. Evaluate: </a:t>
            </a:r>
            <a:r>
              <a:rPr sz="1300">
                <a:solidFill>
                  <a:srgbClr val="334155"/>
                </a:solidFill>
                <a:latin typeface="Calibri"/>
              </a:rPr>
              <a:t>Evaluate system performance, data security, and user acceptance through structured test cases and hospital staff feedback.</a:t>
            </a:r>
          </a:p>
        </p:txBody>
      </p:sp>
    </p:spTree>
    <p:extLst>
      <p:ext uri="{BB962C8B-B14F-4D97-AF65-F5344CB8AC3E}">
        <p14:creationId xmlns:p14="http://schemas.microsoft.com/office/powerpoint/2010/main" val="913581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952685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/>
                <a:cs typeface="Cambria"/>
              </a:rPr>
              <a:t>SCOPE</a:t>
            </a:r>
            <a:br>
              <a:rPr lang="en-US" sz="2400" b="1" dirty="0">
                <a:latin typeface="Cambria"/>
                <a:cs typeface="Cambria"/>
              </a:rPr>
            </a:b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458474"/>
            <a:ext cx="9601196" cy="480065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 smtClean="0">
              <a:latin typeface="Cambria"/>
              <a:cs typeface="Cambria"/>
            </a:endParaRPr>
          </a:p>
          <a:p>
            <a:pPr marL="0" indent="0">
              <a:buNone/>
            </a:pPr>
            <a:endParaRPr lang="en-US" sz="2400" b="1" dirty="0" smtClean="0">
              <a:latin typeface="Cambria"/>
              <a:cs typeface="Cambria"/>
            </a:endParaRPr>
          </a:p>
          <a:p>
            <a:endParaRPr lang="en-US" sz="2400" b="1" dirty="0">
              <a:latin typeface="Cambria"/>
              <a:cs typeface="Cambria"/>
            </a:endParaRPr>
          </a:p>
          <a:p>
            <a:endParaRPr lang="en-US" sz="2400" b="1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07809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77F1FF-FB9B-47F8-ACC5-23C494857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58703"/>
          </a:xfrm>
        </p:spPr>
        <p:txBody>
          <a:bodyPr/>
          <a:lstStyle/>
          <a:p>
            <a:r>
              <a:rPr lang="en-US" sz="2400" b="1" dirty="0">
                <a:latin typeface="Cambria"/>
                <a:cs typeface="Cambria"/>
              </a:rPr>
              <a:t>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C34EFA2-3559-434E-B961-58DC33357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30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94" y="815356"/>
            <a:ext cx="10277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Cambria"/>
                <a:cs typeface="Cambria"/>
              </a:rPr>
              <a:t>COST/REQUIREMENTS</a:t>
            </a: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58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952685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Cambria"/>
                <a:cs typeface="Cambria"/>
              </a:rPr>
              <a:t>PROJECT SCHEDULE</a:t>
            </a:r>
            <a:r>
              <a:rPr lang="en-US" sz="2400" b="1" dirty="0">
                <a:latin typeface="Cambria"/>
                <a:cs typeface="Cambria"/>
              </a:rPr>
              <a:t/>
            </a:r>
            <a:br>
              <a:rPr lang="en-US" sz="2400" b="1" dirty="0">
                <a:latin typeface="Cambria"/>
                <a:cs typeface="Cambria"/>
              </a:rPr>
            </a:b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033555"/>
            <a:ext cx="9601196" cy="3636251"/>
          </a:xfrm>
        </p:spPr>
        <p:txBody>
          <a:bodyPr/>
          <a:lstStyle/>
          <a:p>
            <a:pPr marL="0" indent="0">
              <a:buNone/>
            </a:pPr>
            <a:endParaRPr lang="en-US" sz="2400" b="1" dirty="0">
              <a:latin typeface="Cambria"/>
              <a:cs typeface="Cambria"/>
            </a:endParaRPr>
          </a:p>
          <a:p>
            <a:endParaRPr lang="en-US" sz="2400" b="1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9685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099F909-7251-44F3-8FBF-B16821282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856" y="608644"/>
            <a:ext cx="9601196" cy="1303867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Cambria"/>
                <a:cs typeface="Cambria"/>
              </a:rPr>
              <a:t>LITERATURE REVIEW</a:t>
            </a: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0C6D3E3-C72A-4A8F-BC4C-E2EA6E1F7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661375"/>
            <a:ext cx="9601196" cy="46731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b="1" dirty="0">
              <a:solidFill>
                <a:schemeClr val="tx1"/>
              </a:solidFill>
              <a:latin typeface="Cambria"/>
              <a:cs typeface="Cambria"/>
            </a:endParaRPr>
          </a:p>
          <a:p>
            <a:endParaRPr lang="en-US" sz="2400" b="1" dirty="0">
              <a:latin typeface="Cambria"/>
              <a:cs typeface="Cambria"/>
            </a:endParaRPr>
          </a:p>
          <a:p>
            <a:endParaRPr lang="en-US" sz="2400" b="1" dirty="0">
              <a:latin typeface="Cambria"/>
              <a:cs typeface="Cambria"/>
            </a:endParaRPr>
          </a:p>
          <a:p>
            <a:pPr algn="ctr"/>
            <a:endParaRPr lang="en-US" sz="2400" b="1" dirty="0">
              <a:latin typeface="Cambria"/>
              <a:cs typeface="Cambria"/>
            </a:endParaRPr>
          </a:p>
          <a:p>
            <a:endParaRPr lang="en-US" sz="2400" b="1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02993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Cambria"/>
                <a:cs typeface="Cambria"/>
              </a:rPr>
              <a:t>LITERATURE </a:t>
            </a:r>
            <a:r>
              <a:rPr lang="en-US" sz="2400" b="1" dirty="0" smtClean="0">
                <a:latin typeface="Cambria"/>
                <a:cs typeface="Cambria"/>
              </a:rPr>
              <a:t>REVIEW cont.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49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5142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Cambria"/>
                <a:cs typeface="Cambria"/>
              </a:rPr>
              <a:t>METHODOLOGY/DEVELOPMENT TOOLS</a:t>
            </a:r>
            <a:r>
              <a:rPr lang="en-US" sz="2400" b="1" dirty="0">
                <a:latin typeface="Cambria"/>
                <a:cs typeface="Cambria"/>
              </a:rPr>
              <a:t/>
            </a:r>
            <a:br>
              <a:rPr lang="en-US" sz="2400" b="1" dirty="0">
                <a:latin typeface="Cambria"/>
                <a:cs typeface="Cambria"/>
              </a:rPr>
            </a:b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571223"/>
            <a:ext cx="9497094" cy="4610636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400" b="1" dirty="0" smtClean="0">
              <a:latin typeface="Cambria"/>
              <a:cs typeface="Cambria"/>
            </a:endParaRPr>
          </a:p>
          <a:p>
            <a:pPr marL="0" lvl="0" indent="0">
              <a:buNone/>
            </a:pPr>
            <a:endParaRPr lang="en-US" sz="2400" b="1" dirty="0" smtClean="0">
              <a:latin typeface="Cambria"/>
              <a:cs typeface="Cambria"/>
            </a:endParaRPr>
          </a:p>
          <a:p>
            <a:pPr marL="0" lvl="0" indent="0">
              <a:buNone/>
            </a:pPr>
            <a:endParaRPr lang="en-US" sz="2400" b="1" dirty="0">
              <a:latin typeface="Cambria"/>
              <a:cs typeface="Cambria"/>
            </a:endParaRPr>
          </a:p>
          <a:p>
            <a:endParaRPr lang="en-US" sz="2400" b="1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09837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00" y="519800"/>
            <a:ext cx="9601196" cy="105142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Cambria"/>
                <a:cs typeface="Cambria"/>
              </a:rPr>
              <a:t>SYSTEM ANALYSIS AND REQUIREMENTS MODELING</a:t>
            </a:r>
            <a:r>
              <a:rPr lang="en-US" sz="2400" b="1" dirty="0">
                <a:latin typeface="Cambria"/>
                <a:cs typeface="Cambria"/>
              </a:rPr>
              <a:t/>
            </a:r>
            <a:br>
              <a:rPr lang="en-US" sz="2400" b="1" dirty="0">
                <a:latin typeface="Cambria"/>
                <a:cs typeface="Cambria"/>
              </a:rPr>
            </a:b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571223"/>
            <a:ext cx="9497094" cy="4098583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endParaRPr lang="en-US" sz="2400" b="1" dirty="0">
              <a:latin typeface="Cambria"/>
              <a:cs typeface="Cambria"/>
            </a:endParaRPr>
          </a:p>
          <a:p>
            <a:pPr marL="0" lvl="0" indent="0">
              <a:buNone/>
            </a:pPr>
            <a:endParaRPr lang="en-US" sz="2400" b="1" dirty="0">
              <a:latin typeface="Cambria"/>
              <a:cs typeface="Cambria"/>
            </a:endParaRPr>
          </a:p>
          <a:p>
            <a:endParaRPr lang="en-US" sz="2400" b="1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67655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00" y="519800"/>
            <a:ext cx="9601196" cy="105142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Cambria"/>
                <a:cs typeface="Cambria"/>
              </a:rPr>
              <a:t>SYSTEM ANALYSIS AND REQUIREMENTS MODELING cont.’</a:t>
            </a: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7D5949E-EE0A-4A19-B2EB-B3F2C66D6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1571223"/>
            <a:ext cx="9497094" cy="409858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400" b="1" dirty="0">
              <a:latin typeface="Cambria"/>
              <a:cs typeface="Cambria"/>
            </a:endParaRPr>
          </a:p>
          <a:p>
            <a:endParaRPr lang="en-US" sz="2400" b="1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898825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Cambria" charset="0"/>
                <a:ea typeface="Cambria" charset="0"/>
                <a:cs typeface="Cambria" charset="0"/>
              </a:rPr>
              <a:t>SYSTEM</a:t>
            </a:r>
            <a:r>
              <a:rPr lang="en-US" sz="3200" dirty="0" smtClean="0">
                <a:latin typeface="Cambria" charset="0"/>
                <a:ea typeface="Cambria" charset="0"/>
                <a:cs typeface="Cambria" charset="0"/>
              </a:rPr>
              <a:t> </a:t>
            </a:r>
            <a:r>
              <a:rPr lang="en-US" sz="3200" b="1" dirty="0" smtClean="0">
                <a:latin typeface="Cambria" charset="0"/>
                <a:ea typeface="Cambria" charset="0"/>
                <a:cs typeface="Cambria" charset="0"/>
              </a:rPr>
              <a:t>DESIGN</a:t>
            </a:r>
            <a:endParaRPr lang="en-US" sz="3200" b="1" dirty="0">
              <a:latin typeface="Cambria" charset="0"/>
              <a:ea typeface="Cambria" charset="0"/>
              <a:cs typeface="Cambr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46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Cambria" charset="0"/>
                <a:ea typeface="Cambria" charset="0"/>
                <a:cs typeface="Cambria" charset="0"/>
              </a:rPr>
              <a:t>SYSTEM DESIGN cont..</a:t>
            </a:r>
            <a:endParaRPr lang="en-US" sz="3200" b="1" dirty="0">
              <a:latin typeface="Cambria" charset="0"/>
              <a:ea typeface="Cambria" charset="0"/>
              <a:cs typeface="Cambr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55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Cambria" charset="0"/>
                <a:ea typeface="Cambria" charset="0"/>
                <a:cs typeface="Cambria" charset="0"/>
              </a:rPr>
              <a:t>IMPLEMENTATION</a:t>
            </a:r>
            <a:endParaRPr lang="en-US" sz="3200" b="1" dirty="0">
              <a:latin typeface="Cambria" charset="0"/>
              <a:ea typeface="Cambria" charset="0"/>
              <a:cs typeface="Cambr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290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Cambria" charset="0"/>
                <a:ea typeface="Cambria" charset="0"/>
                <a:cs typeface="Cambria" charset="0"/>
              </a:rPr>
              <a:t>CONCLUSIONS</a:t>
            </a:r>
            <a:endParaRPr lang="en-US" sz="3200" b="1" dirty="0">
              <a:latin typeface="Cambria" charset="0"/>
              <a:ea typeface="Cambria" charset="0"/>
              <a:cs typeface="Cambr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23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8326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Cambria" charset="0"/>
                <a:ea typeface="Cambria" charset="0"/>
                <a:cs typeface="Cambria" charset="0"/>
              </a:rPr>
              <a:t>RECOMMENDATIONS</a:t>
            </a:r>
            <a:endParaRPr lang="en-US" sz="3200" b="1" dirty="0">
              <a:latin typeface="Cambria" charset="0"/>
              <a:ea typeface="Cambria" charset="0"/>
              <a:cs typeface="Cambria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0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75E463-7D82-46C7-8909-B4EFDBF6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37174"/>
            <a:ext cx="9601196" cy="105142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Cambria"/>
                <a:cs typeface="Cambria"/>
              </a:rPr>
              <a:t>REFERENCES</a:t>
            </a:r>
            <a:r>
              <a:rPr lang="en-US" sz="2400" b="1" dirty="0">
                <a:latin typeface="Cambria"/>
                <a:cs typeface="Cambria"/>
              </a:rPr>
              <a:t/>
            </a:r>
            <a:br>
              <a:rPr lang="en-US" sz="2400" b="1" dirty="0">
                <a:latin typeface="Cambria"/>
                <a:cs typeface="Cambria"/>
              </a:rPr>
            </a:br>
            <a:endParaRPr lang="en-US" sz="2400" b="1" dirty="0">
              <a:latin typeface="Cambria"/>
              <a:cs typeface="Cambri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99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2575</TotalTime>
  <Words>49</Words>
  <Application>Microsoft Macintosh PowerPoint</Application>
  <PresentationFormat>Widescreen</PresentationFormat>
  <Paragraphs>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Cambria</vt:lpstr>
      <vt:lpstr>Garamond</vt:lpstr>
      <vt:lpstr>Wingdings</vt:lpstr>
      <vt:lpstr>Organic</vt:lpstr>
      <vt:lpstr>PROJECT B</vt:lpstr>
      <vt:lpstr>  INTRODUCTION  </vt:lpstr>
      <vt:lpstr>BACKGROUND STUDY</vt:lpstr>
      <vt:lpstr>  PROBLEM STATEMENT </vt:lpstr>
      <vt:lpstr>OBJECTIVES</vt:lpstr>
      <vt:lpstr>SCOPE </vt:lpstr>
      <vt:lpstr>JUSTIFICATION</vt:lpstr>
      <vt:lpstr>PowerPoint Presentation</vt:lpstr>
      <vt:lpstr>PROJECT SCHEDULE </vt:lpstr>
      <vt:lpstr>LITERATURE REVIEW</vt:lpstr>
      <vt:lpstr>LITERATURE REVIEW cont.</vt:lpstr>
      <vt:lpstr>METHODOLOGY/DEVELOPMENT TOOLS </vt:lpstr>
      <vt:lpstr>SYSTEM ANALYSIS AND REQUIREMENTS MODELING </vt:lpstr>
      <vt:lpstr>SYSTEM ANALYSIS AND REQUIREMENTS MODELING cont.’</vt:lpstr>
      <vt:lpstr>SYSTEM DESIGN</vt:lpstr>
      <vt:lpstr>SYSTEM DESIGN cont..</vt:lpstr>
      <vt:lpstr>IMPLEMENTATION</vt:lpstr>
      <vt:lpstr>CONCLUSIONS</vt:lpstr>
      <vt:lpstr>RECOMMENDATIONS</vt:lpstr>
      <vt:lpstr>REFERENCES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PROPOSAL PRESENTATION</dc:title>
  <dc:creator>VINNY</dc:creator>
  <cp:lastModifiedBy>Microsoft Office User</cp:lastModifiedBy>
  <cp:revision>52</cp:revision>
  <dcterms:created xsi:type="dcterms:W3CDTF">2018-07-03T20:09:46Z</dcterms:created>
  <dcterms:modified xsi:type="dcterms:W3CDTF">2021-08-12T05:30:59Z</dcterms:modified>
</cp:coreProperties>
</file>