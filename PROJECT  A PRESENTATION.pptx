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1"/>
  </p:sldMasterIdLst>
  <p:sldIdLst>
    <p:sldId id="256" r:id="rId2"/>
    <p:sldId id="257" r:id="rId3"/>
    <p:sldId id="258" r:id="rId4"/>
    <p:sldId id="271" r:id="rId5"/>
    <p:sldId id="265" r:id="rId6"/>
    <p:sldId id="264" r:id="rId7"/>
    <p:sldId id="263" r:id="rId8"/>
    <p:sldId id="281" r:id="rId9"/>
    <p:sldId id="278" r:id="rId10"/>
    <p:sldId id="282" r:id="rId11"/>
    <p:sldId id="270" r:id="rId12"/>
    <p:sldId id="280" r:id="rId13"/>
    <p:sldId id="268" r:id="rId14"/>
    <p:sldId id="272" r:id="rId15"/>
    <p:sldId id="277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6" autoAdjust="0"/>
    <p:restoredTop sz="95288" autoAdjust="0"/>
  </p:normalViewPr>
  <p:slideViewPr>
    <p:cSldViewPr snapToGrid="0">
      <p:cViewPr>
        <p:scale>
          <a:sx n="47" d="100"/>
          <a:sy n="47" d="100"/>
        </p:scale>
        <p:origin x="1408" y="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60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5670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1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301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75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863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502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524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988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4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6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9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591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27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120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9055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213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85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5FAE1C-47D0-494D-BBBC-74279CBF825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96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  <p:sldLayoutId id="214748394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6" Type="http://schemas.openxmlformats.org/officeDocument/2006/relationships/tags" Target="../tags/tag16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28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18" Type="http://schemas.openxmlformats.org/officeDocument/2006/relationships/tags" Target="../tags/tag118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124" Type="http://schemas.openxmlformats.org/officeDocument/2006/relationships/tags" Target="../tags/tag124.xml"/><Relationship Id="rId129" Type="http://schemas.openxmlformats.org/officeDocument/2006/relationships/image" Target="../media/image8.jpeg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119" Type="http://schemas.openxmlformats.org/officeDocument/2006/relationships/tags" Target="../tags/tag119.xml"/><Relationship Id="rId44" Type="http://schemas.openxmlformats.org/officeDocument/2006/relationships/tags" Target="../tags/tag44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120" Type="http://schemas.openxmlformats.org/officeDocument/2006/relationships/tags" Target="../tags/tag120.xml"/><Relationship Id="rId125" Type="http://schemas.openxmlformats.org/officeDocument/2006/relationships/tags" Target="../tags/tag125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tags" Target="../tags/tag11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26" Type="http://schemas.openxmlformats.org/officeDocument/2006/relationships/tags" Target="../tags/tag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D127-5251-498F-BE06-AEBCF9B00B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 sz="2400" b="1"/>
            </a:pPr>
            <a:r>
              <a:t>LABORATORY INFORMATION MANAGEMENT SYSTEM FOR YALA SUB-COUNTY HOSPITAL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4ACC4-9FA8-4D2B-B032-EBD6C4F60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291840"/>
            <a:ext cx="0" cy="2560320"/>
          </a:xfrm>
        </p:spPr>
        <p:txBody>
          <a:bodyPr>
            <a:normAutofit fontScale="25000" lnSpcReduction="20000"/>
          </a:bodyPr>
          <a:lstStyle/>
          <a:p>
            <a:pPr>
              <a:spcAft>
                <a:spcPts val="800"/>
              </a:spcAft>
              <a:defRPr sz="1600" b="1"/>
            </a:pPr>
            <a:r>
              <a:t>Project Proposal Presentation (Project A)</a:t>
            </a:r>
          </a:p>
          <a:p>
            <a:pPr>
              <a:spcAft>
                <a:spcPts val="400"/>
              </a:spcAft>
              <a:defRPr sz="1400" b="0"/>
            </a:pPr>
            <a:r>
              <a:t>Presenter: Owuor Collins  |  Reg No: SCCI/01227/2022</a:t>
            </a:r>
          </a:p>
          <a:p>
            <a:pPr>
              <a:spcAft>
                <a:spcPts val="400"/>
              </a:spcAft>
              <a:defRPr sz="1300" b="0"/>
            </a:pPr>
            <a:r>
              <a:t>Programme: Bachelor of Technology in Information Technology</a:t>
            </a:r>
          </a:p>
          <a:p>
            <a:pPr>
              <a:spcAft>
                <a:spcPts val="400"/>
              </a:spcAft>
              <a:defRPr sz="1300" b="0"/>
            </a:pPr>
            <a:r>
              <a:t>Institution: The Technical University of Kenya (TUK) — SCIT</a:t>
            </a:r>
          </a:p>
          <a:p>
            <a:pPr>
              <a:spcAft>
                <a:spcPts val="400"/>
              </a:spcAft>
              <a:defRPr sz="1300" b="0"/>
            </a:pPr>
            <a:r>
              <a:t>Supervisors: Dr. Edwin Ngwawe &amp; Mr. Peter Maina Kariuki</a:t>
            </a:r>
          </a:p>
          <a:p>
            <a:pPr>
              <a:spcAft>
                <a:spcPts val="0"/>
              </a:spcAft>
              <a:defRPr sz="1300" b="0"/>
            </a:pPr>
            <a:r>
              <a:t>Academic Year: 2025 / 2026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" t="-37" r="-64" b="-37"/>
          <a:stretch>
            <a:fillRect/>
          </a:stretch>
        </p:blipFill>
        <p:spPr bwMode="auto">
          <a:xfrm>
            <a:off x="5769449" y="1539402"/>
            <a:ext cx="653102" cy="66345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10416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8865-281E-42C3-B6A1-8FFA00D83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135C-E7A0-490F-9315-C4891FAE1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1500" b="0"/>
            </a:pPr>
            <a:r>
              <a:t>Digital Health Context: Modernizing public healthcare infrastructure across Kenya.</a:t>
            </a:r>
            <a:endParaRPr lang="en-US" dirty="0"/>
          </a:p>
          <a:p>
            <a:pPr>
              <a:spcAft>
                <a:spcPts val="600"/>
              </a:spcAft>
              <a:defRPr sz="1500" b="0"/>
            </a:pPr>
            <a:r>
              <a:t>Facility Focus: Targeting Level 4 Sub-County hospitals as primary frontline care centers.</a:t>
            </a:r>
          </a:p>
          <a:p>
            <a:pPr>
              <a:spcAft>
                <a:spcPts val="600"/>
              </a:spcAft>
              <a:defRPr sz="1500" b="0"/>
            </a:pPr>
            <a:r>
              <a:t>Critical Diagnostic Role: Medical laboratories inform over 70% of clinical decisions.</a:t>
            </a:r>
          </a:p>
          <a:p>
            <a:pPr>
              <a:spcAft>
                <a:spcPts val="600"/>
              </a:spcAft>
              <a:defRPr sz="1500" b="0"/>
            </a:pPr>
            <a:r>
              <a:t>Current Challenge: Heavy reliance on manual paper registers causing delays and errors.</a:t>
            </a:r>
          </a:p>
          <a:p>
            <a:pPr>
              <a:spcAft>
                <a:spcPts val="600"/>
              </a:spcAft>
              <a:defRPr sz="1500" b="0"/>
            </a:pPr>
            <a:r>
              <a:t>Proposed Solution: A localized, cost-effective, web-based LIMS tailored for public facilities.</a:t>
            </a:r>
          </a:p>
          <a:p>
            <a:pPr>
              <a:spcAft>
                <a:spcPts val="0"/>
              </a:spcAft>
              <a:defRPr sz="1500" b="0"/>
            </a:pPr>
            <a:r>
              <a:t>Expected Outcome: Streamlined workflow, faster turnaround times, and protected records.</a:t>
            </a:r>
          </a:p>
        </p:txBody>
      </p:sp>
    </p:spTree>
    <p:extLst>
      <p:ext uri="{BB962C8B-B14F-4D97-AF65-F5344CB8AC3E}">
        <p14:creationId xmlns:p14="http://schemas.microsoft.com/office/powerpoint/2010/main" val="187293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8E5C-B5C2-4268-944B-5435C7579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C6258-C8E6-4263-BF78-7DEB6B6A3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  <a:defRPr sz="1500" b="0"/>
            </a:pPr>
            <a:r>
              <a:t>Target Facility: Yala Sub-County Hospital — Level 4 public hospital in Siaya County.</a:t>
            </a:r>
            <a:endParaRPr lang="en-US" sz="2400" b="1" dirty="0">
              <a:latin typeface="Cambria"/>
              <a:cs typeface="Cambria"/>
            </a:endParaRPr>
          </a:p>
          <a:p>
            <a:pPr>
              <a:spcAft>
                <a:spcPts val="600"/>
              </a:spcAft>
              <a:defRPr sz="1500" b="0"/>
            </a:pPr>
            <a:r>
              <a:t>Geographic Setting: Primary referral center in Gem Sub-County along Kisumu–Busia corridor.</a:t>
            </a:r>
          </a:p>
          <a:p>
            <a:pPr>
              <a:spcAft>
                <a:spcPts val="600"/>
              </a:spcAft>
              <a:defRPr sz="1500" b="0"/>
            </a:pPr>
            <a:r>
              <a:t>Workload Demand: High daily outpatient volume, active inpatient wards, and maternity care.</a:t>
            </a:r>
          </a:p>
          <a:p>
            <a:pPr>
              <a:spcAft>
                <a:spcPts val="600"/>
              </a:spcAft>
              <a:defRPr sz="1500" b="0"/>
            </a:pPr>
            <a:r>
              <a:t>Workflow Bottleneck: Laboratory identified as the primary hospital operations bottleneck.</a:t>
            </a:r>
          </a:p>
          <a:p>
            <a:pPr>
              <a:spcAft>
                <a:spcPts val="600"/>
              </a:spcAft>
              <a:defRPr sz="1500" b="0"/>
            </a:pPr>
            <a:r>
              <a:t>Information Fragmentation: Physical paper requests frequently misplaced during transit.</a:t>
            </a:r>
          </a:p>
          <a:p>
            <a:pPr>
              <a:spcAft>
                <a:spcPts val="0"/>
              </a:spcAft>
              <a:defRPr sz="1500" b="0"/>
            </a:pPr>
            <a:r>
              <a:t>Modernization Need: Transitioning from manual MOH registers to a connected digital bench.</a:t>
            </a:r>
          </a:p>
        </p:txBody>
      </p:sp>
    </p:spTree>
    <p:extLst>
      <p:ext uri="{BB962C8B-B14F-4D97-AF65-F5344CB8AC3E}">
        <p14:creationId xmlns:p14="http://schemas.microsoft.com/office/powerpoint/2010/main" val="3807269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8865-281E-42C3-B6A1-8FFA00D83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135C-E7A0-490F-9315-C4891FAE1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1500" b="0"/>
            </a:pPr>
            <a:r>
              <a:t>Turnaround Time Delays: Physical routing of test requests and results delays critical care.</a:t>
            </a:r>
          </a:p>
          <a:p>
            <a:pPr>
              <a:spcAft>
                <a:spcPts val="600"/>
              </a:spcAft>
              <a:defRPr sz="1500" b="0"/>
            </a:pPr>
            <a:r>
              <a:t>Transcription Errors: Illegible handwriting on paper slips risks diagnostic inaccuracies.</a:t>
            </a:r>
          </a:p>
          <a:p>
            <a:pPr>
              <a:spcAft>
                <a:spcPts val="600"/>
              </a:spcAft>
              <a:defRPr sz="1500" b="0"/>
            </a:pPr>
            <a:r>
              <a:t>Missing Patient Slips: Lost result slips require repeated sampling and frustrate patients.</a:t>
            </a:r>
          </a:p>
          <a:p>
            <a:pPr>
              <a:spcAft>
                <a:spcPts val="600"/>
              </a:spcAft>
              <a:defRPr sz="1500" b="0"/>
            </a:pPr>
            <a:r>
              <a:t>Absence of Panic Alerts: Critical life-threatening results lack instant clinician alerting.</a:t>
            </a:r>
          </a:p>
          <a:p>
            <a:pPr>
              <a:spcAft>
                <a:spcPts val="600"/>
              </a:spcAft>
              <a:defRPr sz="1500" b="0"/>
            </a:pPr>
            <a:r>
              <a:t>Tedious MOH Reporting: Monthly MOH 706 statistical compilation requires days of manual tallying.</a:t>
            </a:r>
          </a:p>
          <a:p>
            <a:pPr>
              <a:spcAft>
                <a:spcPts val="0"/>
              </a:spcAft>
              <a:defRPr sz="1500" b="0"/>
            </a:pPr>
            <a:r>
              <a:t>Revenue Leakage: Unreconciled billing and paper cash handling at hospital counters.</a:t>
            </a:r>
          </a:p>
        </p:txBody>
      </p:sp>
    </p:spTree>
    <p:extLst>
      <p:ext uri="{BB962C8B-B14F-4D97-AF65-F5344CB8AC3E}">
        <p14:creationId xmlns:p14="http://schemas.microsoft.com/office/powerpoint/2010/main" val="1629994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EF041-4C23-4A02-BCAB-D5134CF2E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4E792-0D0D-4096-9906-2F4EAC811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400"/>
              </a:spcAft>
              <a:defRPr sz="1600" b="1"/>
            </a:pPr>
            <a:r>
              <a:t>General Objective:</a:t>
            </a:r>
            <a:endParaRPr lang="en-US" sz="2400" b="1" dirty="0">
              <a:latin typeface="Cambria"/>
              <a:cs typeface="Cambria"/>
            </a:endParaRPr>
          </a:p>
          <a:p>
            <a:pPr>
              <a:spcAft>
                <a:spcPts val="1000"/>
              </a:spcAft>
              <a:defRPr sz="1400" b="0"/>
            </a:pPr>
            <a:r>
              <a:t>To design, develop, and evaluate a web-based Laboratory Information Management System (LIMS) for Yala Sub-County Hospital to automate diagnostic workflows, ensure data accuracy, and improve clinical turnaround times.</a:t>
            </a:r>
          </a:p>
          <a:p>
            <a:pPr>
              <a:spcAft>
                <a:spcPts val="400"/>
              </a:spcAft>
              <a:defRPr sz="1600" b="1"/>
            </a:pPr>
            <a:r>
              <a:t>Specific Objectives:</a:t>
            </a:r>
          </a:p>
          <a:p>
            <a:pPr>
              <a:spcAft>
                <a:spcPts val="400"/>
              </a:spcAft>
              <a:defRPr sz="1400" b="0"/>
            </a:pPr>
            <a:r>
              <a:t>1. To assess user requirements and manual workflow bottlenecks across hospital stations.</a:t>
            </a:r>
          </a:p>
          <a:p>
            <a:pPr>
              <a:spcAft>
                <a:spcPts val="400"/>
              </a:spcAft>
              <a:defRPr sz="1400" b="0"/>
            </a:pPr>
            <a:r>
              <a:t>2. To design the system architecture, relational database, and role-based interfaces (RBAC).</a:t>
            </a:r>
          </a:p>
          <a:p>
            <a:pPr>
              <a:spcAft>
                <a:spcPts val="400"/>
              </a:spcAft>
              <a:defRPr sz="1400" b="0"/>
            </a:pPr>
            <a:r>
              <a:t>3. To develop core clinical modules: MOH 204 routing, CPOE test ordering, results entry, panic value alerts, and eCitizen cashless billing (Paybill 222222).</a:t>
            </a:r>
          </a:p>
          <a:p>
            <a:pPr>
              <a:spcAft>
                <a:spcPts val="0"/>
              </a:spcAft>
              <a:defRPr sz="1400" b="0"/>
            </a:pPr>
            <a:r>
              <a:t>4. To test, validate, and evaluate system functionality, security, and automated MOH 706 report generation.</a:t>
            </a:r>
          </a:p>
        </p:txBody>
      </p:sp>
    </p:spTree>
    <p:extLst>
      <p:ext uri="{BB962C8B-B14F-4D97-AF65-F5344CB8AC3E}">
        <p14:creationId xmlns:p14="http://schemas.microsoft.com/office/powerpoint/2010/main" val="913581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PROJECT SCOPE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40CAA-0477-05BF-BDC7-B6F7C76E9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scope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949E-EE0A-4A19-B2EB-B3F2C66D68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400"/>
              </a:spcAft>
              <a:buNone/>
              <a:defRPr sz="1400" b="0"/>
            </a:pPr>
            <a:r>
              <a:t>• Modular Web Architecture: Native PHP 8.2 and MySQL relational database on Apache.</a:t>
            </a:r>
            <a:endParaRPr lang="en-US" sz="2400" b="1" dirty="0">
              <a:latin typeface="Cambria"/>
              <a:cs typeface="Cambria"/>
            </a:endParaRPr>
          </a:p>
          <a:p>
            <a:pPr>
              <a:spcAft>
                <a:spcPts val="400"/>
              </a:spcAft>
              <a:defRPr sz="1400" b="0"/>
            </a:pPr>
            <a:r>
              <a:t>• Role-Based Access Control: Receptionist, Doctor, Lab Technologist, Cashier, Admin.</a:t>
            </a:r>
          </a:p>
          <a:p>
            <a:pPr>
              <a:spcAft>
                <a:spcPts val="400"/>
              </a:spcAft>
              <a:defRPr sz="1400" b="0"/>
            </a:pPr>
            <a:r>
              <a:t>• Outpatient Flow: Unique OPD sequencing and A5 routing slips with Code128 barcodes.</a:t>
            </a:r>
          </a:p>
          <a:p>
            <a:pPr>
              <a:spcAft>
                <a:spcPts val="400"/>
              </a:spcAft>
              <a:defRPr sz="1400" b="0"/>
            </a:pPr>
            <a:r>
              <a:t>• Clinical Workbench: CPOE ordering, result verification, panic alerts, and PDF certificates.</a:t>
            </a:r>
          </a:p>
          <a:p>
            <a:pPr>
              <a:spcAft>
                <a:spcPts val="0"/>
              </a:spcAft>
              <a:defRPr sz="1400" b="0"/>
            </a:pPr>
            <a:r>
              <a:t>• Cashless Billing: Integration with Kenya Government eCitizen Paybill 222222 gateway.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68F4F0-7E78-4375-68AE-9AB19A29C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Out of scope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536C2F-D885-8F03-E09E-1CFE693CC1F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57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0"/>
              </a:spcAft>
              <a:buClr>
                <a:srgbClr val="83992A"/>
              </a:buClr>
              <a:buSzPct val="115000"/>
              <a:buFont typeface="Arial"/>
              <a:buChar char="•"/>
              <a:tabLst/>
              <a:defRPr sz="1400" b="0"/>
            </a:pPr>
            <a:r>
              <a:t>• Direct bidirectional serial communication (RS-232/HL7) with physical lab machines.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  <a:p>
            <a:pPr>
              <a:spcAft>
                <a:spcPts val="400"/>
              </a:spcAft>
              <a:defRPr sz="1400" b="0"/>
            </a:pPr>
            <a:r>
              <a:t>• Automated real-time REST API synchronization with National DHIS2 / KHIS cloud.</a:t>
            </a:r>
          </a:p>
          <a:p>
            <a:pPr>
              <a:spcAft>
                <a:spcPts val="0"/>
              </a:spcAft>
              <a:defRPr sz="1400" b="0"/>
            </a:pPr>
            <a:r>
              <a:t>• Procurement and installation of hospital-wide physical network cabling and hardware.</a:t>
            </a:r>
          </a:p>
        </p:txBody>
      </p:sp>
    </p:spTree>
    <p:extLst>
      <p:ext uri="{BB962C8B-B14F-4D97-AF65-F5344CB8AC3E}">
        <p14:creationId xmlns:p14="http://schemas.microsoft.com/office/powerpoint/2010/main" val="2078098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F1FF-FB9B-47F8-ACC5-23C49485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058703"/>
          </a:xfrm>
        </p:spPr>
        <p:txBody>
          <a:bodyPr/>
          <a:lstStyle/>
          <a:p>
            <a:r>
              <a:t>JUSTIFICATION &amp;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4EFA2-3559-434E-B961-58DC33357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1500" b="0"/>
            </a:pPr>
            <a:r>
              <a:rPr sz="1800" dirty="0"/>
              <a:t>Hospital Administration: Eliminates paper stationery costs and closes revenue leakage.</a:t>
            </a: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Clinicians &amp; Doctors: Instant longitudinal access to diagnostic histories; critical panic alerts.</a:t>
            </a: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Laboratory Technologists: Clear testing worklists, automated reference ranges, 1-click reports.</a:t>
            </a: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Patients &amp; Community: Drastically reduced waiting times; prevention of lost result slips.</a:t>
            </a:r>
          </a:p>
          <a:p>
            <a:pPr>
              <a:spcAft>
                <a:spcPts val="0"/>
              </a:spcAft>
              <a:defRPr sz="1500" b="0"/>
            </a:pPr>
            <a:r>
              <a:rPr sz="1800" dirty="0"/>
              <a:t>Public Health Authorities: Reliable epidemiological data for disease surveillance in Siaya County.</a:t>
            </a:r>
          </a:p>
        </p:txBody>
      </p:sp>
    </p:spTree>
    <p:extLst>
      <p:ext uri="{BB962C8B-B14F-4D97-AF65-F5344CB8AC3E}">
        <p14:creationId xmlns:p14="http://schemas.microsoft.com/office/powerpoint/2010/main" val="2411300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3AA53-866D-74AD-7780-6B8366DC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RESOURCE REQUIREMENTS &amp; 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7743A-B19B-D8F0-E726-96A6E1D72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1500" b="0"/>
            </a:pPr>
            <a:r>
              <a:rPr sz="1800" dirty="0"/>
              <a:t>Hardware: Desktop Workstation / Core i5 Laptops and backup UPS power units.</a:t>
            </a: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Networking: Hospital Local Area Network (LAN) installation and intranet switches.</a:t>
            </a: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Software Platform: PHP 8.2, MySQL 8.0, Apache/XAMPP, Windows OS (Zero license costs).</a:t>
            </a: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Direct Capital Costs: Dedicated server host, LAN cabling, and power protection (KES 120,000).</a:t>
            </a: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Indirect Costs: Staff training, system onboarding, and ongoing maintenance (KES 60,000).</a:t>
            </a:r>
          </a:p>
          <a:p>
            <a:pPr>
              <a:spcAft>
                <a:spcPts val="0"/>
              </a:spcAft>
              <a:defRPr sz="1500" b="1"/>
            </a:pPr>
            <a:r>
              <a:rPr sz="1800" dirty="0"/>
              <a:t>Total Estimated Budget: Approximately KES 180,000 – 220,000.</a:t>
            </a:r>
          </a:p>
        </p:txBody>
      </p:sp>
    </p:spTree>
    <p:extLst>
      <p:ext uri="{BB962C8B-B14F-4D97-AF65-F5344CB8AC3E}">
        <p14:creationId xmlns:p14="http://schemas.microsoft.com/office/powerpoint/2010/main" val="789150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95268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mbria"/>
                <a:cs typeface="Cambria"/>
              </a:rPr>
              <a:t>PROJECT SCHEDULE</a:t>
            </a:r>
            <a:br>
              <a:rPr lang="en-US" sz="2400" b="1" dirty="0">
                <a:latin typeface="Cambria"/>
                <a:cs typeface="Cambria"/>
              </a:rPr>
            </a:b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033555"/>
            <a:ext cx="9601196" cy="3636251"/>
          </a:xfrm>
        </p:spPr>
        <p:txBody>
          <a:bodyPr/>
          <a:lstStyle/>
          <a:p>
            <a:pPr marL="0" indent="0">
              <a:buNone/>
            </a:pPr>
            <a:endParaRPr lang="en-US" sz="2400" b="1" dirty="0">
              <a:latin typeface="Cambria"/>
              <a:cs typeface="Cambria"/>
            </a:endParaRPr>
          </a:p>
          <a:p>
            <a:endParaRPr lang="en-US" sz="2400" b="1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96859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9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81BDC010-10DF-48FA-723F-88DB4AE1EF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221339" y="12700"/>
            <a:ext cx="4699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b="1">
                <a:solidFill>
                  <a:srgbClr val="ED7D31"/>
                </a:solidFill>
                <a:latin typeface="Calibri" panose="020F0502020204030204" pitchFamily="34" charset="0"/>
              </a:rPr>
              <a:t>2025</a:t>
            </a:r>
          </a:p>
        </p:txBody>
      </p:sp>
      <p:sp>
        <p:nvSpPr>
          <p:cNvPr id="3" name="OTLSHAPE_TB_00000000000000000000000000000000_RightEndCaps">
            <a:extLst>
              <a:ext uri="{FF2B5EF4-FFF2-40B4-BE49-F238E27FC236}">
                <a16:creationId xmlns:a16="http://schemas.microsoft.com/office/drawing/2014/main" id="{8FD0728A-C6C0-9A93-09BA-3965DFF2086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74534" y="5120016"/>
            <a:ext cx="44961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b="1" spc="-44">
                <a:solidFill>
                  <a:srgbClr val="E97132"/>
                </a:solidFill>
                <a:latin typeface="Calibri" panose="020F0502020204030204" pitchFamily="34" charset="0"/>
              </a:rPr>
              <a:t>2026</a:t>
            </a:r>
          </a:p>
        </p:txBody>
      </p:sp>
      <p:cxnSp>
        <p:nvCxnSpPr>
          <p:cNvPr id="127" name="OTLSHAPE_T_7a6a9d09c0fc456081129ee3645a5be1_HorizontalConnector1">
            <a:extLst>
              <a:ext uri="{FF2B5EF4-FFF2-40B4-BE49-F238E27FC236}">
                <a16:creationId xmlns:a16="http://schemas.microsoft.com/office/drawing/2014/main" id="{11B16782-ACD5-90CE-BDFA-CF956822A67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 flipH="1">
            <a:off x="1535457" y="1675127"/>
            <a:ext cx="141155" cy="0"/>
          </a:xfrm>
          <a:prstGeom prst="line">
            <a:avLst/>
          </a:prstGeom>
          <a:ln w="6350" cap="flat" cmpd="sng" algn="ctr">
            <a:solidFill>
              <a:srgbClr val="15608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40040F5B-EFF7-B650-20A4-47899C9CB8D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44465" y="5132547"/>
            <a:ext cx="10515600" cy="254000"/>
          </a:xfrm>
          <a:prstGeom prst="roundRect">
            <a:avLst/>
          </a:prstGeom>
          <a:solidFill>
            <a:srgbClr val="0E2841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BA5AF234-0311-0CE4-2779-E3FE192F108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44465" y="5335747"/>
            <a:ext cx="4089400" cy="50800"/>
          </a:xfrm>
          <a:prstGeom prst="roundRect">
            <a:avLst/>
          </a:prstGeom>
          <a:solidFill>
            <a:srgbClr val="FF0000">
              <a:alpha val="7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4F5D1601-91B3-58E0-9A61-15C2451FA76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885652" y="5386547"/>
            <a:ext cx="76200" cy="84667"/>
          </a:xfrm>
          <a:prstGeom prst="triangle">
            <a:avLst/>
          </a:prstGeom>
          <a:solidFill>
            <a:srgbClr val="FF0000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084CDEB5-BE8E-F6CF-BC55-0067E76ECEF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741810" y="5471213"/>
            <a:ext cx="368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sz="1200" spc="-12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DF224D70-6F8A-22C9-FEB6-F3724C9DC44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895265" y="5166519"/>
            <a:ext cx="249364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0">
                <a:solidFill>
                  <a:srgbClr val="E8E8E8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10" name="OTLSHAPE_TB_00000000000000000000000000000000_TimescaleInterval2">
            <a:extLst>
              <a:ext uri="{FF2B5EF4-FFF2-40B4-BE49-F238E27FC236}">
                <a16:creationId xmlns:a16="http://schemas.microsoft.com/office/drawing/2014/main" id="{A6DB6160-669D-9C08-BD48-92F39C3504B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931752" y="5166519"/>
            <a:ext cx="237244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2">
                <a:solidFill>
                  <a:srgbClr val="E8E8E8"/>
                </a:solidFill>
                <a:latin typeface="Calibri" panose="020F0502020204030204" pitchFamily="34" charset="0"/>
              </a:rPr>
              <a:t>Dec</a:t>
            </a:r>
          </a:p>
        </p:txBody>
      </p:sp>
      <p:sp>
        <p:nvSpPr>
          <p:cNvPr id="12" name="OTLSHAPE_TB_00000000000000000000000000000000_TimescaleInterval3">
            <a:extLst>
              <a:ext uri="{FF2B5EF4-FFF2-40B4-BE49-F238E27FC236}">
                <a16:creationId xmlns:a16="http://schemas.microsoft.com/office/drawing/2014/main" id="{EEFF5BD6-D6CD-35B2-D937-010D718842C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002789" y="5166519"/>
            <a:ext cx="2032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0">
                <a:solidFill>
                  <a:srgbClr val="E8E8E8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14" name="OTLSHAPE_TB_00000000000000000000000000000000_TimescaleInterval4">
            <a:extLst>
              <a:ext uri="{FF2B5EF4-FFF2-40B4-BE49-F238E27FC236}">
                <a16:creationId xmlns:a16="http://schemas.microsoft.com/office/drawing/2014/main" id="{2A7993C3-1EB2-389F-5799-ACAC6904F538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073826" y="5166519"/>
            <a:ext cx="225383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>
                <a:solidFill>
                  <a:srgbClr val="E8E8E8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16" name="OTLSHAPE_TB_00000000000000000000000000000000_TimescaleInterval5">
            <a:extLst>
              <a:ext uri="{FF2B5EF4-FFF2-40B4-BE49-F238E27FC236}">
                <a16:creationId xmlns:a16="http://schemas.microsoft.com/office/drawing/2014/main" id="{BEC3EB09-1A27-B3C2-C100-1707169DDBE5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041214" y="5166519"/>
            <a:ext cx="25577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 dirty="0">
                <a:solidFill>
                  <a:srgbClr val="E8E8E8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18" name="OTLSHAPE_TB_00000000000000000000000000000000_TimescaleInterval6">
            <a:extLst>
              <a:ext uri="{FF2B5EF4-FFF2-40B4-BE49-F238E27FC236}">
                <a16:creationId xmlns:a16="http://schemas.microsoft.com/office/drawing/2014/main" id="{03CDA973-E485-52FF-61C6-701EC63EAC28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112251" y="5166519"/>
            <a:ext cx="22281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 dirty="0">
                <a:solidFill>
                  <a:srgbClr val="E8E8E8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20" name="OTLSHAPE_TB_00000000000000000000000000000000_TimescaleInterval7">
            <a:extLst>
              <a:ext uri="{FF2B5EF4-FFF2-40B4-BE49-F238E27FC236}">
                <a16:creationId xmlns:a16="http://schemas.microsoft.com/office/drawing/2014/main" id="{0EA156A7-9B72-63B9-A088-CD8D0604684C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7148738" y="5166519"/>
            <a:ext cx="27122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>
                <a:solidFill>
                  <a:srgbClr val="E8E8E8"/>
                </a:solidFill>
                <a:latin typeface="Calibri" panose="020F0502020204030204" pitchFamily="34" charset="0"/>
              </a:rPr>
              <a:t>May</a:t>
            </a:r>
          </a:p>
        </p:txBody>
      </p:sp>
      <p:sp>
        <p:nvSpPr>
          <p:cNvPr id="22" name="OTLSHAPE_TB_00000000000000000000000000000000_TimescaleInterval8">
            <a:extLst>
              <a:ext uri="{FF2B5EF4-FFF2-40B4-BE49-F238E27FC236}">
                <a16:creationId xmlns:a16="http://schemas.microsoft.com/office/drawing/2014/main" id="{DF1FF490-DDA0-5CB7-78DB-F5F1036B589F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219774" y="5166519"/>
            <a:ext cx="209994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>
                <a:solidFill>
                  <a:srgbClr val="E8E8E8"/>
                </a:solidFill>
                <a:latin typeface="Calibri" panose="020F0502020204030204" pitchFamily="34" charset="0"/>
              </a:rPr>
              <a:t>Jun</a:t>
            </a:r>
          </a:p>
        </p:txBody>
      </p:sp>
      <p:sp>
        <p:nvSpPr>
          <p:cNvPr id="24" name="OTLSHAPE_TB_00000000000000000000000000000000_TimescaleInterval9">
            <a:extLst>
              <a:ext uri="{FF2B5EF4-FFF2-40B4-BE49-F238E27FC236}">
                <a16:creationId xmlns:a16="http://schemas.microsoft.com/office/drawing/2014/main" id="{E643AD2D-6E52-9730-3FC2-5257D1FD86A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9256261" y="5166519"/>
            <a:ext cx="15818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0">
                <a:solidFill>
                  <a:srgbClr val="E8E8E8"/>
                </a:solidFill>
                <a:latin typeface="Calibri" panose="020F0502020204030204" pitchFamily="34" charset="0"/>
              </a:rPr>
              <a:t>Jul</a:t>
            </a:r>
          </a:p>
        </p:txBody>
      </p:sp>
      <p:sp>
        <p:nvSpPr>
          <p:cNvPr id="126" name="OTLSHAPE_TB_00000000000000000000000000000000_TimescaleInterval10">
            <a:extLst>
              <a:ext uri="{FF2B5EF4-FFF2-40B4-BE49-F238E27FC236}">
                <a16:creationId xmlns:a16="http://schemas.microsoft.com/office/drawing/2014/main" id="{00932AB9-620B-2C9E-D9FE-CFB6D3A85964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0327298" y="5166519"/>
            <a:ext cx="241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0">
                <a:solidFill>
                  <a:srgbClr val="E8E8E8"/>
                </a:solidFill>
                <a:latin typeface="Calibri" panose="020F0502020204030204" pitchFamily="34" charset="0"/>
              </a:rPr>
              <a:t>Aug</a:t>
            </a:r>
          </a:p>
        </p:txBody>
      </p:sp>
      <p:cxnSp>
        <p:nvCxnSpPr>
          <p:cNvPr id="9" name="OTLSHAPE_TB_00000000000000000000000000000000_Separator1">
            <a:extLst>
              <a:ext uri="{FF2B5EF4-FFF2-40B4-BE49-F238E27FC236}">
                <a16:creationId xmlns:a16="http://schemas.microsoft.com/office/drawing/2014/main" id="{480CF6D5-00E1-0ECE-7C66-C5FAFFDCA539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>
            <a:off x="1880952" y="5157947"/>
            <a:ext cx="0" cy="203200"/>
          </a:xfrm>
          <a:prstGeom prst="line">
            <a:avLst/>
          </a:prstGeom>
          <a:ln w="6350" cap="flat" cmpd="sng" algn="ctr">
            <a:solidFill>
              <a:srgbClr val="E8E8E8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OTLSHAPE_TB_00000000000000000000000000000000_Separator2">
            <a:extLst>
              <a:ext uri="{FF2B5EF4-FFF2-40B4-BE49-F238E27FC236}">
                <a16:creationId xmlns:a16="http://schemas.microsoft.com/office/drawing/2014/main" id="{D4E84512-B939-E255-2989-B3729D76D1A8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>
            <a:off x="2951989" y="5157947"/>
            <a:ext cx="0" cy="203200"/>
          </a:xfrm>
          <a:prstGeom prst="line">
            <a:avLst/>
          </a:prstGeom>
          <a:ln w="6350" cap="flat" cmpd="sng" algn="ctr">
            <a:solidFill>
              <a:srgbClr val="E8E8E8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OTLSHAPE_TB_00000000000000000000000000000000_Separator3">
            <a:extLst>
              <a:ext uri="{FF2B5EF4-FFF2-40B4-BE49-F238E27FC236}">
                <a16:creationId xmlns:a16="http://schemas.microsoft.com/office/drawing/2014/main" id="{F76BDC51-3E6A-9ACD-5927-D6297F19700A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>
            <a:off x="4023025" y="5157947"/>
            <a:ext cx="0" cy="203200"/>
          </a:xfrm>
          <a:prstGeom prst="line">
            <a:avLst/>
          </a:prstGeom>
          <a:ln w="6350" cap="flat" cmpd="sng" algn="ctr">
            <a:solidFill>
              <a:srgbClr val="E8E8E8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OTLSHAPE_TB_00000000000000000000000000000000_Separator4">
            <a:extLst>
              <a:ext uri="{FF2B5EF4-FFF2-40B4-BE49-F238E27FC236}">
                <a16:creationId xmlns:a16="http://schemas.microsoft.com/office/drawing/2014/main" id="{6E00470C-B10E-B582-1F19-D18F0369BE7B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>
            <a:off x="4990414" y="5157947"/>
            <a:ext cx="0" cy="203200"/>
          </a:xfrm>
          <a:prstGeom prst="line">
            <a:avLst/>
          </a:prstGeom>
          <a:ln w="6350" cap="flat" cmpd="sng" algn="ctr">
            <a:solidFill>
              <a:srgbClr val="E8E8E8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OTLSHAPE_TB_00000000000000000000000000000000_Separator5">
            <a:extLst>
              <a:ext uri="{FF2B5EF4-FFF2-40B4-BE49-F238E27FC236}">
                <a16:creationId xmlns:a16="http://schemas.microsoft.com/office/drawing/2014/main" id="{172DDDD7-4F3E-619A-9A9B-4FA66F579D60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>
            <a:off x="6061450" y="5157947"/>
            <a:ext cx="0" cy="203200"/>
          </a:xfrm>
          <a:prstGeom prst="line">
            <a:avLst/>
          </a:prstGeom>
          <a:ln w="6350" cap="flat" cmpd="sng" algn="ctr">
            <a:solidFill>
              <a:srgbClr val="E8E8E8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OTLSHAPE_TB_00000000000000000000000000000000_Separator6">
            <a:extLst>
              <a:ext uri="{FF2B5EF4-FFF2-40B4-BE49-F238E27FC236}">
                <a16:creationId xmlns:a16="http://schemas.microsoft.com/office/drawing/2014/main" id="{E700EC7A-3C50-CB58-99C5-4477CA8C2DBE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>
            <a:off x="7097937" y="5157947"/>
            <a:ext cx="0" cy="203200"/>
          </a:xfrm>
          <a:prstGeom prst="line">
            <a:avLst/>
          </a:prstGeom>
          <a:ln w="6350" cap="flat" cmpd="sng" algn="ctr">
            <a:solidFill>
              <a:srgbClr val="E8E8E8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OTLSHAPE_TB_00000000000000000000000000000000_Separator7">
            <a:extLst>
              <a:ext uri="{FF2B5EF4-FFF2-40B4-BE49-F238E27FC236}">
                <a16:creationId xmlns:a16="http://schemas.microsoft.com/office/drawing/2014/main" id="{7B67F852-AFBB-D30E-77DA-E0D4B3E79B3B}"/>
              </a:ext>
            </a:extLst>
          </p:cNvPr>
          <p:cNvCxnSpPr/>
          <p:nvPr>
            <p:custDataLst>
              <p:tags r:id="rId25"/>
            </p:custDataLst>
          </p:nvPr>
        </p:nvCxnSpPr>
        <p:spPr>
          <a:xfrm>
            <a:off x="8168974" y="5157947"/>
            <a:ext cx="0" cy="203200"/>
          </a:xfrm>
          <a:prstGeom prst="line">
            <a:avLst/>
          </a:prstGeom>
          <a:ln w="6350" cap="flat" cmpd="sng" algn="ctr">
            <a:solidFill>
              <a:srgbClr val="E8E8E8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OTLSHAPE_TB_00000000000000000000000000000000_Separator8">
            <a:extLst>
              <a:ext uri="{FF2B5EF4-FFF2-40B4-BE49-F238E27FC236}">
                <a16:creationId xmlns:a16="http://schemas.microsoft.com/office/drawing/2014/main" id="{1ED9E0C6-D4D9-E60C-DBAE-93380C368E17}"/>
              </a:ext>
            </a:extLst>
          </p:cNvPr>
          <p:cNvCxnSpPr/>
          <p:nvPr>
            <p:custDataLst>
              <p:tags r:id="rId26"/>
            </p:custDataLst>
          </p:nvPr>
        </p:nvCxnSpPr>
        <p:spPr>
          <a:xfrm>
            <a:off x="9205461" y="5157947"/>
            <a:ext cx="0" cy="203200"/>
          </a:xfrm>
          <a:prstGeom prst="line">
            <a:avLst/>
          </a:prstGeom>
          <a:ln w="6350" cap="flat" cmpd="sng" algn="ctr">
            <a:solidFill>
              <a:srgbClr val="E8E8E8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OTLSHAPE_TB_00000000000000000000000000000000_Separator9">
            <a:extLst>
              <a:ext uri="{FF2B5EF4-FFF2-40B4-BE49-F238E27FC236}">
                <a16:creationId xmlns:a16="http://schemas.microsoft.com/office/drawing/2014/main" id="{866BEA8A-0E2B-A2F2-C19A-1405DD6B748E}"/>
              </a:ext>
            </a:extLst>
          </p:cNvPr>
          <p:cNvCxnSpPr/>
          <p:nvPr>
            <p:custDataLst>
              <p:tags r:id="rId27"/>
            </p:custDataLst>
          </p:nvPr>
        </p:nvCxnSpPr>
        <p:spPr>
          <a:xfrm>
            <a:off x="10276498" y="5157947"/>
            <a:ext cx="0" cy="203200"/>
          </a:xfrm>
          <a:prstGeom prst="line">
            <a:avLst/>
          </a:prstGeom>
          <a:ln w="6350" cap="flat" cmpd="sng" algn="ctr">
            <a:solidFill>
              <a:srgbClr val="E8E8E8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TLSHAPE_T_7a6a9d09c0fc456081129ee3645a5be1_Shape">
            <a:extLst>
              <a:ext uri="{FF2B5EF4-FFF2-40B4-BE49-F238E27FC236}">
                <a16:creationId xmlns:a16="http://schemas.microsoft.com/office/drawing/2014/main" id="{07E40466-320B-5724-19AF-2478ED766236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1535457" y="1492758"/>
            <a:ext cx="8991600" cy="364738"/>
          </a:xfrm>
          <a:prstGeom prst="homePlate">
            <a:avLst/>
          </a:prstGeom>
          <a:solidFill>
            <a:srgbClr val="156082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TLSHAPE_T_8e54fc09184543dc9a2969a4a57abbcc_Shape">
            <a:extLst>
              <a:ext uri="{FF2B5EF4-FFF2-40B4-BE49-F238E27FC236}">
                <a16:creationId xmlns:a16="http://schemas.microsoft.com/office/drawing/2014/main" id="{35E4D02A-F927-546B-9B59-31C8653A8C6E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535457" y="2012997"/>
            <a:ext cx="495300" cy="276753"/>
          </a:xfrm>
          <a:prstGeom prst="homePlate">
            <a:avLst/>
          </a:prstGeom>
          <a:solidFill>
            <a:srgbClr val="156082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TLSHAPE_T_ff86c8ea9c904c6b8f090a64a4838006_Shape">
            <a:extLst>
              <a:ext uri="{FF2B5EF4-FFF2-40B4-BE49-F238E27FC236}">
                <a16:creationId xmlns:a16="http://schemas.microsoft.com/office/drawing/2014/main" id="{0F1CF398-2C2B-F4AF-3896-A9A7E0B3B3F0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2019151" y="2445252"/>
            <a:ext cx="977900" cy="348488"/>
          </a:xfrm>
          <a:prstGeom prst="homePlate">
            <a:avLst/>
          </a:prstGeom>
          <a:solidFill>
            <a:srgbClr val="156082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OTLSHAPE_T_ef3650a7c5e2430f90e27c55cd07f060_Shape">
            <a:extLst>
              <a:ext uri="{FF2B5EF4-FFF2-40B4-BE49-F238E27FC236}">
                <a16:creationId xmlns:a16="http://schemas.microsoft.com/office/drawing/2014/main" id="{7FC6B107-489C-A3ED-8EC3-A36303F683B7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2986539" y="2831840"/>
            <a:ext cx="977900" cy="331768"/>
          </a:xfrm>
          <a:prstGeom prst="homePlate">
            <a:avLst/>
          </a:prstGeom>
          <a:solidFill>
            <a:srgbClr val="156082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OTLSHAPE_T_d5a5bb26c385461dbca5613eb57071be_Shape">
            <a:extLst>
              <a:ext uri="{FF2B5EF4-FFF2-40B4-BE49-F238E27FC236}">
                <a16:creationId xmlns:a16="http://schemas.microsoft.com/office/drawing/2014/main" id="{6135E3E4-BD90-9657-BA32-A2A7C3F4E187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3953927" y="3201708"/>
            <a:ext cx="977900" cy="250946"/>
          </a:xfrm>
          <a:prstGeom prst="homePlate">
            <a:avLst/>
          </a:prstGeom>
          <a:solidFill>
            <a:srgbClr val="156082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TLSHAPE_T_5fdc09349af84e928a69e94ebcd5e01c_Shape">
            <a:extLst>
              <a:ext uri="{FF2B5EF4-FFF2-40B4-BE49-F238E27FC236}">
                <a16:creationId xmlns:a16="http://schemas.microsoft.com/office/drawing/2014/main" id="{E64B5BB9-3D87-49C9-50A3-1DB86DE51BA0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4921315" y="3490754"/>
            <a:ext cx="279400" cy="306261"/>
          </a:xfrm>
          <a:prstGeom prst="homePlate">
            <a:avLst/>
          </a:prstGeom>
          <a:solidFill>
            <a:srgbClr val="156082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OTLSHAPE_T_29952edd050c4301a590f824eb7f55f0_Shape">
            <a:extLst>
              <a:ext uri="{FF2B5EF4-FFF2-40B4-BE49-F238E27FC236}">
                <a16:creationId xmlns:a16="http://schemas.microsoft.com/office/drawing/2014/main" id="{2C633F21-114A-4B39-D01A-4B4C4E729C6E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5266810" y="3835115"/>
            <a:ext cx="1143000" cy="294377"/>
          </a:xfrm>
          <a:prstGeom prst="homePlate">
            <a:avLst/>
          </a:prstGeom>
          <a:solidFill>
            <a:srgbClr val="156082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OTLSHAPE_T_d87fcdcb71734600ad1434170b7f322b_Shape">
            <a:extLst>
              <a:ext uri="{FF2B5EF4-FFF2-40B4-BE49-F238E27FC236}">
                <a16:creationId xmlns:a16="http://schemas.microsoft.com/office/drawing/2014/main" id="{9DFD2C49-AE7D-DA9B-E243-B27D503A1391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6441496" y="4167591"/>
            <a:ext cx="2870200" cy="292552"/>
          </a:xfrm>
          <a:prstGeom prst="homePlate">
            <a:avLst/>
          </a:prstGeom>
          <a:solidFill>
            <a:srgbClr val="156082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OTLSHAPE_T_f4f90ce8d3ec45dabff76366e02ac402_Shape">
            <a:extLst>
              <a:ext uri="{FF2B5EF4-FFF2-40B4-BE49-F238E27FC236}">
                <a16:creationId xmlns:a16="http://schemas.microsoft.com/office/drawing/2014/main" id="{1B09778D-1807-C9BD-269B-7D6117673D8C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9343660" y="4498243"/>
            <a:ext cx="698500" cy="268487"/>
          </a:xfrm>
          <a:prstGeom prst="homePlate">
            <a:avLst/>
          </a:prstGeom>
          <a:solidFill>
            <a:srgbClr val="156082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OTLSHAPE_T_4276c4fd585d42dd8330adf7f247db63_Shape">
            <a:extLst>
              <a:ext uri="{FF2B5EF4-FFF2-40B4-BE49-F238E27FC236}">
                <a16:creationId xmlns:a16="http://schemas.microsoft.com/office/drawing/2014/main" id="{D2CB9D0D-8F6A-1D76-3D45-A964EF188D95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10103727" y="4804830"/>
            <a:ext cx="419100" cy="289616"/>
          </a:xfrm>
          <a:prstGeom prst="homePlate">
            <a:avLst/>
          </a:prstGeom>
          <a:solidFill>
            <a:srgbClr val="156082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TLSHAPE_T_7a6a9d09c0fc456081129ee3645a5be1_ShapePercentage" hidden="1">
            <a:extLst>
              <a:ext uri="{FF2B5EF4-FFF2-40B4-BE49-F238E27FC236}">
                <a16:creationId xmlns:a16="http://schemas.microsoft.com/office/drawing/2014/main" id="{8145B520-B220-69D0-65A2-3602A40ACEA9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1535457" y="1492758"/>
            <a:ext cx="25400" cy="364738"/>
          </a:xfrm>
          <a:prstGeom prst="homePlate">
            <a:avLst/>
          </a:prstGeom>
          <a:solidFill>
            <a:schemeClr val="dk1">
              <a:alpha val="34902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TLSHAPE_T_8e54fc09184543dc9a2969a4a57abbcc_ShapePercentage" hidden="1">
            <a:extLst>
              <a:ext uri="{FF2B5EF4-FFF2-40B4-BE49-F238E27FC236}">
                <a16:creationId xmlns:a16="http://schemas.microsoft.com/office/drawing/2014/main" id="{38E14D8B-F332-EE31-048C-738E2D3FB36F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1535457" y="2012997"/>
            <a:ext cx="25400" cy="276753"/>
          </a:xfrm>
          <a:prstGeom prst="homePlate">
            <a:avLst/>
          </a:prstGeom>
          <a:solidFill>
            <a:schemeClr val="dk1">
              <a:alpha val="34902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TLSHAPE_T_ff86c8ea9c904c6b8f090a64a4838006_ShapePercentage" hidden="1">
            <a:extLst>
              <a:ext uri="{FF2B5EF4-FFF2-40B4-BE49-F238E27FC236}">
                <a16:creationId xmlns:a16="http://schemas.microsoft.com/office/drawing/2014/main" id="{75DFCABC-9A10-DD0D-64D0-B354340627FE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2019151" y="2445252"/>
            <a:ext cx="25400" cy="348488"/>
          </a:xfrm>
          <a:prstGeom prst="homePlate">
            <a:avLst/>
          </a:prstGeom>
          <a:solidFill>
            <a:schemeClr val="dk1">
              <a:alpha val="34902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TLSHAPE_T_ef3650a7c5e2430f90e27c55cd07f060_ShapePercentage" hidden="1">
            <a:extLst>
              <a:ext uri="{FF2B5EF4-FFF2-40B4-BE49-F238E27FC236}">
                <a16:creationId xmlns:a16="http://schemas.microsoft.com/office/drawing/2014/main" id="{613B87D3-BD2E-608B-66DA-156045F0C62B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2986539" y="2831840"/>
            <a:ext cx="25400" cy="331768"/>
          </a:xfrm>
          <a:prstGeom prst="homePlate">
            <a:avLst/>
          </a:prstGeom>
          <a:solidFill>
            <a:schemeClr val="dk1">
              <a:alpha val="34902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TLSHAPE_T_d5a5bb26c385461dbca5613eb57071be_ShapePercentage" hidden="1">
            <a:extLst>
              <a:ext uri="{FF2B5EF4-FFF2-40B4-BE49-F238E27FC236}">
                <a16:creationId xmlns:a16="http://schemas.microsoft.com/office/drawing/2014/main" id="{DDA923CA-6F65-7A20-CC57-225DD7C8C0F2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3953927" y="3201708"/>
            <a:ext cx="25400" cy="250946"/>
          </a:xfrm>
          <a:prstGeom prst="homePlate">
            <a:avLst/>
          </a:prstGeom>
          <a:solidFill>
            <a:schemeClr val="dk1">
              <a:alpha val="34902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TLSHAPE_T_5fdc09349af84e928a69e94ebcd5e01c_ShapePercentage" hidden="1">
            <a:extLst>
              <a:ext uri="{FF2B5EF4-FFF2-40B4-BE49-F238E27FC236}">
                <a16:creationId xmlns:a16="http://schemas.microsoft.com/office/drawing/2014/main" id="{C99474CB-727D-DD0A-4506-3A3D26CA8CAA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4921315" y="3490754"/>
            <a:ext cx="25400" cy="306261"/>
          </a:xfrm>
          <a:prstGeom prst="homePlate">
            <a:avLst/>
          </a:prstGeom>
          <a:solidFill>
            <a:schemeClr val="dk1">
              <a:alpha val="34902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OTLSHAPE_T_29952edd050c4301a590f824eb7f55f0_ShapePercentage" hidden="1">
            <a:extLst>
              <a:ext uri="{FF2B5EF4-FFF2-40B4-BE49-F238E27FC236}">
                <a16:creationId xmlns:a16="http://schemas.microsoft.com/office/drawing/2014/main" id="{85AF5497-F225-E4ED-185C-AB23A4DAF5B3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5266810" y="3835115"/>
            <a:ext cx="25400" cy="294377"/>
          </a:xfrm>
          <a:prstGeom prst="homePlate">
            <a:avLst/>
          </a:prstGeom>
          <a:solidFill>
            <a:schemeClr val="dk1">
              <a:alpha val="34902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OTLSHAPE_T_d87fcdcb71734600ad1434170b7f322b_ShapePercentage" hidden="1">
            <a:extLst>
              <a:ext uri="{FF2B5EF4-FFF2-40B4-BE49-F238E27FC236}">
                <a16:creationId xmlns:a16="http://schemas.microsoft.com/office/drawing/2014/main" id="{A1DF0414-DD7B-DDD9-C048-1E2F4AAF2E52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6441496" y="4167591"/>
            <a:ext cx="25400" cy="292552"/>
          </a:xfrm>
          <a:prstGeom prst="homePlate">
            <a:avLst/>
          </a:prstGeom>
          <a:solidFill>
            <a:schemeClr val="dk1">
              <a:alpha val="34902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OTLSHAPE_T_f4f90ce8d3ec45dabff76366e02ac402_ShapePercentage" hidden="1">
            <a:extLst>
              <a:ext uri="{FF2B5EF4-FFF2-40B4-BE49-F238E27FC236}">
                <a16:creationId xmlns:a16="http://schemas.microsoft.com/office/drawing/2014/main" id="{92BC3A90-42B8-5683-532F-5C38D29B1CB5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9343660" y="4498243"/>
            <a:ext cx="25400" cy="268487"/>
          </a:xfrm>
          <a:prstGeom prst="homePlate">
            <a:avLst/>
          </a:prstGeom>
          <a:solidFill>
            <a:schemeClr val="dk1">
              <a:alpha val="34902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TLSHAPE_T_4276c4fd585d42dd8330adf7f247db63_ShapePercentage" hidden="1">
            <a:extLst>
              <a:ext uri="{FF2B5EF4-FFF2-40B4-BE49-F238E27FC236}">
                <a16:creationId xmlns:a16="http://schemas.microsoft.com/office/drawing/2014/main" id="{89B514F2-9DDE-588D-D8BC-18A3530CC748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10103727" y="4804830"/>
            <a:ext cx="25400" cy="289616"/>
          </a:xfrm>
          <a:prstGeom prst="homePlate">
            <a:avLst/>
          </a:prstGeom>
          <a:solidFill>
            <a:schemeClr val="dk1">
              <a:alpha val="34902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TLSHAPE_T_7a6a9d09c0fc456081129ee3645a5be1_BaselineShape" hidden="1">
            <a:extLst>
              <a:ext uri="{FF2B5EF4-FFF2-40B4-BE49-F238E27FC236}">
                <a16:creationId xmlns:a16="http://schemas.microsoft.com/office/drawing/2014/main" id="{D96599F2-77C8-7806-C140-79FE9DDC2315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844465" y="1819396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TLSHAPE_T_8e54fc09184543dc9a2969a4a57abbcc_BaselineShape" hidden="1">
            <a:extLst>
              <a:ext uri="{FF2B5EF4-FFF2-40B4-BE49-F238E27FC236}">
                <a16:creationId xmlns:a16="http://schemas.microsoft.com/office/drawing/2014/main" id="{90F07DAD-4A2B-93FC-87AE-8B3FDBDCC4C8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844465" y="2251651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TLSHAPE_T_ff86c8ea9c904c6b8f090a64a4838006_BaselineShape" hidden="1">
            <a:extLst>
              <a:ext uri="{FF2B5EF4-FFF2-40B4-BE49-F238E27FC236}">
                <a16:creationId xmlns:a16="http://schemas.microsoft.com/office/drawing/2014/main" id="{90DB5D42-3B91-3FE4-54FE-3A94D03B167D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844465" y="2755640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TLSHAPE_T_ef3650a7c5e2430f90e27c55cd07f060_BaselineShape" hidden="1">
            <a:extLst>
              <a:ext uri="{FF2B5EF4-FFF2-40B4-BE49-F238E27FC236}">
                <a16:creationId xmlns:a16="http://schemas.microsoft.com/office/drawing/2014/main" id="{1F331635-500A-33E9-1F14-B6F009E0380A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844465" y="3125508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OTLSHAPE_T_d5a5bb26c385461dbca5613eb57071be_BaselineShape" hidden="1">
            <a:extLst>
              <a:ext uri="{FF2B5EF4-FFF2-40B4-BE49-F238E27FC236}">
                <a16:creationId xmlns:a16="http://schemas.microsoft.com/office/drawing/2014/main" id="{785EF636-8708-E74E-4D92-17DAD524931A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844465" y="3414554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OTLSHAPE_T_5fdc09349af84e928a69e94ebcd5e01c_BaselineShape" hidden="1">
            <a:extLst>
              <a:ext uri="{FF2B5EF4-FFF2-40B4-BE49-F238E27FC236}">
                <a16:creationId xmlns:a16="http://schemas.microsoft.com/office/drawing/2014/main" id="{2AB54D66-4A87-8879-452D-D49B0D89A815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844465" y="3758915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TLSHAPE_T_29952edd050c4301a590f824eb7f55f0_BaselineShape" hidden="1">
            <a:extLst>
              <a:ext uri="{FF2B5EF4-FFF2-40B4-BE49-F238E27FC236}">
                <a16:creationId xmlns:a16="http://schemas.microsoft.com/office/drawing/2014/main" id="{448AF4B2-7E13-420E-E726-47F52131C980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844465" y="4091391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OTLSHAPE_T_d87fcdcb71734600ad1434170b7f322b_BaselineShape" hidden="1">
            <a:extLst>
              <a:ext uri="{FF2B5EF4-FFF2-40B4-BE49-F238E27FC236}">
                <a16:creationId xmlns:a16="http://schemas.microsoft.com/office/drawing/2014/main" id="{0057C286-CEEC-EF6B-5997-283B05618B10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844465" y="4422043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TLSHAPE_T_f4f90ce8d3ec45dabff76366e02ac402_BaselineShape" hidden="1">
            <a:extLst>
              <a:ext uri="{FF2B5EF4-FFF2-40B4-BE49-F238E27FC236}">
                <a16:creationId xmlns:a16="http://schemas.microsoft.com/office/drawing/2014/main" id="{058827A4-6F8D-D842-DBCF-C9FEDCD4C450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844465" y="4728630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OTLSHAPE_T_4276c4fd585d42dd8330adf7f247db63_BaselineShape" hidden="1">
            <a:extLst>
              <a:ext uri="{FF2B5EF4-FFF2-40B4-BE49-F238E27FC236}">
                <a16:creationId xmlns:a16="http://schemas.microsoft.com/office/drawing/2014/main" id="{1F505193-4DD6-12A0-A628-B9770ED7DA2F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844465" y="5056347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TLSHAPE_T_7a6a9d09c0fc456081129ee3645a5be1_Duration" hidden="1">
            <a:extLst>
              <a:ext uri="{FF2B5EF4-FFF2-40B4-BE49-F238E27FC236}">
                <a16:creationId xmlns:a16="http://schemas.microsoft.com/office/drawing/2014/main" id="{B3420AB6-CB4B-AD0B-F6C3-5B64EBE17318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12700" y="-381804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186 days</a:t>
            </a:r>
          </a:p>
        </p:txBody>
      </p:sp>
      <p:sp>
        <p:nvSpPr>
          <p:cNvPr id="29" name="OTLSHAPE_T_7a6a9d09c0fc456081129ee3645a5be1_StartDate" hidden="1">
            <a:extLst>
              <a:ext uri="{FF2B5EF4-FFF2-40B4-BE49-F238E27FC236}">
                <a16:creationId xmlns:a16="http://schemas.microsoft.com/office/drawing/2014/main" id="{7FC4E712-8CDD-FA52-84A5-4FEB2FEB1623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OTLSHAPE_T_7a6a9d09c0fc456081129ee3645a5be1_EndDate" hidden="1">
            <a:extLst>
              <a:ext uri="{FF2B5EF4-FFF2-40B4-BE49-F238E27FC236}">
                <a16:creationId xmlns:a16="http://schemas.microsoft.com/office/drawing/2014/main" id="{945028EF-D594-99FD-0672-73884CEFD812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OTLSHAPE_T_7a6a9d09c0fc456081129ee3645a5be1_Title">
            <a:extLst>
              <a:ext uri="{FF2B5EF4-FFF2-40B4-BE49-F238E27FC236}">
                <a16:creationId xmlns:a16="http://schemas.microsoft.com/office/drawing/2014/main" id="{87BA8279-7CBE-D8CA-218D-5F31E3725D19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27000" y="1589868"/>
            <a:ext cx="1562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4" dirty="0">
                <a:solidFill>
                  <a:schemeClr val="dk1"/>
                </a:solidFill>
                <a:latin typeface="Calibri" panose="020F0502020204030204" pitchFamily="34" charset="0"/>
              </a:rPr>
              <a:t>Full System Documentation</a:t>
            </a:r>
          </a:p>
        </p:txBody>
      </p:sp>
      <p:sp>
        <p:nvSpPr>
          <p:cNvPr id="32" name="OTLSHAPE_T_7a6a9d09c0fc456081129ee3645a5be1_JoinedDate">
            <a:extLst>
              <a:ext uri="{FF2B5EF4-FFF2-40B4-BE49-F238E27FC236}">
                <a16:creationId xmlns:a16="http://schemas.microsoft.com/office/drawing/2014/main" id="{E14847BE-5D1E-7DB3-C6F9-8F26F12EBE40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10569122" y="1597615"/>
            <a:ext cx="762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rgbClr val="0E2841"/>
                </a:solidFill>
                <a:latin typeface="Calibri" panose="020F0502020204030204" pitchFamily="34" charset="0"/>
              </a:rPr>
              <a:t>Nov 21 - Aug 7</a:t>
            </a:r>
          </a:p>
        </p:txBody>
      </p:sp>
      <p:sp>
        <p:nvSpPr>
          <p:cNvPr id="33" name="OTLSHAPE_T_7a6a9d09c0fc456081129ee3645a5be1_TextPercentage" hidden="1">
            <a:extLst>
              <a:ext uri="{FF2B5EF4-FFF2-40B4-BE49-F238E27FC236}">
                <a16:creationId xmlns:a16="http://schemas.microsoft.com/office/drawing/2014/main" id="{A0EBCC23-0316-8E79-28CA-BB8F7A1B6C2F}"/>
              </a:ext>
            </a:extLst>
          </p:cNvPr>
          <p:cNvSpPr txBox="1"/>
          <p:nvPr>
            <p:custDataLst>
              <p:tags r:id="rId6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E8E8E8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OTLSHAPE_T_7a6a9d09c0fc456081129ee3645a5be1_Variance" hidden="1">
            <a:extLst>
              <a:ext uri="{FF2B5EF4-FFF2-40B4-BE49-F238E27FC236}">
                <a16:creationId xmlns:a16="http://schemas.microsoft.com/office/drawing/2014/main" id="{C17466A2-DA6F-A678-86F8-306CBB23B7C3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OTLSHAPE_T_8e54fc09184543dc9a2969a4a57abbcc_Duration" hidden="1">
            <a:extLst>
              <a:ext uri="{FF2B5EF4-FFF2-40B4-BE49-F238E27FC236}">
                <a16:creationId xmlns:a16="http://schemas.microsoft.com/office/drawing/2014/main" id="{7F04F5E2-C24C-0966-A515-0505B7EEFF8E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39" name="OTLSHAPE_T_8e54fc09184543dc9a2969a4a57abbcc_StartDate" hidden="1">
            <a:extLst>
              <a:ext uri="{FF2B5EF4-FFF2-40B4-BE49-F238E27FC236}">
                <a16:creationId xmlns:a16="http://schemas.microsoft.com/office/drawing/2014/main" id="{91C1B1E7-C42B-7903-E4CF-7F0D3AE67738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OTLSHAPE_T_8e54fc09184543dc9a2969a4a57abbcc_EndDate" hidden="1">
            <a:extLst>
              <a:ext uri="{FF2B5EF4-FFF2-40B4-BE49-F238E27FC236}">
                <a16:creationId xmlns:a16="http://schemas.microsoft.com/office/drawing/2014/main" id="{D1D7B710-6C52-F7E0-91A7-6B6E67AF9FA6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OTLSHAPE_T_8e54fc09184543dc9a2969a4a57abbcc_Title">
            <a:extLst>
              <a:ext uri="{FF2B5EF4-FFF2-40B4-BE49-F238E27FC236}">
                <a16:creationId xmlns:a16="http://schemas.microsoft.com/office/drawing/2014/main" id="{78F09506-1E30-4A16-E946-5EABDF51D995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-6366" y="1895596"/>
            <a:ext cx="1498600" cy="51155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</a:rPr>
              <a:t>Coming up with project title and Drafting Concept Paper</a:t>
            </a:r>
            <a:endParaRPr lang="en-GB" sz="1100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OTLSHAPE_T_8e54fc09184543dc9a2969a4a57abbcc_JoinedDate">
            <a:extLst>
              <a:ext uri="{FF2B5EF4-FFF2-40B4-BE49-F238E27FC236}">
                <a16:creationId xmlns:a16="http://schemas.microsoft.com/office/drawing/2014/main" id="{B73AC30C-D971-790E-E50C-74835F5992E6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2069927" y="2073862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rgbClr val="0E2841"/>
                </a:solidFill>
                <a:latin typeface="Calibri" panose="020F0502020204030204" pitchFamily="34" charset="0"/>
              </a:rPr>
              <a:t>Nov 21 - Dec 4</a:t>
            </a:r>
          </a:p>
        </p:txBody>
      </p:sp>
      <p:sp>
        <p:nvSpPr>
          <p:cNvPr id="43" name="OTLSHAPE_T_8e54fc09184543dc9a2969a4a57abbcc_TextPercentage" hidden="1">
            <a:extLst>
              <a:ext uri="{FF2B5EF4-FFF2-40B4-BE49-F238E27FC236}">
                <a16:creationId xmlns:a16="http://schemas.microsoft.com/office/drawing/2014/main" id="{E429B77E-5E07-2323-9305-41C32E04B912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E8E8E8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OTLSHAPE_T_8e54fc09184543dc9a2969a4a57abbcc_Variance" hidden="1">
            <a:extLst>
              <a:ext uri="{FF2B5EF4-FFF2-40B4-BE49-F238E27FC236}">
                <a16:creationId xmlns:a16="http://schemas.microsoft.com/office/drawing/2014/main" id="{34C9886C-857F-2B59-DDC0-77E8EB232825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8" name="OTLSHAPE_T_ff86c8ea9c904c6b8f090a64a4838006_Duration" hidden="1">
            <a:extLst>
              <a:ext uri="{FF2B5EF4-FFF2-40B4-BE49-F238E27FC236}">
                <a16:creationId xmlns:a16="http://schemas.microsoft.com/office/drawing/2014/main" id="{88F9CB71-3DB0-6858-258B-F3986810BAC1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20 days</a:t>
            </a:r>
          </a:p>
        </p:txBody>
      </p:sp>
      <p:sp>
        <p:nvSpPr>
          <p:cNvPr id="49" name="OTLSHAPE_T_ff86c8ea9c904c6b8f090a64a4838006_StartDate" hidden="1">
            <a:extLst>
              <a:ext uri="{FF2B5EF4-FFF2-40B4-BE49-F238E27FC236}">
                <a16:creationId xmlns:a16="http://schemas.microsoft.com/office/drawing/2014/main" id="{8DAA51DC-07D8-9EB1-65E3-6023EB5790EA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OTLSHAPE_T_ff86c8ea9c904c6b8f090a64a4838006_EndDate" hidden="1">
            <a:extLst>
              <a:ext uri="{FF2B5EF4-FFF2-40B4-BE49-F238E27FC236}">
                <a16:creationId xmlns:a16="http://schemas.microsoft.com/office/drawing/2014/main" id="{1939D966-C8ED-4419-6E69-FC88950FF9A8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OTLSHAPE_T_ff86c8ea9c904c6b8f090a64a4838006_Title">
            <a:extLst>
              <a:ext uri="{FF2B5EF4-FFF2-40B4-BE49-F238E27FC236}">
                <a16:creationId xmlns:a16="http://schemas.microsoft.com/office/drawing/2014/main" id="{44805A69-48B1-4FFE-442F-631742B360A5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313922" y="2534237"/>
            <a:ext cx="1663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spc="-4" dirty="0">
                <a:solidFill>
                  <a:schemeClr val="dk1"/>
                </a:solidFill>
                <a:latin typeface="Calibri" panose="020F0502020204030204" pitchFamily="34" charset="0"/>
              </a:rPr>
              <a:t>Writing Chapter 1 &amp; Proposal</a:t>
            </a:r>
          </a:p>
        </p:txBody>
      </p:sp>
      <p:sp>
        <p:nvSpPr>
          <p:cNvPr id="52" name="OTLSHAPE_T_ff86c8ea9c904c6b8f090a64a4838006_JoinedDate">
            <a:extLst>
              <a:ext uri="{FF2B5EF4-FFF2-40B4-BE49-F238E27FC236}">
                <a16:creationId xmlns:a16="http://schemas.microsoft.com/office/drawing/2014/main" id="{E0E98306-E317-BDD5-373A-4B625D3CFFB2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3037315" y="2541984"/>
            <a:ext cx="647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rgbClr val="0E2841"/>
                </a:solidFill>
                <a:latin typeface="Calibri" panose="020F0502020204030204" pitchFamily="34" charset="0"/>
              </a:rPr>
              <a:t>Dec 5 - Jan 1</a:t>
            </a:r>
          </a:p>
        </p:txBody>
      </p:sp>
      <p:sp>
        <p:nvSpPr>
          <p:cNvPr id="53" name="OTLSHAPE_T_ff86c8ea9c904c6b8f090a64a4838006_TextPercentage" hidden="1">
            <a:extLst>
              <a:ext uri="{FF2B5EF4-FFF2-40B4-BE49-F238E27FC236}">
                <a16:creationId xmlns:a16="http://schemas.microsoft.com/office/drawing/2014/main" id="{CB3776F2-49E9-BB2B-5A02-02739826B343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E8E8E8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OTLSHAPE_T_ff86c8ea9c904c6b8f090a64a4838006_Variance" hidden="1">
            <a:extLst>
              <a:ext uri="{FF2B5EF4-FFF2-40B4-BE49-F238E27FC236}">
                <a16:creationId xmlns:a16="http://schemas.microsoft.com/office/drawing/2014/main" id="{DF3809A1-5BE5-1E3C-9F0F-DF0E55C5B823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8" name="OTLSHAPE_T_ef3650a7c5e2430f90e27c55cd07f060_Duration" hidden="1">
            <a:extLst>
              <a:ext uri="{FF2B5EF4-FFF2-40B4-BE49-F238E27FC236}">
                <a16:creationId xmlns:a16="http://schemas.microsoft.com/office/drawing/2014/main" id="{2FA86E4E-69E7-2827-FFC5-DDD37E99A2AA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20 days</a:t>
            </a:r>
          </a:p>
        </p:txBody>
      </p:sp>
      <p:sp>
        <p:nvSpPr>
          <p:cNvPr id="59" name="OTLSHAPE_T_ef3650a7c5e2430f90e27c55cd07f060_StartDate" hidden="1">
            <a:extLst>
              <a:ext uri="{FF2B5EF4-FFF2-40B4-BE49-F238E27FC236}">
                <a16:creationId xmlns:a16="http://schemas.microsoft.com/office/drawing/2014/main" id="{C287642B-A242-2E1F-4657-A451ECD60620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60" name="OTLSHAPE_T_ef3650a7c5e2430f90e27c55cd07f060_EndDate" hidden="1">
            <a:extLst>
              <a:ext uri="{FF2B5EF4-FFF2-40B4-BE49-F238E27FC236}">
                <a16:creationId xmlns:a16="http://schemas.microsoft.com/office/drawing/2014/main" id="{04B0ABDC-800A-736B-441B-3B4EF0405467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61" name="OTLSHAPE_T_ef3650a7c5e2430f90e27c55cd07f060_Title">
            <a:extLst>
              <a:ext uri="{FF2B5EF4-FFF2-40B4-BE49-F238E27FC236}">
                <a16:creationId xmlns:a16="http://schemas.microsoft.com/office/drawing/2014/main" id="{3362A734-1BCA-DC7B-ABC4-58D847802C51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1437520" y="2912464"/>
            <a:ext cx="1498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spc="-6" dirty="0">
                <a:solidFill>
                  <a:schemeClr val="dk1"/>
                </a:solidFill>
                <a:latin typeface="Calibri" panose="020F0502020204030204" pitchFamily="34" charset="0"/>
              </a:rPr>
              <a:t>Literature Review (Chap 2)</a:t>
            </a:r>
          </a:p>
        </p:txBody>
      </p:sp>
      <p:sp>
        <p:nvSpPr>
          <p:cNvPr id="62" name="OTLSHAPE_T_ef3650a7c5e2430f90e27c55cd07f060_JoinedDate">
            <a:extLst>
              <a:ext uri="{FF2B5EF4-FFF2-40B4-BE49-F238E27FC236}">
                <a16:creationId xmlns:a16="http://schemas.microsoft.com/office/drawing/2014/main" id="{9BD2064A-E5B9-06BC-DF60-6657FCCFE7D3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4004703" y="2920211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rgbClr val="0E2841"/>
                </a:solidFill>
                <a:latin typeface="Calibri" panose="020F0502020204030204" pitchFamily="34" charset="0"/>
              </a:rPr>
              <a:t>Jan 2 - Jan 29</a:t>
            </a:r>
          </a:p>
        </p:txBody>
      </p:sp>
      <p:sp>
        <p:nvSpPr>
          <p:cNvPr id="63" name="OTLSHAPE_T_ef3650a7c5e2430f90e27c55cd07f060_TextPercentage" hidden="1">
            <a:extLst>
              <a:ext uri="{FF2B5EF4-FFF2-40B4-BE49-F238E27FC236}">
                <a16:creationId xmlns:a16="http://schemas.microsoft.com/office/drawing/2014/main" id="{51DF6A3E-6428-B6D8-EA8D-7F76C26C3504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E8E8E8"/>
              </a:solidFill>
              <a:latin typeface="Calibri" panose="020F0502020204030204" pitchFamily="34" charset="0"/>
            </a:endParaRPr>
          </a:p>
        </p:txBody>
      </p:sp>
      <p:sp>
        <p:nvSpPr>
          <p:cNvPr id="64" name="OTLSHAPE_T_ef3650a7c5e2430f90e27c55cd07f060_Variance" hidden="1">
            <a:extLst>
              <a:ext uri="{FF2B5EF4-FFF2-40B4-BE49-F238E27FC236}">
                <a16:creationId xmlns:a16="http://schemas.microsoft.com/office/drawing/2014/main" id="{AD0A8F7B-0127-EB08-2FE1-E83282E47ACB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68" name="OTLSHAPE_T_d5a5bb26c385461dbca5613eb57071be_Duration" hidden="1">
            <a:extLst>
              <a:ext uri="{FF2B5EF4-FFF2-40B4-BE49-F238E27FC236}">
                <a16:creationId xmlns:a16="http://schemas.microsoft.com/office/drawing/2014/main" id="{0A0CCA14-4484-D2FD-72E8-13D91CD793BF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20 days</a:t>
            </a:r>
          </a:p>
        </p:txBody>
      </p:sp>
      <p:sp>
        <p:nvSpPr>
          <p:cNvPr id="69" name="OTLSHAPE_T_d5a5bb26c385461dbca5613eb57071be_StartDate" hidden="1">
            <a:extLst>
              <a:ext uri="{FF2B5EF4-FFF2-40B4-BE49-F238E27FC236}">
                <a16:creationId xmlns:a16="http://schemas.microsoft.com/office/drawing/2014/main" id="{CAD71FA2-AD86-4C8A-CDB0-0F4D32359AD0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OTLSHAPE_T_d5a5bb26c385461dbca5613eb57071be_EndDate" hidden="1">
            <a:extLst>
              <a:ext uri="{FF2B5EF4-FFF2-40B4-BE49-F238E27FC236}">
                <a16:creationId xmlns:a16="http://schemas.microsoft.com/office/drawing/2014/main" id="{8B596352-DEBF-B95F-05A3-4DC179436954}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71" name="OTLSHAPE_T_d5a5bb26c385461dbca5613eb57071be_Title">
            <a:extLst>
              <a:ext uri="{FF2B5EF4-FFF2-40B4-BE49-F238E27FC236}">
                <a16:creationId xmlns:a16="http://schemas.microsoft.com/office/drawing/2014/main" id="{F316969E-D727-8856-EEA5-0488D7413B3D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2632365" y="3241921"/>
            <a:ext cx="1282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spc="-2" dirty="0">
                <a:solidFill>
                  <a:schemeClr val="dk1"/>
                </a:solidFill>
                <a:latin typeface="Calibri" panose="020F0502020204030204" pitchFamily="34" charset="0"/>
              </a:rPr>
              <a:t>Methodology (Chap 3)</a:t>
            </a:r>
          </a:p>
        </p:txBody>
      </p:sp>
      <p:sp>
        <p:nvSpPr>
          <p:cNvPr id="72" name="OTLSHAPE_T_d5a5bb26c385461dbca5613eb57071be_JoinedDate">
            <a:extLst>
              <a:ext uri="{FF2B5EF4-FFF2-40B4-BE49-F238E27FC236}">
                <a16:creationId xmlns:a16="http://schemas.microsoft.com/office/drawing/2014/main" id="{20978DF2-465E-CF7A-0968-4730F457444C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4972091" y="3249668"/>
            <a:ext cx="774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rgbClr val="0E2841"/>
                </a:solidFill>
                <a:latin typeface="Calibri" panose="020F0502020204030204" pitchFamily="34" charset="0"/>
              </a:rPr>
              <a:t>Jan 30 - Feb 26</a:t>
            </a:r>
          </a:p>
        </p:txBody>
      </p:sp>
      <p:sp>
        <p:nvSpPr>
          <p:cNvPr id="73" name="OTLSHAPE_T_d5a5bb26c385461dbca5613eb57071be_TextPercentage" hidden="1">
            <a:extLst>
              <a:ext uri="{FF2B5EF4-FFF2-40B4-BE49-F238E27FC236}">
                <a16:creationId xmlns:a16="http://schemas.microsoft.com/office/drawing/2014/main" id="{E94775DB-2DFA-5E96-CEE8-2B54CFAAE3FF}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E8E8E8"/>
              </a:solidFill>
              <a:latin typeface="Calibri" panose="020F0502020204030204" pitchFamily="34" charset="0"/>
            </a:endParaRPr>
          </a:p>
        </p:txBody>
      </p:sp>
      <p:sp>
        <p:nvSpPr>
          <p:cNvPr id="74" name="OTLSHAPE_T_d5a5bb26c385461dbca5613eb57071be_Variance" hidden="1">
            <a:extLst>
              <a:ext uri="{FF2B5EF4-FFF2-40B4-BE49-F238E27FC236}">
                <a16:creationId xmlns:a16="http://schemas.microsoft.com/office/drawing/2014/main" id="{0C9A0C3B-4CC6-4386-5644-CCF56D1DA83C}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78" name="OTLSHAPE_T_5fdc09349af84e928a69e94ebcd5e01c_Duration" hidden="1">
            <a:extLst>
              <a:ext uri="{FF2B5EF4-FFF2-40B4-BE49-F238E27FC236}">
                <a16:creationId xmlns:a16="http://schemas.microsoft.com/office/drawing/2014/main" id="{24B3461C-9A7C-CB12-C12C-CF03A7748B00}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6 days</a:t>
            </a:r>
          </a:p>
        </p:txBody>
      </p:sp>
      <p:sp>
        <p:nvSpPr>
          <p:cNvPr id="79" name="OTLSHAPE_T_5fdc09349af84e928a69e94ebcd5e01c_StartDate" hidden="1">
            <a:extLst>
              <a:ext uri="{FF2B5EF4-FFF2-40B4-BE49-F238E27FC236}">
                <a16:creationId xmlns:a16="http://schemas.microsoft.com/office/drawing/2014/main" id="{52E50519-4448-3FF0-37FF-AC7863A8B24C}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80" name="OTLSHAPE_T_5fdc09349af84e928a69e94ebcd5e01c_EndDate" hidden="1">
            <a:extLst>
              <a:ext uri="{FF2B5EF4-FFF2-40B4-BE49-F238E27FC236}">
                <a16:creationId xmlns:a16="http://schemas.microsoft.com/office/drawing/2014/main" id="{B48261EC-07D5-6DB6-01B4-00A8CBD61D99}"/>
              </a:ext>
            </a:extLst>
          </p:cNvPr>
          <p:cNvSpPr txBox="1"/>
          <p:nvPr>
            <p:custDataLst>
              <p:tags r:id="rId9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81" name="OTLSHAPE_T_5fdc09349af84e928a69e94ebcd5e01c_Title">
            <a:extLst>
              <a:ext uri="{FF2B5EF4-FFF2-40B4-BE49-F238E27FC236}">
                <a16:creationId xmlns:a16="http://schemas.microsoft.com/office/drawing/2014/main" id="{F16094A0-8836-3226-A7CD-13AF33E2E367}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3605044" y="3558625"/>
            <a:ext cx="1270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spc="-4" dirty="0">
                <a:solidFill>
                  <a:schemeClr val="dk1"/>
                </a:solidFill>
                <a:latin typeface="Calibri" panose="020F0502020204030204" pitchFamily="34" charset="0"/>
              </a:rPr>
              <a:t>Project A Presentation</a:t>
            </a:r>
          </a:p>
        </p:txBody>
      </p:sp>
      <p:sp>
        <p:nvSpPr>
          <p:cNvPr id="82" name="OTLSHAPE_T_5fdc09349af84e928a69e94ebcd5e01c_JoinedDate">
            <a:extLst>
              <a:ext uri="{FF2B5EF4-FFF2-40B4-BE49-F238E27FC236}">
                <a16:creationId xmlns:a16="http://schemas.microsoft.com/office/drawing/2014/main" id="{FBCC9A39-6AA3-30B4-855B-21231FB5FCEA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5248487" y="3566372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rgbClr val="0E2841"/>
                </a:solidFill>
                <a:latin typeface="Calibri" panose="020F0502020204030204" pitchFamily="34" charset="0"/>
              </a:rPr>
              <a:t>Feb 27 - Mar 6</a:t>
            </a:r>
          </a:p>
        </p:txBody>
      </p:sp>
      <p:sp>
        <p:nvSpPr>
          <p:cNvPr id="83" name="OTLSHAPE_T_5fdc09349af84e928a69e94ebcd5e01c_TextPercentage" hidden="1">
            <a:extLst>
              <a:ext uri="{FF2B5EF4-FFF2-40B4-BE49-F238E27FC236}">
                <a16:creationId xmlns:a16="http://schemas.microsoft.com/office/drawing/2014/main" id="{DCBEEB75-4EB5-C07F-38BE-16CC0CF0C0C1}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E8E8E8"/>
              </a:solidFill>
              <a:latin typeface="Calibri" panose="020F0502020204030204" pitchFamily="34" charset="0"/>
            </a:endParaRPr>
          </a:p>
        </p:txBody>
      </p:sp>
      <p:sp>
        <p:nvSpPr>
          <p:cNvPr id="84" name="OTLSHAPE_T_5fdc09349af84e928a69e94ebcd5e01c_Variance" hidden="1">
            <a:extLst>
              <a:ext uri="{FF2B5EF4-FFF2-40B4-BE49-F238E27FC236}">
                <a16:creationId xmlns:a16="http://schemas.microsoft.com/office/drawing/2014/main" id="{2AB74808-88D8-F063-276B-A419FD9CA808}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8" name="OTLSHAPE_T_29952edd050c4301a590f824eb7f55f0_Duration" hidden="1">
            <a:extLst>
              <a:ext uri="{FF2B5EF4-FFF2-40B4-BE49-F238E27FC236}">
                <a16:creationId xmlns:a16="http://schemas.microsoft.com/office/drawing/2014/main" id="{573E60B9-7EEA-D949-5503-355DE08800E3}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25 days</a:t>
            </a:r>
          </a:p>
        </p:txBody>
      </p:sp>
      <p:sp>
        <p:nvSpPr>
          <p:cNvPr id="89" name="OTLSHAPE_T_29952edd050c4301a590f824eb7f55f0_StartDate" hidden="1">
            <a:extLst>
              <a:ext uri="{FF2B5EF4-FFF2-40B4-BE49-F238E27FC236}">
                <a16:creationId xmlns:a16="http://schemas.microsoft.com/office/drawing/2014/main" id="{CDD0BA7C-AC69-FD76-7759-17E7B320A103}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90" name="OTLSHAPE_T_29952edd050c4301a590f824eb7f55f0_EndDate" hidden="1">
            <a:extLst>
              <a:ext uri="{FF2B5EF4-FFF2-40B4-BE49-F238E27FC236}">
                <a16:creationId xmlns:a16="http://schemas.microsoft.com/office/drawing/2014/main" id="{6177D3D1-E940-8F70-4234-568EEF303DCC}"/>
              </a:ext>
            </a:extLst>
          </p:cNvPr>
          <p:cNvSpPr txBox="1"/>
          <p:nvPr>
            <p:custDataLst>
              <p:tags r:id="rId10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91" name="OTLSHAPE_T_29952edd050c4301a590f824eb7f55f0_Title">
            <a:extLst>
              <a:ext uri="{FF2B5EF4-FFF2-40B4-BE49-F238E27FC236}">
                <a16:creationId xmlns:a16="http://schemas.microsoft.com/office/drawing/2014/main" id="{70F0265C-B70B-4400-DDB4-5C29A8477920}"/>
              </a:ext>
            </a:extLst>
          </p:cNvPr>
          <p:cNvSpPr txBox="1"/>
          <p:nvPr>
            <p:custDataLst>
              <p:tags r:id="rId103"/>
            </p:custDataLst>
          </p:nvPr>
        </p:nvSpPr>
        <p:spPr>
          <a:xfrm>
            <a:off x="4324047" y="3897044"/>
            <a:ext cx="901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spc="-6">
                <a:solidFill>
                  <a:schemeClr val="dk1"/>
                </a:solidFill>
                <a:latin typeface="Calibri" panose="020F0502020204030204" pitchFamily="34" charset="0"/>
              </a:rPr>
              <a:t>System Analysis</a:t>
            </a:r>
          </a:p>
        </p:txBody>
      </p:sp>
      <p:sp>
        <p:nvSpPr>
          <p:cNvPr id="92" name="OTLSHAPE_T_29952edd050c4301a590f824eb7f55f0_JoinedDate">
            <a:extLst>
              <a:ext uri="{FF2B5EF4-FFF2-40B4-BE49-F238E27FC236}">
                <a16:creationId xmlns:a16="http://schemas.microsoft.com/office/drawing/2014/main" id="{570D6F47-CF32-637D-448E-72B0B87180D4}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6457722" y="3904791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2">
                <a:solidFill>
                  <a:srgbClr val="0E2841"/>
                </a:solidFill>
                <a:latin typeface="Calibri" panose="020F0502020204030204" pitchFamily="34" charset="0"/>
              </a:rPr>
              <a:t>Mar 9 - Apr 10</a:t>
            </a:r>
          </a:p>
        </p:txBody>
      </p:sp>
      <p:sp>
        <p:nvSpPr>
          <p:cNvPr id="93" name="OTLSHAPE_T_29952edd050c4301a590f824eb7f55f0_TextPercentage" hidden="1">
            <a:extLst>
              <a:ext uri="{FF2B5EF4-FFF2-40B4-BE49-F238E27FC236}">
                <a16:creationId xmlns:a16="http://schemas.microsoft.com/office/drawing/2014/main" id="{1196CE6D-AC8D-CBFE-8AD9-CD4234530DBA}"/>
              </a:ext>
            </a:extLst>
          </p:cNvPr>
          <p:cNvSpPr txBox="1"/>
          <p:nvPr>
            <p:custDataLst>
              <p:tags r:id="rId10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E8E8E8"/>
              </a:solidFill>
              <a:latin typeface="Calibri" panose="020F0502020204030204" pitchFamily="34" charset="0"/>
            </a:endParaRPr>
          </a:p>
        </p:txBody>
      </p:sp>
      <p:sp>
        <p:nvSpPr>
          <p:cNvPr id="94" name="OTLSHAPE_T_29952edd050c4301a590f824eb7f55f0_Variance" hidden="1">
            <a:extLst>
              <a:ext uri="{FF2B5EF4-FFF2-40B4-BE49-F238E27FC236}">
                <a16:creationId xmlns:a16="http://schemas.microsoft.com/office/drawing/2014/main" id="{D16C6F53-6B47-A317-65CE-6EDF73CEB31F}"/>
              </a:ext>
            </a:extLst>
          </p:cNvPr>
          <p:cNvSpPr txBox="1"/>
          <p:nvPr>
            <p:custDataLst>
              <p:tags r:id="rId10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8" name="OTLSHAPE_T_d87fcdcb71734600ad1434170b7f322b_Duration" hidden="1">
            <a:extLst>
              <a:ext uri="{FF2B5EF4-FFF2-40B4-BE49-F238E27FC236}">
                <a16:creationId xmlns:a16="http://schemas.microsoft.com/office/drawing/2014/main" id="{44D680FD-BCB8-4B72-DE84-3D62FAE5999A}"/>
              </a:ext>
            </a:extLst>
          </p:cNvPr>
          <p:cNvSpPr txBox="1"/>
          <p:nvPr>
            <p:custDataLst>
              <p:tags r:id="rId107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60 days</a:t>
            </a:r>
          </a:p>
        </p:txBody>
      </p:sp>
      <p:sp>
        <p:nvSpPr>
          <p:cNvPr id="99" name="OTLSHAPE_T_d87fcdcb71734600ad1434170b7f322b_StartDate" hidden="1">
            <a:extLst>
              <a:ext uri="{FF2B5EF4-FFF2-40B4-BE49-F238E27FC236}">
                <a16:creationId xmlns:a16="http://schemas.microsoft.com/office/drawing/2014/main" id="{76CBEA2F-BCDB-498D-08BF-14383EDABA41}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100" name="OTLSHAPE_T_d87fcdcb71734600ad1434170b7f322b_EndDate" hidden="1">
            <a:extLst>
              <a:ext uri="{FF2B5EF4-FFF2-40B4-BE49-F238E27FC236}">
                <a16:creationId xmlns:a16="http://schemas.microsoft.com/office/drawing/2014/main" id="{DD60AD3A-8C67-35F1-25BC-EA6F26D06E7D}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101" name="OTLSHAPE_T_d87fcdcb71734600ad1434170b7f322b_Title">
            <a:extLst>
              <a:ext uri="{FF2B5EF4-FFF2-40B4-BE49-F238E27FC236}">
                <a16:creationId xmlns:a16="http://schemas.microsoft.com/office/drawing/2014/main" id="{7311973F-2772-D994-9D0D-8B855E7CD39A}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5562444" y="4228608"/>
            <a:ext cx="838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spc="-6">
                <a:solidFill>
                  <a:schemeClr val="dk1"/>
                </a:solidFill>
                <a:latin typeface="Calibri" panose="020F0502020204030204" pitchFamily="34" charset="0"/>
              </a:rPr>
              <a:t>System Coding</a:t>
            </a:r>
          </a:p>
        </p:txBody>
      </p:sp>
      <p:sp>
        <p:nvSpPr>
          <p:cNvPr id="102" name="OTLSHAPE_T_d87fcdcb71734600ad1434170b7f322b_JoinedDate">
            <a:extLst>
              <a:ext uri="{FF2B5EF4-FFF2-40B4-BE49-F238E27FC236}">
                <a16:creationId xmlns:a16="http://schemas.microsoft.com/office/drawing/2014/main" id="{12A03696-2661-F1EC-183D-E5420D671A3D}"/>
              </a:ext>
            </a:extLst>
          </p:cNvPr>
          <p:cNvSpPr txBox="1"/>
          <p:nvPr>
            <p:custDataLst>
              <p:tags r:id="rId111"/>
            </p:custDataLst>
          </p:nvPr>
        </p:nvSpPr>
        <p:spPr>
          <a:xfrm>
            <a:off x="9359886" y="4236355"/>
            <a:ext cx="673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rgbClr val="0E2841"/>
                </a:solidFill>
                <a:latin typeface="Calibri" panose="020F0502020204030204" pitchFamily="34" charset="0"/>
              </a:rPr>
              <a:t>Apr 12 - Jul 3</a:t>
            </a:r>
          </a:p>
        </p:txBody>
      </p:sp>
      <p:sp>
        <p:nvSpPr>
          <p:cNvPr id="103" name="OTLSHAPE_T_d87fcdcb71734600ad1434170b7f322b_TextPercentage" hidden="1">
            <a:extLst>
              <a:ext uri="{FF2B5EF4-FFF2-40B4-BE49-F238E27FC236}">
                <a16:creationId xmlns:a16="http://schemas.microsoft.com/office/drawing/2014/main" id="{88D66C30-4F32-DFB4-91D4-94568016EEC6}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E8E8E8"/>
              </a:solidFill>
              <a:latin typeface="Calibri" panose="020F0502020204030204" pitchFamily="34" charset="0"/>
            </a:endParaRPr>
          </a:p>
        </p:txBody>
      </p:sp>
      <p:sp>
        <p:nvSpPr>
          <p:cNvPr id="104" name="OTLSHAPE_T_d87fcdcb71734600ad1434170b7f322b_Variance" hidden="1">
            <a:extLst>
              <a:ext uri="{FF2B5EF4-FFF2-40B4-BE49-F238E27FC236}">
                <a16:creationId xmlns:a16="http://schemas.microsoft.com/office/drawing/2014/main" id="{101680EC-5BD5-2993-78E8-E58B4DA66757}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8" name="OTLSHAPE_T_f4f90ce8d3ec45dabff76366e02ac402_Duration" hidden="1">
            <a:extLst>
              <a:ext uri="{FF2B5EF4-FFF2-40B4-BE49-F238E27FC236}">
                <a16:creationId xmlns:a16="http://schemas.microsoft.com/office/drawing/2014/main" id="{CC13B546-E6F1-9077-7AEB-C622346AEE00}"/>
              </a:ext>
            </a:extLst>
          </p:cNvPr>
          <p:cNvSpPr txBox="1"/>
          <p:nvPr>
            <p:custDataLst>
              <p:tags r:id="rId114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15 days</a:t>
            </a:r>
          </a:p>
        </p:txBody>
      </p:sp>
      <p:sp>
        <p:nvSpPr>
          <p:cNvPr id="109" name="OTLSHAPE_T_f4f90ce8d3ec45dabff76366e02ac402_StartDate" hidden="1">
            <a:extLst>
              <a:ext uri="{FF2B5EF4-FFF2-40B4-BE49-F238E27FC236}">
                <a16:creationId xmlns:a16="http://schemas.microsoft.com/office/drawing/2014/main" id="{D842E173-8DE6-97A5-A3FE-D7F4BCC04437}"/>
              </a:ext>
            </a:extLst>
          </p:cNvPr>
          <p:cNvSpPr txBox="1"/>
          <p:nvPr>
            <p:custDataLst>
              <p:tags r:id="rId11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110" name="OTLSHAPE_T_f4f90ce8d3ec45dabff76366e02ac402_EndDate" hidden="1">
            <a:extLst>
              <a:ext uri="{FF2B5EF4-FFF2-40B4-BE49-F238E27FC236}">
                <a16:creationId xmlns:a16="http://schemas.microsoft.com/office/drawing/2014/main" id="{95F4F286-320E-3458-A5F2-49532D267F1F}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111" name="OTLSHAPE_T_f4f90ce8d3ec45dabff76366e02ac402_Title">
            <a:extLst>
              <a:ext uri="{FF2B5EF4-FFF2-40B4-BE49-F238E27FC236}">
                <a16:creationId xmlns:a16="http://schemas.microsoft.com/office/drawing/2014/main" id="{FF6E6876-99A1-2F2F-DE86-36A492F3D7A8}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8172678" y="4547227"/>
            <a:ext cx="1130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spc="-10">
                <a:solidFill>
                  <a:schemeClr val="dk1"/>
                </a:solidFill>
                <a:latin typeface="Calibri" panose="020F0502020204030204" pitchFamily="34" charset="0"/>
              </a:rPr>
              <a:t>Testing &amp; Validation</a:t>
            </a:r>
          </a:p>
        </p:txBody>
      </p:sp>
      <p:sp>
        <p:nvSpPr>
          <p:cNvPr id="112" name="OTLSHAPE_T_f4f90ce8d3ec45dabff76366e02ac402_JoinedDate">
            <a:extLst>
              <a:ext uri="{FF2B5EF4-FFF2-40B4-BE49-F238E27FC236}">
                <a16:creationId xmlns:a16="http://schemas.microsoft.com/office/drawing/2014/main" id="{128C4F18-4367-DCA9-028F-3C25E883E7F9}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10085427" y="4554974"/>
            <a:ext cx="622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rgbClr val="0E2841"/>
                </a:solidFill>
                <a:latin typeface="Calibri" panose="020F0502020204030204" pitchFamily="34" charset="0"/>
              </a:rPr>
              <a:t>Jul 5 - Jul 24</a:t>
            </a:r>
          </a:p>
        </p:txBody>
      </p:sp>
      <p:sp>
        <p:nvSpPr>
          <p:cNvPr id="113" name="OTLSHAPE_T_f4f90ce8d3ec45dabff76366e02ac402_TextPercentage" hidden="1">
            <a:extLst>
              <a:ext uri="{FF2B5EF4-FFF2-40B4-BE49-F238E27FC236}">
                <a16:creationId xmlns:a16="http://schemas.microsoft.com/office/drawing/2014/main" id="{ED99045D-4411-A06A-EBA5-B553C15C4533}"/>
              </a:ext>
            </a:extLst>
          </p:cNvPr>
          <p:cNvSpPr txBox="1"/>
          <p:nvPr>
            <p:custDataLst>
              <p:tags r:id="rId11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E8E8E8"/>
              </a:solidFill>
              <a:latin typeface="Calibri" panose="020F0502020204030204" pitchFamily="34" charset="0"/>
            </a:endParaRPr>
          </a:p>
        </p:txBody>
      </p:sp>
      <p:sp>
        <p:nvSpPr>
          <p:cNvPr id="114" name="OTLSHAPE_T_f4f90ce8d3ec45dabff76366e02ac402_Variance" hidden="1">
            <a:extLst>
              <a:ext uri="{FF2B5EF4-FFF2-40B4-BE49-F238E27FC236}">
                <a16:creationId xmlns:a16="http://schemas.microsoft.com/office/drawing/2014/main" id="{8169D081-9E5D-6C1F-C00D-7D448840EFF1}"/>
              </a:ext>
            </a:extLst>
          </p:cNvPr>
          <p:cNvSpPr txBox="1"/>
          <p:nvPr>
            <p:custDataLst>
              <p:tags r:id="rId12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18" name="OTLSHAPE_T_4276c4fd585d42dd8330adf7f247db63_Duration" hidden="1">
            <a:extLst>
              <a:ext uri="{FF2B5EF4-FFF2-40B4-BE49-F238E27FC236}">
                <a16:creationId xmlns:a16="http://schemas.microsoft.com/office/drawing/2014/main" id="{A7108D1C-E4AF-CDF4-DEEB-68EDF38ABE12}"/>
              </a:ext>
            </a:extLst>
          </p:cNvPr>
          <p:cNvSpPr txBox="1"/>
          <p:nvPr>
            <p:custDataLst>
              <p:tags r:id="rId121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119" name="OTLSHAPE_T_4276c4fd585d42dd8330adf7f247db63_StartDate" hidden="1">
            <a:extLst>
              <a:ext uri="{FF2B5EF4-FFF2-40B4-BE49-F238E27FC236}">
                <a16:creationId xmlns:a16="http://schemas.microsoft.com/office/drawing/2014/main" id="{7A2DAEBA-0A6E-F354-5D4C-C469E7C7DBF2}"/>
              </a:ext>
            </a:extLst>
          </p:cNvPr>
          <p:cNvSpPr txBox="1"/>
          <p:nvPr>
            <p:custDataLst>
              <p:tags r:id="rId12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120" name="OTLSHAPE_T_4276c4fd585d42dd8330adf7f247db63_EndDate" hidden="1">
            <a:extLst>
              <a:ext uri="{FF2B5EF4-FFF2-40B4-BE49-F238E27FC236}">
                <a16:creationId xmlns:a16="http://schemas.microsoft.com/office/drawing/2014/main" id="{310DA248-BA10-B585-04A3-FF2F52F9C603}"/>
              </a:ext>
            </a:extLst>
          </p:cNvPr>
          <p:cNvSpPr txBox="1"/>
          <p:nvPr>
            <p:custDataLst>
              <p:tags r:id="rId12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0E2841"/>
              </a:solidFill>
              <a:latin typeface="Calibri" panose="020F0502020204030204" pitchFamily="34" charset="0"/>
            </a:endParaRPr>
          </a:p>
        </p:txBody>
      </p:sp>
      <p:sp>
        <p:nvSpPr>
          <p:cNvPr id="121" name="OTLSHAPE_T_4276c4fd585d42dd8330adf7f247db63_Title">
            <a:extLst>
              <a:ext uri="{FF2B5EF4-FFF2-40B4-BE49-F238E27FC236}">
                <a16:creationId xmlns:a16="http://schemas.microsoft.com/office/drawing/2014/main" id="{6473EE06-C014-321F-B483-8C993FF85F59}"/>
              </a:ext>
            </a:extLst>
          </p:cNvPr>
          <p:cNvSpPr txBox="1"/>
          <p:nvPr>
            <p:custDataLst>
              <p:tags r:id="rId124"/>
            </p:custDataLst>
          </p:nvPr>
        </p:nvSpPr>
        <p:spPr>
          <a:xfrm>
            <a:off x="8316540" y="4864379"/>
            <a:ext cx="1739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spc="-2">
                <a:solidFill>
                  <a:schemeClr val="dk1"/>
                </a:solidFill>
                <a:latin typeface="Calibri" panose="020F0502020204030204" pitchFamily="34" charset="0"/>
              </a:rPr>
              <a:t>Deployment &amp; Documentation</a:t>
            </a:r>
          </a:p>
        </p:txBody>
      </p:sp>
      <p:sp>
        <p:nvSpPr>
          <p:cNvPr id="122" name="OTLSHAPE_T_4276c4fd585d42dd8330adf7f247db63_JoinedDate">
            <a:extLst>
              <a:ext uri="{FF2B5EF4-FFF2-40B4-BE49-F238E27FC236}">
                <a16:creationId xmlns:a16="http://schemas.microsoft.com/office/drawing/2014/main" id="{DC17D91D-40DA-BA30-AEE6-0FFEE7057509}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10569122" y="4872126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rgbClr val="0E2841"/>
                </a:solidFill>
                <a:latin typeface="Calibri" panose="020F0502020204030204" pitchFamily="34" charset="0"/>
              </a:rPr>
              <a:t>Jul 26 - Aug 7</a:t>
            </a:r>
          </a:p>
        </p:txBody>
      </p:sp>
      <p:sp>
        <p:nvSpPr>
          <p:cNvPr id="123" name="OTLSHAPE_T_4276c4fd585d42dd8330adf7f247db63_TextPercentage" hidden="1">
            <a:extLst>
              <a:ext uri="{FF2B5EF4-FFF2-40B4-BE49-F238E27FC236}">
                <a16:creationId xmlns:a16="http://schemas.microsoft.com/office/drawing/2014/main" id="{2DEF0D58-6EF8-E7E8-0CCE-EC6B08A088F9}"/>
              </a:ext>
            </a:extLst>
          </p:cNvPr>
          <p:cNvSpPr txBox="1"/>
          <p:nvPr>
            <p:custDataLst>
              <p:tags r:id="rId12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E8E8E8"/>
              </a:solidFill>
              <a:latin typeface="Calibri" panose="020F0502020204030204" pitchFamily="34" charset="0"/>
            </a:endParaRPr>
          </a:p>
        </p:txBody>
      </p:sp>
      <p:sp>
        <p:nvSpPr>
          <p:cNvPr id="124" name="OTLSHAPE_T_4276c4fd585d42dd8330adf7f247db63_Variance" hidden="1">
            <a:extLst>
              <a:ext uri="{FF2B5EF4-FFF2-40B4-BE49-F238E27FC236}">
                <a16:creationId xmlns:a16="http://schemas.microsoft.com/office/drawing/2014/main" id="{763E099D-2854-D73C-C9AB-9A77B93A555A}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7784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F909-7251-44F3-8FBF-B1682128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LITERATURE REVIEW: EXISTING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D3E3-C72A-4A8F-BC4C-E2EA6E1F7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  <a:defRPr sz="1500" b="0"/>
            </a:pPr>
            <a:r>
              <a:rPr sz="1800" dirty="0"/>
              <a:t>Manual Paper Registers: Standard MOH paper forms; high transcription error rate and zero searchability.</a:t>
            </a: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OpenMRS Community: Comprehensive open-source EMR; heavy hardware demands and complex setup for small labs.</a:t>
            </a: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KenyaEMR: National standard for HIV/TB care; lacks full-scope laboratory bench accessioning and QC tools.</a:t>
            </a: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Commercial Enterprise LIMS: High diagnostic capability; prohibitive licensing and vendor maintenance costs.</a:t>
            </a:r>
          </a:p>
          <a:p>
            <a:pPr>
              <a:spcAft>
                <a:spcPts val="0"/>
              </a:spcAft>
              <a:defRPr sz="1500" b="0"/>
            </a:pPr>
            <a:r>
              <a:rPr sz="1800" dirty="0"/>
              <a:t>Cloud-Only Solutions: Scalable, but vulnerable to frequent rural internet disruptions in Gem Sub-County.</a:t>
            </a:r>
          </a:p>
        </p:txBody>
      </p:sp>
    </p:spTree>
    <p:extLst>
      <p:ext uri="{BB962C8B-B14F-4D97-AF65-F5344CB8AC3E}">
        <p14:creationId xmlns:p14="http://schemas.microsoft.com/office/powerpoint/2010/main" val="3029936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LITERATURE REVIEW: GAPS &amp; PROPOSED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C8B96-20CD-AE09-A46F-B8A40039F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693" y="2407185"/>
            <a:ext cx="9601196" cy="3318936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  <a:defRPr sz="1500" b="0"/>
            </a:pPr>
            <a:r>
              <a:rPr sz="2000" dirty="0"/>
              <a:t>Data Silos: Fragmented communication between reception, clinical consultation, and laboratory benches.</a:t>
            </a:r>
          </a:p>
          <a:p>
            <a:pPr>
              <a:spcAft>
                <a:spcPts val="600"/>
              </a:spcAft>
              <a:defRPr sz="1500" b="0"/>
            </a:pPr>
            <a:r>
              <a:rPr sz="2000" dirty="0"/>
              <a:t>Pre-Analytical Gaps: Inability to track specimen rejection rates and quality control compliance.</a:t>
            </a:r>
          </a:p>
          <a:p>
            <a:pPr>
              <a:spcAft>
                <a:spcPts val="600"/>
              </a:spcAft>
              <a:defRPr sz="1500" b="0"/>
            </a:pPr>
            <a:r>
              <a:rPr sz="2000" dirty="0"/>
              <a:t>Cost Barrier: Prohibitive recurring license fees for Level 4 public health facilities.</a:t>
            </a:r>
          </a:p>
          <a:p>
            <a:pPr>
              <a:spcAft>
                <a:spcPts val="600"/>
              </a:spcAft>
              <a:defRPr sz="1500" b="0"/>
            </a:pPr>
            <a:r>
              <a:rPr sz="2000" dirty="0"/>
              <a:t>Reporting Delays: Slow manual tallying of monthly MOH 706 statistical disease reports.</a:t>
            </a:r>
          </a:p>
          <a:p>
            <a:pPr>
              <a:spcAft>
                <a:spcPts val="0"/>
              </a:spcAft>
              <a:defRPr sz="1500" b="1"/>
            </a:pPr>
            <a:r>
              <a:rPr sz="2000" dirty="0"/>
              <a:t>Proposed Solution: An accessible, zero-license, web-based intranet LIMS built for Level 4 facilities.</a:t>
            </a:r>
          </a:p>
        </p:txBody>
      </p:sp>
    </p:spTree>
    <p:extLst>
      <p:ext uri="{BB962C8B-B14F-4D97-AF65-F5344CB8AC3E}">
        <p14:creationId xmlns:p14="http://schemas.microsoft.com/office/powerpoint/2010/main" val="1292349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051423"/>
          </a:xfrm>
        </p:spPr>
        <p:txBody>
          <a:bodyPr>
            <a:normAutofit fontScale="90000"/>
          </a:bodyPr>
          <a:lstStyle/>
          <a:p>
            <a:r>
              <a:t>METHODOLOGY &amp; DEVELOPMENT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571223"/>
            <a:ext cx="9497094" cy="4610636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  <a:defRPr sz="1500" b="0"/>
            </a:pPr>
            <a:endParaRPr lang="en-US" dirty="0"/>
          </a:p>
          <a:p>
            <a:pPr marL="0" indent="0">
              <a:spcAft>
                <a:spcPts val="600"/>
              </a:spcAft>
              <a:buNone/>
              <a:defRPr sz="1500" b="0"/>
            </a:pPr>
            <a:endParaRPr lang="en-US" dirty="0"/>
          </a:p>
          <a:p>
            <a:pPr marL="0" indent="0">
              <a:spcAft>
                <a:spcPts val="600"/>
              </a:spcAft>
              <a:buNone/>
              <a:defRPr sz="1500" b="0"/>
            </a:pPr>
            <a:endParaRPr lang="en-US" dirty="0"/>
          </a:p>
          <a:p>
            <a:pPr marL="0" indent="0">
              <a:spcAft>
                <a:spcPts val="600"/>
              </a:spcAft>
              <a:buNone/>
              <a:defRPr sz="1500" b="0"/>
            </a:pPr>
            <a:r>
              <a:rPr sz="1800" dirty="0"/>
              <a:t>Development Model: Agile Software Development Life Cycle (iterative 2-week sprint cycles).</a:t>
            </a:r>
            <a:endParaRPr lang="en-US" sz="3200" b="1" dirty="0">
              <a:latin typeface="Cambria"/>
              <a:cs typeface="Cambria"/>
            </a:endParaRP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Requirements Gathering: Staff interviews, direct bench observation, and review of MOH 204/706 registers.</a:t>
            </a: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System Modeling: UML diagrams (Use Case, Activity, Class) and Data Flow Diagrams (Context, Level 1).</a:t>
            </a: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Technology Stack: PHP 8.2 backend, MySQL 8.0 database, Apache/XAMPP web server, Bootstrap 5.</a:t>
            </a:r>
          </a:p>
          <a:p>
            <a:pPr>
              <a:spcAft>
                <a:spcPts val="600"/>
              </a:spcAft>
              <a:defRPr sz="1500" b="0"/>
            </a:pPr>
            <a:r>
              <a:rPr sz="1800" dirty="0"/>
              <a:t>Engineering Tools: Visual Studio Code, Git/GitHub version control, FPDF reporting library.</a:t>
            </a:r>
          </a:p>
          <a:p>
            <a:pPr>
              <a:spcAft>
                <a:spcPts val="0"/>
              </a:spcAft>
              <a:defRPr sz="1500" b="0"/>
            </a:pPr>
            <a:r>
              <a:rPr sz="1800" dirty="0"/>
              <a:t>Quality Assurance: Unit testing, role-boundary integration testing, and User Acceptance Testing (UAT).</a:t>
            </a:r>
          </a:p>
        </p:txBody>
      </p:sp>
    </p:spTree>
    <p:extLst>
      <p:ext uri="{BB962C8B-B14F-4D97-AF65-F5344CB8AC3E}">
        <p14:creationId xmlns:p14="http://schemas.microsoft.com/office/powerpoint/2010/main" val="909837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SYSTEM ANALYSIS &amp; 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  <a:defRPr sz="1500" b="0"/>
            </a:pPr>
            <a:r>
              <a:rPr sz="1600" dirty="0"/>
              <a:t>Problem Analysis: Mapped bottlenecks across reception, phlebotomy, and diagnostic testing benches.</a:t>
            </a:r>
            <a:endParaRPr lang="en-US" b="1" dirty="0">
              <a:latin typeface="Cambria"/>
              <a:cs typeface="Cambria"/>
            </a:endParaRPr>
          </a:p>
          <a:p>
            <a:pPr>
              <a:spcAft>
                <a:spcPts val="600"/>
              </a:spcAft>
              <a:defRPr sz="1500" b="0"/>
            </a:pPr>
            <a:r>
              <a:rPr sz="1600" dirty="0"/>
              <a:t>Technical Feasibility: Stack runs smoothly on existing hospital workstation PCs over local intranet.</a:t>
            </a:r>
          </a:p>
          <a:p>
            <a:pPr>
              <a:spcAft>
                <a:spcPts val="600"/>
              </a:spcAft>
              <a:defRPr sz="1500" b="0"/>
            </a:pPr>
            <a:r>
              <a:rPr sz="1600" dirty="0"/>
              <a:t>Operational Feasibility: Intuitive user interfaces modeled on standard physical MOH registers.</a:t>
            </a:r>
          </a:p>
          <a:p>
            <a:pPr>
              <a:spcAft>
                <a:spcPts val="600"/>
              </a:spcAft>
              <a:defRPr sz="1500" b="0"/>
            </a:pPr>
            <a:r>
              <a:rPr sz="1600" dirty="0"/>
              <a:t>Economic Feasibility: Rapid return through eliminated paper stationery costs and sealed revenue leaks.</a:t>
            </a:r>
          </a:p>
          <a:p>
            <a:pPr>
              <a:spcAft>
                <a:spcPts val="400"/>
              </a:spcAft>
              <a:defRPr sz="1500" b="1"/>
            </a:pPr>
            <a:r>
              <a:rPr sz="1600" dirty="0"/>
              <a:t>User Role Profiles Defined:</a:t>
            </a:r>
          </a:p>
          <a:p>
            <a:pPr>
              <a:spcAft>
                <a:spcPts val="300"/>
              </a:spcAft>
              <a:defRPr sz="1300" b="0"/>
            </a:pPr>
            <a:r>
              <a:rPr sz="1800" dirty="0"/>
              <a:t>• Receptionist (Registration &amp; Billing) | Doctor (CPOE Ordering &amp; History Review)</a:t>
            </a:r>
          </a:p>
          <a:p>
            <a:pPr>
              <a:spcAft>
                <a:spcPts val="0"/>
              </a:spcAft>
              <a:defRPr sz="1300" b="0"/>
            </a:pPr>
            <a:r>
              <a:rPr sz="1800" dirty="0"/>
              <a:t>• Lab Technologist (Accessioning &amp; Results) | Administrator (Users, Backups &amp; Audit)</a:t>
            </a:r>
          </a:p>
        </p:txBody>
      </p:sp>
    </p:spTree>
    <p:extLst>
      <p:ext uri="{BB962C8B-B14F-4D97-AF65-F5344CB8AC3E}">
        <p14:creationId xmlns:p14="http://schemas.microsoft.com/office/powerpoint/2010/main" val="667655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00" y="519800"/>
            <a:ext cx="9601196" cy="105142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dirty="0"/>
              <a:t>SYSTEM REQUIREMENTS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571223"/>
            <a:ext cx="9497094" cy="4098583"/>
          </a:xfrm>
        </p:spPr>
        <p:txBody>
          <a:bodyPr>
            <a:normAutofit/>
          </a:bodyPr>
          <a:lstStyle/>
          <a:p>
            <a:pPr marL="0" indent="0">
              <a:spcAft>
                <a:spcPts val="400"/>
              </a:spcAft>
              <a:buNone/>
              <a:defRPr sz="1500" b="1"/>
            </a:pPr>
            <a:endParaRPr lang="en-US" dirty="0"/>
          </a:p>
          <a:p>
            <a:pPr marL="0" indent="0">
              <a:spcAft>
                <a:spcPts val="400"/>
              </a:spcAft>
              <a:buNone/>
              <a:defRPr sz="1500" b="1"/>
            </a:pPr>
            <a:endParaRPr lang="en-US" dirty="0"/>
          </a:p>
          <a:p>
            <a:pPr marL="0" indent="0">
              <a:spcAft>
                <a:spcPts val="400"/>
              </a:spcAft>
              <a:buNone/>
              <a:defRPr sz="1500" b="1"/>
            </a:pPr>
            <a:endParaRPr lang="en-US" dirty="0"/>
          </a:p>
          <a:p>
            <a:pPr marL="0" indent="0">
              <a:spcAft>
                <a:spcPts val="400"/>
              </a:spcAft>
              <a:buNone/>
              <a:defRPr sz="1500" b="1"/>
            </a:pPr>
            <a:r>
              <a:rPr dirty="0"/>
              <a:t>Functional Requirements:</a:t>
            </a:r>
            <a:endParaRPr lang="en-US" sz="2400" b="1" dirty="0">
              <a:latin typeface="Cambria"/>
              <a:cs typeface="Cambria"/>
            </a:endParaRPr>
          </a:p>
          <a:p>
            <a:pPr>
              <a:spcAft>
                <a:spcPts val="300"/>
              </a:spcAft>
              <a:defRPr sz="1300" b="0"/>
            </a:pPr>
            <a:r>
              <a:rPr sz="1600" dirty="0"/>
              <a:t>• Patient Registration: Unique OPD number generation and A5 routing slips with Code128 barcodes.</a:t>
            </a:r>
          </a:p>
          <a:p>
            <a:pPr>
              <a:spcAft>
                <a:spcPts val="300"/>
              </a:spcAft>
              <a:defRPr sz="1300" b="0"/>
            </a:pPr>
            <a:r>
              <a:rPr sz="1600" dirty="0"/>
              <a:t>• CPOE Test Requisition: Categorized catalogue ordering with clinical indication and urgency flags.</a:t>
            </a:r>
          </a:p>
          <a:p>
            <a:pPr>
              <a:spcAft>
                <a:spcPts val="300"/>
              </a:spcAft>
              <a:defRPr sz="1300" b="0"/>
            </a:pPr>
            <a:r>
              <a:rPr sz="1600" dirty="0"/>
              <a:t>• Results Workbench: Normal reference ranges, automated panic alerting, and certified PDF printing.</a:t>
            </a:r>
          </a:p>
          <a:p>
            <a:pPr>
              <a:spcAft>
                <a:spcPts val="600"/>
              </a:spcAft>
              <a:defRPr sz="1300" b="0"/>
            </a:pPr>
            <a:r>
              <a:rPr sz="1600" dirty="0"/>
              <a:t>• Cashless Billing: Real-time settlement via Government eCitizen </a:t>
            </a:r>
            <a:r>
              <a:rPr sz="1600" dirty="0" err="1"/>
              <a:t>Paybill</a:t>
            </a:r>
            <a:r>
              <a:rPr sz="1600" dirty="0"/>
              <a:t> 222222 gateway.</a:t>
            </a:r>
          </a:p>
          <a:p>
            <a:pPr>
              <a:spcAft>
                <a:spcPts val="400"/>
              </a:spcAft>
              <a:defRPr sz="1500" b="1"/>
            </a:pPr>
            <a:r>
              <a:rPr dirty="0"/>
              <a:t>Non-Functional Requirements:</a:t>
            </a:r>
          </a:p>
          <a:p>
            <a:pPr>
              <a:spcAft>
                <a:spcPts val="300"/>
              </a:spcAft>
              <a:defRPr sz="1300" b="0"/>
            </a:pPr>
            <a:r>
              <a:rPr sz="1600" dirty="0"/>
              <a:t>• Security: Role-Based Access Control, </a:t>
            </a:r>
            <a:r>
              <a:rPr sz="1600" dirty="0" err="1"/>
              <a:t>Bcrypt</a:t>
            </a:r>
            <a:r>
              <a:rPr sz="1600" dirty="0"/>
              <a:t> password hashing, and CSRF token defense.</a:t>
            </a:r>
          </a:p>
          <a:p>
            <a:pPr>
              <a:spcAft>
                <a:spcPts val="300"/>
              </a:spcAft>
              <a:defRPr sz="1300" b="0"/>
            </a:pPr>
            <a:r>
              <a:rPr sz="1600" dirty="0"/>
              <a:t>• Speed &amp; Performance: Sub-second page load times (&lt;1.5s) over the hospital Local Area Network.</a:t>
            </a:r>
          </a:p>
          <a:p>
            <a:pPr>
              <a:spcAft>
                <a:spcPts val="0"/>
              </a:spcAft>
              <a:defRPr sz="1300" b="0"/>
            </a:pPr>
            <a:r>
              <a:rPr sz="1600" dirty="0"/>
              <a:t>• Reliability: Automated daily database SQL backup scripts with manual admin trigger.</a:t>
            </a:r>
          </a:p>
        </p:txBody>
      </p:sp>
    </p:spTree>
    <p:extLst>
      <p:ext uri="{BB962C8B-B14F-4D97-AF65-F5344CB8AC3E}">
        <p14:creationId xmlns:p14="http://schemas.microsoft.com/office/powerpoint/2010/main" val="1898825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37174"/>
            <a:ext cx="9601196" cy="1051423"/>
          </a:xfrm>
        </p:spPr>
        <p:txBody>
          <a:bodyPr>
            <a:normAutofit/>
          </a:bodyPr>
          <a:lstStyle/>
          <a:p>
            <a:r>
              <a:t>REFERENCES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400"/>
              </a:spcAft>
              <a:defRPr sz="1300" b="0"/>
            </a:pPr>
            <a:r>
              <a:rPr sz="2000" dirty="0"/>
              <a:t>• Ministry of Health Kenya (2020). Standard Operating Procedures for Laboratory Services. Nairobi.</a:t>
            </a:r>
          </a:p>
          <a:p>
            <a:pPr>
              <a:spcAft>
                <a:spcPts val="400"/>
              </a:spcAft>
              <a:defRPr sz="1300" b="0"/>
            </a:pPr>
            <a:r>
              <a:rPr sz="2000" dirty="0"/>
              <a:t>• Ministry of Health Kenya (2016). Kenya National eHealth Policy 2016–2030. Nairobi: Government Printer.</a:t>
            </a:r>
          </a:p>
          <a:p>
            <a:pPr>
              <a:spcAft>
                <a:spcPts val="400"/>
              </a:spcAft>
              <a:defRPr sz="1300" b="0"/>
            </a:pPr>
            <a:r>
              <a:rPr sz="2000" dirty="0"/>
              <a:t>• World Health Organization (2021). Digital Health Intervention Frameworks. Geneva: WHO.</a:t>
            </a:r>
          </a:p>
          <a:p>
            <a:pPr>
              <a:spcAft>
                <a:spcPts val="400"/>
              </a:spcAft>
              <a:defRPr sz="1300" b="0"/>
            </a:pPr>
            <a:r>
              <a:rPr sz="2000" dirty="0"/>
              <a:t>• ISO 15189:2022. Medical Laboratories — Requirements for Quality and Competence.</a:t>
            </a:r>
          </a:p>
          <a:p>
            <a:pPr>
              <a:spcAft>
                <a:spcPts val="400"/>
              </a:spcAft>
              <a:defRPr sz="1300" b="0"/>
            </a:pPr>
            <a:r>
              <a:rPr sz="2000" dirty="0"/>
              <a:t>• Sommerville, I. (2016). Software Engineering (10th ed.). Boston: Pearson Education.</a:t>
            </a:r>
          </a:p>
          <a:p>
            <a:pPr>
              <a:spcAft>
                <a:spcPts val="400"/>
              </a:spcAft>
              <a:defRPr sz="1300" b="0"/>
            </a:pPr>
            <a:r>
              <a:rPr sz="2000" dirty="0"/>
              <a:t>• Kendall, K. E., &amp; Kendall, J. E. (2014). Systems Analysis and Design (9th ed.). Prentice Hall.</a:t>
            </a:r>
          </a:p>
          <a:p>
            <a:pPr>
              <a:spcAft>
                <a:spcPts val="0"/>
              </a:spcAft>
              <a:defRPr sz="1300" b="0"/>
            </a:pPr>
            <a:r>
              <a:rPr sz="2000" dirty="0"/>
              <a:t>• Kenya Law (2019). Data Protection Act, No. 24 of 2019. Nairobi: Government Printer.</a:t>
            </a:r>
          </a:p>
        </p:txBody>
      </p:sp>
    </p:spTree>
    <p:extLst>
      <p:ext uri="{BB962C8B-B14F-4D97-AF65-F5344CB8AC3E}">
        <p14:creationId xmlns:p14="http://schemas.microsoft.com/office/powerpoint/2010/main" val="38579955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SGFzQmFzZWxpbmVzIjpmYWxzZSwiQ3VsdHVyZUluZm9OYW1lIjoiZW4tVVMiLCJTdHlsZU5hbWUiOm51bGwsIlZlcnNpb24iOnsiJGlkIjoiMiIsIlZlcnNpb24iOiI1LjYuMCIsIk9yaWdpbmFsQXNzZW1ibHlWZXJzaW9uIjpudWxsLCJFZGl0aW9uIjpudWxsLCJMYXN0U2F2ZWRFZGl0aW9uIjowLCJJc1BsdXNFZGl0aW9uIjpmYWxzZSwiSXNQcm9FZGl0aW9uIjpmYWxzZX0sIkVmZmVjdCI6MCwiU3R5bGUiOnsiJGlkIjoiMyIsIkRlZmF1bHREZXBlbmRlbmN5U3R5bGUiOnsiJGlkIjoiNCIsIkxpbmVTdHlsZSI6eyIkaWQiOiI1IiwiTGluZUNvbG9yIjp7IiRpZCI6IjYiLCIkdHlwZSI6Ik5MUkUuQ29tbW9uLkRvbS5Tb2xpZENvbG9yQnJ1c2gsIE5MUkUuQ29tbW9uIiwiQ29sb3IiOnsiJGlkIjoiNyIsIkEiOjI1NSwiUiI6MCwiRyI6MCwiQiI6MH19LCJMaW5lV2VpZ2h0IjoxLjAsIkxpbmVUeXBlIjowLCJQYXJlbnRTdHlsZSI6bnVsbH0sIkVuZEFycm93aGVhZExpbmVTdHlsZSI6eyIkaWQiOiI4IiwiS2luZCI6MSwiV2lkdGgiOjEsIkxlbmd0aCI6MCwiUGFyZW50U3R5bGUiOm51bGx9LCJCcmluZ1RvRnJvbnQiOmZhbHNlLCJFbGJvd1JhZGl1cyI6My4wLCJNYXJnaW4iOnsiJGlkIjoiOSIsIlRvcCI6MC4wLCJMZWZ0IjowLjAsIlJpZ2h0IjowLjAsIkJvdHRvbSI6MC4wfSwiUGFkZGluZyI6eyIkaWQiOiIxMCIsIlRvcCI6MC4wLCJMZWZ0IjowLjAsIlJpZ2h0IjowLjAsIkJvdHRvbSI6MC4wfSwiQmFja2dyb3VuZCI6bnVsbCwiSXNWaXNpYmxlIjp0cnVlLCJXaWR0aCI6MC4wLCJIZWlnaHQiOjAuMCwiQm9yZGVyU3R5bGUiOm51bGwsIlBhcmVudFN0eWxlIjpudWxsfSwiQ3JpdGljYWxQYXRoU3R5bGUiOnsiJGlkIjoiMTEiLCJDcml0aWNhbFBhdGhTdHlsZU9wdGlvbnMiOjMwLCJMaW5lU3R5bGUiOnsiJGlkIjoiMTIiLCJMaW5lQ29sb3IiOnsiJGlkIjoiMTMiLCIkdHlwZSI6Ik5MUkUuQ29tbW9uLkRvbS5Tb2xpZENvbG9yQnJ1c2gsIE5MUkUuQ29tbW9uIiwiQ29sb3IiOnsiJGlkIjoiMTQiLCJBIjoyNTUsIlIiOjIyMiwiRyI6NTAsIkIiOjUwfX0sIkxpbmVXZWlnaHQiOjEuMCwiTGluZVR5cGUiOjAsIlBhcmVudFN0eWxlIjpudWxsfSwiVGl0bGVGb3JlZ3JvdW5kIjp7IiRpZCI6IjE1IiwiQ29sb3IiOnsiJGlkIjoiMTYiLCJBIjoyNTUsIlIiOjE3NiwiRyI6MTksIkIiOjI1fX0sIlNoYXBlc0JhY2tncm91bmQiOnsiJGlkIjoiMTciLCJDb2xvciI6eyIkaWQiOiIxOCIsIkEiOjI1NSwiUiI6MjUzLCJHIjoyMDMsIkIiOjIwOH19LCJTaGFwZXNCb3JkZXJTdHlsZSI6eyIkaWQiOiIxOSIsIkxpbmVDb2xvciI6eyIkaWQiOiIyMCIsIiR0eXBlIjoiTkxSRS5Db21tb24uRG9tLlNvbGlkQ29sb3JCcnVzaCwgTkxSRS5Db21tb24iLCJDb2xvciI6eyIkaWQiOiIyMSIsIkEiOjI1NSwiUiI6MjM0LCJHIjoyMiwiQiI6MzB9fSwiTGluZVdlaWdodCI6Mi4wLCJMaW5lVHlwZSI6MCwiUGFyZW50U3R5bGUiOm51bGx9LCJNYXJnaW4iOnsiJGlkIjoiMjIiLCJUb3AiOjAuMCwiTGVmdCI6MC4wLCJSaWdodCI6MC4wLCJCb3R0b20iOjAuMH0sIlBhZGRpbmciOnsiJGlkIjoiMjMiLCJUb3AiOjAuMCwiTGVmdCI6MC4wLCJSaWdodCI6MC4wLCJCb3R0b20iOjAuMH0sIkJhY2tncm91bmQiOm51bGwsIklzVmlzaWJsZSI6ZmFsc2UsIldpZHRoIjowLjAsIkhlaWdodCI6MC4wLCJCb3JkZXJTdHlsZSI6eyIkaWQiOiIyNCIsIkxpbmVDb2xvciI6bnVsbCwiTGluZVdlaWdodCI6MC4wLCJMaW5lVHlwZSI6MCwiUGFyZW50U3R5bGUiOm51bGx9LCJQYXJlbnRTdHlsZSI6bnVsbH0sIlBhbmVsc1NwYWNpbmdEZWZpbml0aW9uIjp7IiRpZCI6IjI1IiwiU3BhY2luZ0Fib3ZlVGltZWJhbmQiOjMsIlNwYWNpbmdCZWxvd1RpbWViYW5kIjozLCJTcGFjaW5nQWJvdmVCZXR3ZWVuU3dpbWxhbmVzQW5kVGFza3MiOjUsIlNwYWNpbmdCZWxvd0JldHdlZW5Td2ltbGFuZXNBbmRUYXNrcyI6NX0sIlRpbWViYW5kU3R5bGUiOnsiJGlkIjoiMjYiLCJTY2FsZU1hcmtpbmciOjAsIlNoYXBlIjowLCJTaGFwZVN0eWxlIjp7IiRpZCI6IjI3IiwiTWFyZ2luIjp7IiRpZCI6IjI4IiwiVG9wIjowLjAsIkxlZnQiOjEwLjAsIlJpZ2h0IjoxMC4wLCJCb3R0b20iOjAuMH0sIlBhZGRpbmciOnsiJGlkIjoiMjkiLCJUb3AiOjAuMCwiTGVmdCI6MC4wLCJSaWdodCI6MC4wLCJCb3R0b20iOjAuMH0sIkJhY2tncm91bmQiOnsiJGlkIjoiMzAiLCJDb2xvciI6eyIkaWQiOiIzMSIsIkEiOjI1NSwiUiI6MTQsIkciOjQwLCJCIjo2NX19LCJJc1Zpc2libGUiOnRydWUsIldpZHRoIjowLjAsIkhlaWdodCI6MjAuMCwiQm9yZGVyU3R5bGUiOnsiJGlkIjoiMzIiLCJMaW5lQ29sb3IiOnsiJGlkIjoiMzMiLCIkdHlwZSI6Ik5MUkUuQ29tbW9uLkRvbS5Tb2xpZENvbG9yQnJ1c2gsIE5MUkUuQ29tbW9uIiwiQ29sb3IiOnsiJGlkIjoiMzQiLCJBIjoyNTUsIlIiOjI1NSwiRyI6MCwiQiI6MH19LCJMaW5lV2VpZ2h0IjowLjAsIkxpbmVUeXBlIjowLCJQYXJlbnRTdHlsZSI6bnVsbH0sIlBhcmVudFN0eWxlIjpudWxsfSwiTWlkZGxlVGllclNoYXBlU3R5bGUiOnsiJGlkIjoiMzUiLCJNYXJnaW4iOnsiJGlkIjoiMzYiLCJUb3AiOjAuMCwiTGVmdCI6MTAuMCwiUmlnaHQiOjEwLjAsIkJvdHRvbSI6MC4wfSwiUGFkZGluZyI6eyIkaWQiOiIzNyIsIlRvcCI6MC4wLCJMZWZ0IjowLjAsIlJpZ2h0IjowLjAsIkJvdHRvbSI6MC4wfSwiQmFja2dyb3VuZCI6eyIkaWQiOiIzOCIsIkNvbG9yIjp7IiRpZCI6IjM5IiwiQSI6MjU1LCJSIjoxNCwiRyI6NDAsIkIiOjY1fX0sIklzVmlzaWJsZSI6dHJ1ZSwiV2lkdGgiOjAuMCwiSGVpZ2h0IjoyMC4wLCJCb3JkZXJTdHlsZSI6eyIkaWQiOiI0MCIsIkxpbmVDb2xvciI6eyIkcmVmIjoiMzMifSwiTGluZVdlaWdodCI6MC4wLCJMaW5lVHlwZSI6MCwiUGFyZW50U3R5bGUiOm51bGx9LCJQYXJlbnRTdHlsZSI6bnVsbH0sIkJvdHRvbVRpZXJTaGFwZVN0eWxlIjp7IiRpZCI6IjQxIiwiTWFyZ2luIjp7IiRpZCI6IjQyIiwiVG9wIjowLjAsIkxlZnQiOjEwLjAsIlJpZ2h0IjoxMC4wLCJCb3R0b20iOjAuMH0sIlBhZGRpbmciOnsiJGlkIjoiNDMiLCJUb3AiOjAuMCwiTGVmdCI6MC4wLCJSaWdodCI6MC4wLCJCb3R0b20iOjAuMH0sIkJhY2tncm91bmQiOnsiJGlkIjoiNDQiLCJDb2xvciI6eyIkaWQiOiI0NSIsIkEiOjI1NSwiUiI6MTQsIkciOjQwLCJCIjo2NX19LCJJc1Zpc2libGUiOnRydWUsIldpZHRoIjowLjAsIkhlaWdodCI6MjAuMCwiQm9yZGVyU3R5bGUiOnsiJGlkIjoiNDYiLCJMaW5lQ29sb3IiOnsiJHJlZiI6IjMzIn0sIkxpbmVXZWlnaHQiOjAuMCwiTGluZVR5cGUiOjAsIlBhcmVudFN0eWxlIjpudWxsfSwiUGFyZW50U3R5bGUiOm51bGx9LCJSaWdodEVuZENhcHNTdHlsZSI6eyIkaWQiOiI0NyIsIkZvbnRTZXR0aW5ncyI6eyIkaWQiOiI0OCIsIkZvbnRTaXplIjoxOCwiRm9udE5hbWUiOiJDYWxpYnJpIiwiSXNCb2xkIjp0cnVlLCJJc0l0YWxpYyI6ZmFsc2UsIklzVW5kZXJsaW5lZCI6ZmFsc2UsIlBhcmVudFN0eWxlIjpudWxsfSwiQXV0b1NpemUiOjAsIkZvcmVncm91bmQiOnsiJGlkIjoiNDkiLCJDb2xvciI6eyIkaWQiOiI1MCIsIkEiOjI1NSwiUiI6MjMzLCJHIjoxMTMsIkIiOjUwfX0sIk1heFdpZHRoIjoyMDAuMCwiTWF4SGVpZ2h0IjoiSW5maW5pdHkiLCJTbWFydEZvcmVncm91bmRJc0FjdGl2ZSI6ZmFsc2UsIkhvcml6b250YWxBbGlnbm1lbnQiOjAsIlZlcnRpY2FsQWxpZ25tZW50IjoxLCJTbWFydEZvcmVncm91bmQiOm51bGwsIkJhY2tncm91bmRGaWxsVHlwZSI6MCwiTWFyZ2luIjp7IiRpZCI6IjUxIiwiVG9wIjowLjAsIkxlZnQiOjAuMCwiUmlnaHQiOjIwLjAsIkJvdHRvbSI6MC4wfSwiUGFkZGluZyI6eyIkaWQiOiI1MiIsIlRvcCI6MC4wLCJMZWZ0IjowLjAsIlJpZ2h0IjowLjAsIkJvdHRvbSI6MC4wfSwiQmFja2dyb3VuZCI6eyIkaWQiOiI1MyIsIkNvbG9yIjp7IiRpZCI6IjU0IiwiQSI6MjU1LCJSIjoyMzMsIkciOjExMywiQiI6NTB9fSwiSXNWaXNpYmxlIjp0cnVlLCJXaWR0aCI6MC4wLCJIZWlnaHQiOjAuMCwiQm9yZGVyU3R5bGUiOnsiJGlkIjoiNTUiLCJMaW5lQ29sb3IiOm51bGwsIkxpbmVXZWlnaHQiOjAuMCwiTGluZVR5cGUiOjAsIlBhcmVudFN0eWxlIjpudWxsfSwiUGFyZW50U3R5bGUiOm51bGx9LCJMZWZ0RW5kQ2Fwc1N0eWxlIjp7IiRpZCI6IjU2IiwiRm9udFNldHRpbmdzIjp7IiRpZCI6IjU3IiwiRm9udFNpemUiOjE4LCJGb250TmFtZSI6IkNhbGlicmkiLCJJc0JvbGQiOnRydWUsIklzSXRhbGljIjpmYWxzZSwiSXNVbmRlcmxpbmVkIjpmYWxzZSwiUGFyZW50U3R5bGUiOm51bGx9LCJBdXRvU2l6ZSI6MCwiRm9yZWdyb3VuZCI6eyIkaWQiOiI1OCIsIkNvbG9yIjp7IiRpZCI6IjU5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jAiLCJUb3AiOjAuMCwiTGVmdCI6MjAuMCwiUmlnaHQiOjAuMCwiQm90dG9tIjowLjB9LCJQYWRkaW5nIjp7IiRpZCI6IjYxIiwiVG9wIjowLjAsIkxlZnQiOjAuMCwiUmlnaHQiOjAuMCwiQm90dG9tIjowLjB9LCJCYWNrZ3JvdW5kIjp7IiRpZCI6IjYyIiwiQ29sb3IiOnsiJGlkIjoiNjMiLCJBIjoyNTUsIlIiOjIzNywiRyI6MTI1LCJCIjo0OX19LCJJc1Zpc2libGUiOmZhbHNlLCJXaWR0aCI6MC4wLCJIZWlnaHQiOjAuMCwiQm9yZGVyU3R5bGUiOnsiJGlkIjoiNjQiLCJMaW5lQ29sb3IiOm51bGwsIkxpbmVXZWlnaHQiOjAuMCwiTGluZVR5cGUiOjAsIlBhcmVudFN0eWxlIjpudWxsfSwiUGFyZW50U3R5bGUiOm51bGx9LCJUb2RheVRleHRTdHlsZSI6eyIkaWQiOiI2NSIsIkZvbnRTZXR0aW5ncyI6eyIkaWQiOiI2NiIsIkZvbnRTaXplIjoxMiwiRm9udE5hbWUiOiJDYWxpYnJpIiwiSXNCb2xkIjpmYWxzZSwiSXNJdGFsaWMiOmZhbHNlLCJJc1VuZGVybGluZWQiOmZhbHNlLCJQYXJlbnRTdHlsZSI6bnVsbH0sIkF1dG9TaXplIjowLCJGb3JlZ3JvdW5kIjp7IiRpZCI6IjY3IiwiQ29sb3IiOnsiJGlkIjoiNj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jkiLCJUb3AiOjAuMCwiTGVmdCI6MC4wLCJSaWdodCI6MC4wLCJCb3R0b20iOjAuMH0sIlBhZGRpbmciOnsiJGlkIjoiNzAiLCJUb3AiOjAuMCwiTGVmdCI6MC4wLCJSaWdodCI6MC4wLCJCb3R0b20iOjAuMH0sIkJhY2tncm91bmQiOnsiJGlkIjoiNzEiLCJDb2xvciI6eyIkaWQiOiI3MiIsIkEiOjI1NSwiUiI6MCwiRyI6MCwiQiI6MH19LCJJc1Zpc2libGUiOnRydWUsIldpZHRoIjowLjAsIkhlaWdodCI6MC4wLCJCb3JkZXJTdHlsZSI6eyIkaWQiOiI3MyIsIkxpbmVDb2xvciI6bnVsbCwiTGluZVdlaWdodCI6MC4wLCJMaW5lVHlwZSI6MCwiUGFyZW50U3R5bGUiOm51bGx9LCJQYXJlbnRTdHlsZSI6bnVsbH0sIlRvZGF5TWFya2VyU3R5bGUiOnsiJGlkIjoiNzQiLCJNYXJnaW4iOnsiJGlkIjoiNzUiLCJUb3AiOjAuMCwiTGVmdCI6MC4wLCJSaWdodCI6MC4wLCJCb3R0b20iOjAuMH0sIlBhZGRpbmciOnsiJGlkIjoiNzYiLCJUb3AiOjAuMCwiTGVmdCI6MC4wLCJSaWdodCI6MC4wLCJCb3R0b20iOjAuMH0sIkJhY2tncm91bmQiOnsiJGlkIjoiNzciLCJDb2xvciI6eyIkaWQiOiI3OCIsIkEiOjI1NSwiUiI6MjU1LCJHIjowLCJCIjowfX0sIklzVmlzaWJsZSI6dHJ1ZSwiV2lkdGgiOjAuMCwiSGVpZ2h0IjowLjAsIkJvcmRlclN0eWxlIjpudWxsLCJQYXJlbnRTdHlsZSI6bnVsbH0sIlNjYWxlU3R5bGUiOnsiJGlkIjoiNzkiLCJTaGFwZSI6MywiU2hvd1NlZ21lbnRTZXBhcmF0b3JzIjp0cnVlLCJTZWdtZW50U2VwYXJhdG9yT3BhY2l0eSI6MzAsIkhhc0JlZW5WaXNpYmxlQmVmb3JlIjpmYWxzZSwiRm9udFNldHRpbmdzIjp7IiRpZCI6IjgwIiwiRm9udFNpemUiOjEyLCJGb250TmFtZSI6IkNhbGlicmkiLCJJc0JvbGQiOmZhbHNlLCJJc0l0YWxpYyI6ZmFsc2UsIklzVW5kZXJsaW5lZCI6ZmFsc2UsIlBhcmVudFN0eWxlIjpudWxsfSwiQXV0b1NpemUiOjAsIkZvcmVncm91bmQiOnsiJGlkIjoiODEiLCJDb2xvciI6eyIkaWQiOiI4MiIsIkEiOjI1NSwiUiI6MjMyLCJHIjoyMzIsIkIiOjIzMn19LCJNYXhXaWR0aCI6MjAwLjAsIk1heEhlaWdodCI6IkluZmluaXR5IiwiU21hcnRGb3JlZ3JvdW5kSXNBY3RpdmUiOmZhbHNlLCJIb3Jpem9udGFsQWxpZ25tZW50IjowLCJWZXJ0aWNhbEFsaWdubWVudCI6MSwiU21hcnRGb3JlZ3JvdW5kIjpudWxsLCJCYWNrZ3JvdW5kRmlsbFR5cGUiOjAsIk1hcmdpbiI6eyIkaWQiOiI4MyIsIlRvcCI6MC4wLCJMZWZ0Ijo0LjAsIlJpZ2h0Ijo0LjAsIkJvdHRvbSI6MC4wfSwiUGFkZGluZyI6eyIkaWQiOiI4NCIsIlRvcCI6MC4wLCJMZWZ0IjowLjAsIlJpZ2h0IjowLjAsIkJvdHRvbSI6MC4wfSwiQmFja2dyb3VuZCI6eyIkaWQiOiI4NSIsIkNvbG9yIjp7IiRpZCI6Ijg2IiwiQSI6MjU1LCJSIjoxNCwiRyI6NDAsIkIiOjY1fX0sIklzVmlzaWJsZSI6dHJ1ZSwiV2lkdGgiOjAuMCwiSGVpZ2h0IjowLjAsIkJvcmRlclN0eWxlIjp7IiRpZCI6Ijg3IiwiTGluZUNvbG9yIjpudWxsLCJMaW5lV2VpZ2h0IjowLjAsIkxpbmVUeXBlIjowLCJQYXJlbnRTdHlsZSI6bnVsbH0sIlBhcmVudFN0eWxlIjpudWxsfSwiU2luZ2xlU2NhbGVTaGFwZVN0eWxlIjp7IiRpZCI6Ijg4IiwiU2hhcGUiOjAsIkhlaWdodCI6MC4wfSwiTWlkZGxlVGllclNjYWxlU3R5bGUiOnsiJGlkIjoiODkiLCJTaGFwZSI6MywiU2hvd1NlZ21lbnRTZXBhcmF0b3JzIjp0cnVlLCJTZWdtZW50U2VwYXJhdG9yT3BhY2l0eSI6MzAsIkhhc0JlZW5WaXNpYmxlQmVmb3JlIjpmYWxzZSwiRm9udFNldHRpbmdzIjp7IiRpZCI6IjkwIiwiRm9udFNpemUiOjEyLCJGb250TmFtZSI6IkNhbGlicmkiLCJJc0JvbGQiOmZhbHNlLCJJc0l0YWxpYyI6ZmFsc2UsIklzVW5kZXJsaW5lZCI6ZmFsc2UsIlBhcmVudFN0eWxlIjpudWxsfSwiQXV0b1NpemUiOjAsIkZvcmVncm91bmQiOnsiJGlkIjoiOTEiLCJDb2xvciI6eyIkaWQiOiI5MiIsIkEiOjI1NSwiUiI6MjMyLCJHIjoyMzIsIkIiOjIzMn19LCJNYXhXaWR0aCI6MjAwLjAsIk1heEhlaWdodCI6IkluZmluaXR5IiwiU21hcnRGb3JlZ3JvdW5kSXNBY3RpdmUiOmZhbHNlLCJIb3Jpem9udGFsQWxpZ25tZW50IjowLCJWZXJ0aWNhbEFsaWdubWVudCI6MSwiU21hcnRGb3JlZ3JvdW5kIjpudWxsLCJCYWNrZ3JvdW5kRmlsbFR5cGUiOjAsIk1hcmdpbiI6eyIkaWQiOiI5MyIsIlRvcCI6MC4wLCJMZWZ0Ijo0LjAsIlJpZ2h0Ijo0LjAsIkJvdHRvbSI6MC4wfSwiUGFkZGluZyI6eyIkaWQiOiI5NCIsIlRvcCI6MC4wLCJMZWZ0IjowLjAsIlJpZ2h0IjowLjAsIkJvdHRvbSI6MC4wfSwiQmFja2dyb3VuZCI6eyIkaWQiOiI5NSIsIkNvbG9yIjp7IiRpZCI6Ijk2IiwiQSI6MjU1LCJSIjoxNCwiRyI6NDAsIkIiOjY1fX0sIklzVmlzaWJsZSI6ZmFsc2UsIldpZHRoIjowLjAsIkhlaWdodCI6MC4wLCJCb3JkZXJTdHlsZSI6eyIkaWQiOiI5NyIsIkxpbmVDb2xvciI6bnVsbCwiTGluZVdlaWdodCI6MC4wLCJMaW5lVHlwZSI6MCwiUGFyZW50U3R5bGUiOm51bGx9LCJQYXJlbnRTdHlsZSI6bnVsbH0sIkJvdHRvbVRpZXJTY2FsZVN0eWxlIjp7IiRpZCI6Ijk4IiwiU2hhcGUiOjMsIlNob3dTZWdtZW50U2VwYXJhdG9ycyI6dHJ1ZSwiU2VnbWVudFNlcGFyYXRvck9wYWNpdHkiOjMwLCJIYXNCZWVuVmlzaWJsZUJlZm9yZSI6ZmFsc2UsIkZvbnRTZXR0aW5ncyI6eyIkaWQiOiI5OSIsIkZvbnRTaXplIjoxMiwiRm9udE5hbWUiOiJDYWxpYnJpIiwiSXNCb2xkIjpmYWxzZSwiSXNJdGFsaWMiOmZhbHNlLCJJc1VuZGVybGluZWQiOmZhbHNlLCJQYXJlbnRTdHlsZSI6bnVsbH0sIkF1dG9TaXplIjowLCJGb3JlZ3JvdW5kIjp7IiRpZCI6IjEwMCIsIkNvbG9yIjp7IiRpZCI6IjEwMSIsIkEiOjI1NSwiUiI6MjMyLCJHIjoyMzIsIkIiOjIzMn19LCJNYXhXaWR0aCI6MjAwLjAsIk1heEhlaWdodCI6IkluZmluaXR5IiwiU21hcnRGb3JlZ3JvdW5kSXNBY3RpdmUiOmZhbHNlLCJIb3Jpem9udGFsQWxpZ25tZW50IjowLCJWZXJ0aWNhbEFsaWdubWVudCI6MSwiU21hcnRGb3JlZ3JvdW5kIjpudWxsLCJCYWNrZ3JvdW5kRmlsbFR5cGUiOjAsIk1hcmdpbiI6eyIkaWQiOiIxMDIiLCJUb3AiOjAuMCwiTGVmdCI6NC4wLCJSaWdodCI6NC4wLCJCb3R0b20iOjAuMH0sIlBhZGRpbmciOnsiJGlkIjoiMTAzIiwiVG9wIjowLjAsIkxlZnQiOjAuMCwiUmlnaHQiOjAuMCwiQm90dG9tIjowLjB9LCJCYWNrZ3JvdW5kIjp7IiRpZCI6IjEwNCIsIkNvbG9yIjp7IiRpZCI6IjEwNSIsIkEiOjI1NSwiUiI6MTQsIkciOjQwLCJCIjo2NX19LCJJc1Zpc2libGUiOmZhbHNlLCJXaWR0aCI6MC4wLCJIZWlnaHQiOjAuMCwiQm9yZGVyU3R5bGUiOnsiJGlkIjoiMTA2IiwiTGluZUNvbG9yIjpudWxsLCJMaW5lV2VpZ2h0IjowLjAsIkxpbmVUeXBlIjowLCJQYXJlbnRTdHlsZSI6bnVsbH0sIlBhcmVudFN0eWxlIjpudWxsfSwiRWxhcHNlZFRpbWVCYWNrZ3JvdW5kIjp7IiRpZCI6IjEwNyIsIkNvbG9yIjp7IiRpZCI6IjEwOCIsIkEiOjE5MSwiUiI6MjU1LCJHIjowLCJCIjowfX0sIkFwcGVuZFllYXJPblllYXJDaGFuZ2UiOmZhbHNlLCJFbGFwc2VkVGltZUZvcm1hdCI6MiwiVG9kYXlNYXJrZXJQb3NpdGlvbiI6MywiUXVpY2tQb3NpdGlvbiI6MywiQWJzb2x1dGVQb3NpdGlvbiI6NDA0LjEzNzU0MywiTWFyZ2luIjp7IiRpZCI6IjEwOSIsIlRvcCI6MC4wLCJMZWZ0IjoxMC4wLCJSaWdodCI6MTAuMCwiQm90dG9tIjowLjB9LCJQYWRkaW5nIjp7IiRpZCI6IjExMCIsIlRvcCI6MC4wLCJMZWZ0IjowLjAsIlJpZ2h0IjowLjAsIkJvdHRvbSI6MC4wfSwiQmFja2dyb3VuZCI6eyIkaWQiOiIxMTEiLCJDb2xvciI6eyIkaWQiOiIxMTIiLCJBIjoyNTUsIlIiOjQ3LCJHIjo1NCwiQiI6MTUzfX0sIklzVmlzaWJsZSI6ZmFsc2UsIldpZHRoIjowLjAsIkhlaWdodCI6MC4wLCJCb3JkZXJTdHlsZSI6bnVsbCwiUGFyZW50U3R5bGUiOm51bGx9LCJEZWZhdWx0TWlsZXN0b25lU3R5bGUiOnsiJGlkIjoiMTEzIiwiU2hhcGUiOjIsIkNvbm5lY3Rvck1hcmdpbiI6eyIkaWQiOiIxMTQiLCJUb3AiOjAuMCwiTGVmdCI6Mi4wLCJSaWdodCI6Mi4wLCJCb3R0b20iOjAuMH0sIkNvbm5lY3RvclN0eWxlIjp7IiRpZCI6IjExNSIsIkxpbmVDb2xvciI6eyIkaWQiOiIxMTYiLCIkdHlwZSI6Ik5MUkUuQ29tbW9uLkRvbS5Tb2xpZENvbG9yQnJ1c2gsIE5MUkUuQ29tbW9uIiwiQ29sb3IiOnsiJGlkIjoiMTE3IiwiQSI6MTI3LCJSIjoyMzMsIkciOjExMywiQiI6NTB9fSwiTGluZVdlaWdodCI6MS4wLCJMaW5lVHlwZSI6MCwiUGFyZW50U3R5bGUiOm51bGx9LCJJc0JlbG93VGltZWJhbmQiOmZhbHNlLCJQb3NpdGlvbk9uVGFzayI6MCwiSGlkZURhdGUiOmZhbHNlLCJTaGFwZVNpemUiOjEsIlNwYWNpbmciOjAuMCwiUGFkZGluZyI6eyIkaWQiOiIxMTgiLCJUb3AiOjUuMCwiTGVmdCI6My4wLCJSaWdodCI6MC4wLCJCb3R0b20iOjIuMH0sIlNoYXBlU3R5bGUiOnsiJGlkIjoiMTE5IiwiTWFyZ2luIjp7IiRpZCI6IjEyMCIsIlRvcCI6MC4wLCJMZWZ0IjowLjAsIlJpZ2h0IjowLjAsIkJvdHRvbSI6MC4wfSwiUGFkZGluZyI6eyIkaWQiOiIxMjEiLCJUb3AiOjAuMCwiTGVmdCI6MC4wLCJSaWdodCI6MC4wLCJCb3R0b20iOjAuMH0sIkJhY2tncm91bmQiOnsiJGlkIjoiMTIyIiwiQ29sb3IiOnsiJGlkIjoiMTIzIiwiQSI6MjU1LCJSIjoyMzMsIkciOjExMywiQiI6NTB9fSwiSXNWaXNpYmxlIjp0cnVlLCJXaWR0aCI6MTguMCwiSGVpZ2h0IjoyMC4wLCJCb3JkZXJTdHlsZSI6eyIkaWQiOiIxMjQiLCJMaW5lQ29sb3IiOnsiJGlkIjoiMTI1IiwiJHR5cGUiOiJOTFJFLkNvbW1vbi5Eb20uU29saWRDb2xvckJydXNoLCBOTFJFLkNvbW1vbiIsIkNvbG9yIjp7IiRpZCI6IjEyNiIsIkEiOjI1NSwiUiI6MjM0LCJHIjoyMiwiQiI6MzB9fSwiTGluZVdlaWdodCI6MC4wLCJMaW5lVHlwZSI6MCwiUGFyZW50U3R5bGUiOm51bGx9LCJQYXJlbnRTdHlsZSI6bnVsbH0sIlRpdGxlU3R5bGUiOnsiJGlkIjoiMTI3IiwiRm9udFNldHRpbmdzIjp7IiRpZCI6IjEyOCIsIkZvbnRTaXplIjoxMSwiRm9udE5hbWUiOiJDYWxpYnJpIiwiSXNCb2xkIjp0cnVlLCJJc0l0YWxpYyI6ZmFsc2UsIklzVW5kZXJsaW5lZCI6ZmFsc2UsIlBhcmVudFN0eWxlIjpudWxsfSwiQXV0b1NpemUiOjAsIkZvcmVncm91bmQiOnsiJGlkIjoiMTI5IiwiQ29sb3IiOnsiJGlkIjoiMTM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MSIsIlRvcCI6MC4wLCJMZWZ0IjowLjAsIlJpZ2h0IjowLjAsIkJvdHRvbSI6MC4wfSwiUGFkZGluZyI6eyIkaWQiOiIxMzIiLCJUb3AiOjAuMCwiTGVmdCI6MC4wLCJSaWdodCI6MC4wLCJCb3R0b20iOjAuMH0sIkJhY2tncm91bmQiOnsiJGlkIjoiMTMzIiwiQ29sb3IiOnsiJGlkIjoiMTM0IiwiQSI6MjU1LCJSIjowLCJHIjowLCJCIjowfX0sIklzVmlzaWJsZSI6dHJ1ZSwiV2lkdGgiOjAuMCwiSGVpZ2h0IjowLjAsIkJvcmRlclN0eWxlIjp7IiRpZCI6IjEzNSIsIkxpbmVDb2xvciI6bnVsbCwiTGluZVdlaWdodCI6MC4wLCJMaW5lVHlwZSI6MCwiUGFyZW50U3R5bGUiOm51bGx9LCJQYXJlbnRTdHlsZSI6bnVsbH0sIkRhdGVTdHlsZSI6eyIkaWQiOiIxMzYiLCJGb250U2V0dGluZ3MiOnsiJGlkIjoiMTM3IiwiRm9udFNpemUiOjEwLCJGb250TmFtZSI6IkNhbGlicmkiLCJJc0JvbGQiOmZhbHNlLCJJc0l0YWxpYyI6ZmFsc2UsIklzVW5kZXJsaW5lZCI6ZmFsc2UsIlBhcmVudFN0eWxlIjpudWxsfSwiQXV0b1NpemUiOjAsIkZvcmVncm91bmQiOnsiJGlkIjoiMTM4IiwiQ29sb3IiOnsiJGlkIjoiMTM5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MCIsIlRvcCI6MC4wLCJMZWZ0IjowLjAsIlJpZ2h0IjowLjAsIkJvdHRvbSI6MC4wfSwiUGFkZGluZyI6eyIkaWQiOiIxNDEiLCJUb3AiOjAuMCwiTGVmdCI6MC4wLCJSaWdodCI6MC4wLCJCb3R0b20iOjAuMH0sIkJhY2tncm91bmQiOnsiJGlkIjoiMTQyIiwiQ29sb3IiOnsiJGlkIjoiMTQzIiwiQSI6MjU1LCJSIjoxNCwiRyI6NDAsIkIiOjY1fX0sIklzVmlzaWJsZSI6dHJ1ZSwiV2lkdGgiOjAuMCwiSGVpZ2h0IjowLjAsIkJvcmRlclN0eWxlIjp7IiRpZCI6IjE0NCIsIkxpbmVDb2xvciI6bnVsbCwiTGluZVdlaWdodCI6MC4wLCJMaW5lVHlwZSI6MCwiUGFyZW50U3R5bGUiOm51bGx9LCJQYXJlbnRTdHlsZSI6bnVsbH0sIkRhdGVGb3JtYXQiOnsiJGlkIjoiMTQ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iIsIkZvcm1hdCI6MCwiSXNWaXNpYmxlIjpmYWxzZSwiTGFzdEtub3duVmlzaWJpbGl0eVN0YXRlIjpmYWxzZX0sIklzVmlzaWJsZSI6dHJ1ZSwiVmFyaWFuY2VTdHlsZSI6eyIkaWQiOiIxNDciLCJUZXh0U3R5bGUiOnsiJGlkIjoiMTQ4IiwiRm9udFNldHRpbmdzIjp7IiRpZCI6IjE0OSIsIkZvbnRTaXplIjoxMCwiRm9udE5hbWUiOiJDYWxpYnJpIiwiSXNCb2xkIjpmYWxzZSwiSXNJdGFsaWMiOmZhbHNlLCJJc1VuZGVybGluZWQiOmZhbHNlLCJQYXJlbnRTdHlsZSI6bnVsbH0sIkF1dG9TaXplIjowLCJGb3JlZ3JvdW5kIjp7IiRpZCI6IjE1MCIsIkNvbG9yIjp7IiRpZCI6IjE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IiLCJUb3AiOjAuMCwiTGVmdCI6MC4wLCJSaWdodCI6MC4wLCJCb3R0b20iOjAuMH0sIlBhZGRpbmciOnsiJGlkIjoiMTUzIiwiVG9wIjowLjAsIkxlZnQiOjAuMCwiUmlnaHQiOjAuMCwiQm90dG9tIjowLjB9LCJCYWNrZ3JvdW5kIjp7IiRpZCI6IjE1NCIsIkNvbG9yIjp7IiRpZCI6IjE1NSIsIkEiOjI1NSwiUiI6MCwiRyI6MCwiQiI6MH19LCJJc1Zpc2libGUiOnRydWUsIldpZHRoIjowLjAsIkhlaWdodCI6MC4wLCJCb3JkZXJTdHlsZSI6eyIkaWQiOiIxNTYiLCJMaW5lQ29sb3IiOm51bGwsIkxpbmVXZWlnaHQiOjAuMCwiTGluZVR5cGUiOjAsIlBhcmVudFN0eWxlIjpudWxsfSwiUGFyZW50U3R5bGUiOm51bGx9LCJQYXJlbnRTdHlsZSI6bnVsbH0sIlBhcmVudFN0eWxlIjpudWxsfSwiRGVmYXVsdE1vdFN0eWxlIjp7IiRpZCI6IjE1NyIsIlNoYXBlIjoyLCJDb25uZWN0b3JNYXJnaW4iOnsiJGlkIjoiMTU4IiwiVG9wIjowLjAsIkxlZnQiOjIuMCwiUmlnaHQiOjIuMCwiQm90dG9tIjowLjB9LCJDb25uZWN0b3JTdHlsZSI6eyIkaWQiOiIxNTkiLCJMaW5lQ29sb3IiOnsiJGlkIjoiMTYwIiwiJHR5cGUiOiJOTFJFLkNvbW1vbi5Eb20uU29saWRDb2xvckJydXNoLCBOTFJFLkNvbW1vbiIsIkNvbG9yIjp7IiRpZCI6IjE2MSIsIkEiOjEyNywiUiI6MjMzLCJHIjoxMTMsIkIiOjUwfX0sIkxpbmVXZWlnaHQiOjEuMCwiTGluZVR5cGUiOjAsIlBhcmVudFN0eWxlIjpudWxsfSwiSXNCZWxvd1RpbWViYW5kIjpmYWxzZSwiUG9zaXRpb25PblRhc2siOjEsIkhpZGVEYXRlIjpmYWxzZSwiU2hhcGVTaXplIjoxLCJTcGFjaW5nIjowLjAsIlBhZGRpbmciOnsiJGlkIjoiMTYyIiwiVG9wIjo1LjAsIkxlZnQiOjMuMCwiUmlnaHQiOjAuMCwiQm90dG9tIjoyLjB9LCJTaGFwZVN0eWxlIjp7IiRpZCI6IjE2MyIsIk1hcmdpbiI6eyIkaWQiOiIxNjQiLCJUb3AiOjAuMCwiTGVmdCI6MC4wLCJSaWdodCI6MC4wLCJCb3R0b20iOjAuMH0sIlBhZGRpbmciOnsiJGlkIjoiMTY1IiwiVG9wIjowLjAsIkxlZnQiOjAuMCwiUmlnaHQiOjAuMCwiQm90dG9tIjowLjB9LCJCYWNrZ3JvdW5kIjp7IiRpZCI6IjE2NiIsIkNvbG9yIjp7IiRpZCI6IjE2NyIsIkEiOjI1NSwiUiI6MjMzLCJHIjoxMTMsIkIiOjUwfX0sIklzVmlzaWJsZSI6dHJ1ZSwiV2lkdGgiOjEzLjAsIkhlaWdodCI6MTMuMCwiQm9yZGVyU3R5bGUiOnsiJGlkIjoiMTY4IiwiTGluZUNvbG9yIjp7IiRpZCI6IjE2OSIsIiR0eXBlIjoiTkxSRS5Db21tb24uRG9tLlNvbGlkQ29sb3JCcnVzaCwgTkxSRS5Db21tb24iLCJDb2xvciI6eyIkaWQiOiIxNzAiLCJBIjoyNTUsIlIiOjIzNCwiRyI6MjIsIkIiOjMwfX0sIkxpbmVXZWlnaHQiOjAuMCwiTGluZVR5cGUiOjAsIlBhcmVudFN0eWxlIjpudWxsfSwiUGFyZW50U3R5bGUiOm51bGx9LCJUaXRsZVN0eWxlIjp7IiRpZCI6IjE3MSIsIkZvbnRTZXR0aW5ncyI6eyIkaWQiOiIxNzIiLCJGb250U2l6ZSI6MTEsIkZvbnROYW1lIjoiQ2FsaWJyaSIsIklzQm9sZCI6dHJ1ZSwiSXNJdGFsaWMiOmZhbHNlLCJJc1VuZGVybGluZWQiOmZhbHNlLCJQYXJlbnRTdHlsZSI6bnVsbH0sIkF1dG9TaXplIjowLCJGb3JlZ3JvdW5kIjp7IiRpZCI6IjE3MyIsIkNvbG9yIjp7IiRpZCI6IjE3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UiLCJUb3AiOjAuMCwiTGVmdCI6MC4wLCJSaWdodCI6MC4wLCJCb3R0b20iOjAuMH0sIlBhZGRpbmciOnsiJGlkIjoiMTc2IiwiVG9wIjowLjAsIkxlZnQiOjAuMCwiUmlnaHQiOjAuMCwiQm90dG9tIjowLjB9LCJCYWNrZ3JvdW5kIjp7IiRpZCI6IjE3NyIsIkNvbG9yIjp7IiRpZCI6IjE3OCIsIkEiOjI1NSwiUiI6MCwiRyI6MCwiQiI6MH19LCJJc1Zpc2libGUiOnRydWUsIldpZHRoIjowLjAsIkhlaWdodCI6MC4wLCJCb3JkZXJTdHlsZSI6eyIkaWQiOiIxNzkiLCJMaW5lQ29sb3IiOm51bGwsIkxpbmVXZWlnaHQiOjAuMCwiTGluZVR5cGUiOjAsIlBhcmVudFN0eWxlIjpudWxsfSwiUGFyZW50U3R5bGUiOm51bGx9LCJEYXRlU3R5bGUiOnsiJGlkIjoiMTgwIiwiRm9udFNldHRpbmdzIjp7IiRpZCI6IjE4MSIsIkZvbnRTaXplIjoxMCwiRm9udE5hbWUiOiJDYWxpYnJpIiwiSXNCb2xkIjpmYWxzZSwiSXNJdGFsaWMiOmZhbHNlLCJJc1VuZGVybGluZWQiOmZhbHNlLCJQYXJlbnRTdHlsZSI6bnVsbH0sIkF1dG9TaXplIjowLCJGb3JlZ3JvdW5kIjp7IiRpZCI6IjE4MiIsIkNvbG9yIjp7IiRpZCI6IjE4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ODQiLCJUb3AiOjAuMCwiTGVmdCI6MC4wLCJSaWdodCI6MC4wLCJCb3R0b20iOjAuMH0sIlBhZGRpbmciOnsiJGlkIjoiMTg1IiwiVG9wIjowLjAsIkxlZnQiOjAuMCwiUmlnaHQiOjAuMCwiQm90dG9tIjowLjB9LCJCYWNrZ3JvdW5kIjp7IiRpZCI6IjE4NiIsIkNvbG9yIjp7IiRpZCI6IjE4NyIsIkEiOjI1NSwiUiI6MTQsIkciOjQwLCJCIjo2NX19LCJJc1Zpc2libGUiOnRydWUsIldpZHRoIjowLjAsIkhlaWdodCI6MC4wLCJCb3JkZXJTdHlsZSI6eyIkaWQiOiIxODgiLCJMaW5lQ29sb3IiOm51bGwsIkxpbmVXZWlnaHQiOjAuMCwiTGluZVR5cGUiOjAsIlBhcmVudFN0eWxlIjpudWxsfSwiUGFyZW50U3R5bGUiOm51bGx9LCJEYXRlRm9ybWF0Ijp7IiRpZCI6IjE4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AiLCJGb3JtYXQiOjAsIklzVmlzaWJsZSI6ZmFsc2UsIkxhc3RLbm93blZpc2liaWxpdHlTdGF0ZSI6ZmFsc2V9LCJJc1Zpc2libGUiOnRydWUsIlZhcmlhbmNlU3R5bGUiOnsiJGlkIjoiMTkxIiwiVGV4dFN0eWxlIjp7IiRpZCI6IjE5MiIsIkZvbnRTZXR0aW5ncyI6eyIkaWQiOiIxOTMiLCJGb250U2l6ZSI6MTAsIkZvbnROYW1lIjoiQ2FsaWJyaSIsIklzQm9sZCI6ZmFsc2UsIklzSXRhbGljIjpmYWxzZSwiSXNVbmRlcmxpbmVkIjpmYWxzZSwiUGFyZW50U3R5bGUiOm51bGx9LCJBdXRvU2l6ZSI6MCwiRm9yZWdyb3VuZCI6eyIkaWQiOiIxOTQiLCJDb2xvciI6eyIkaWQiOiIxOT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2IiwiVG9wIjowLjAsIkxlZnQiOjAuMCwiUmlnaHQiOjAuMCwiQm90dG9tIjowLjB9LCJQYWRkaW5nIjp7IiRpZCI6IjE5NyIsIlRvcCI6MC4wLCJMZWZ0IjowLjAsIlJpZ2h0IjowLjAsIkJvdHRvbSI6MC4wfSwiQmFja2dyb3VuZCI6eyIkaWQiOiIxOTgiLCJDb2xvciI6eyIkaWQiOiIxOTkiLCJBIjoyNTUsIlIiOjAsIkciOjAsIkIiOjB9fSwiSXNWaXNpYmxlIjp0cnVlLCJXaWR0aCI6MC4wLCJIZWlnaHQiOjAuMCwiQm9yZGVyU3R5bGUiOnsiJGlkIjoiMjAwIiwiTGluZUNvbG9yIjpudWxsLCJMaW5lV2VpZ2h0IjowLjAsIkxpbmVUeXBlIjowLCJQYXJlbnRTdHlsZSI6bnVsbH0sIlBhcmVudFN0eWxlIjpudWxsfSwiUGFyZW50U3R5bGUiOm51bGx9LCJQYXJlbnRTdHlsZSI6bnVsbH0sIkRlZmF1bHRUYXNrU3R5bGUiOnsiJGlkIjoiMjAxIiwiU2hhcGUiOjMsIlNoYXBlVGhpY2tuZXNzIjowLCJEdXJhdGlvbkZvcm1hdCI6MCwiSW5jbHVkZU5vbldvcmtpbmdEYXlzSW5EdXJhdGlvbiI6ZmFsc2UsIlBlcmNlbnRhZ2VDb21wbGV0ZVN0eWxlIjp7IiRpZCI6IjIwMiIsIkZvbnRTZXR0aW5ncyI6eyIkaWQiOiIyMDMiLCJGb250U2l6ZSI6MTAsIkZvbnROYW1lIjoiQ2FsaWJyaSIsIklzQm9sZCI6ZmFsc2UsIklzSXRhbGljIjpmYWxzZSwiSXNVbmRlcmxpbmVkIjpmYWxzZSwiUGFyZW50U3R5bGUiOm51bGx9LCJBdXRvU2l6ZSI6MCwiRm9yZWdyb3VuZCI6eyIkaWQiOiIyMDQiLCJDb2xvciI6eyIkaWQiOiIyMDU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4OSwiUiI6MCwiRyI6MCwiQiI6MH19LCJJc1Zpc2libGUiOnRydWUsIldpZHRoIjowLjAsIkhlaWdodCI6MC4wLCJCb3JkZXJTdHlsZSI6eyIkaWQiOiIyMTAiLCJMaW5lQ29sb3IiOm51bGwsIkxpbmVXZWlnaHQiOjAuMCwiTGluZVR5cGUiOjAsIlBhcmVudFN0eWxlIjpudWxsfSwiUGFyZW50U3R5bGUiOm51bGx9LCJEdXJhdGlvblN0eWxlIjp7IiRpZCI6IjIxMSIsIkZvbnRTZXR0aW5ncyI6eyIkaWQiOiIyMTIiLCJGb250U2l6ZSI6MTAsIkZvbnROYW1lIjoiQ2FsaWJyaSIsIklzQm9sZCI6ZmFsc2UsIklzSXRhbGljIjpmYWxzZSwiSXNVbmRlcmxpbmVkIjpmYWxzZSwiUGFyZW50U3R5bGUiOm51bGx9LCJBdXRvU2l6ZSI6MCwiRm9yZWdyb3VuZCI6eyIkaWQiOiIyMTMiLCJDb2xvciI6eyIkaWQiOiIyMTQ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yMTUiLCJUb3AiOjAuMCwiTGVmdCI6MC4wLCJSaWdodCI6MC4wLCJCb3R0b20iOjAuMH0sIlBhZGRpbmciOnsiJGlkIjoiMjE2IiwiVG9wIjowLjAsIkxlZnQiOjAuMCwiUmlnaHQiOjAuMCwiQm90dG9tIjowLjB9LCJCYWNrZ3JvdW5kIjp7IiRpZCI6IjIxNyIsIkNvbG9yIjp7IiRpZCI6IjIxOCIsIkEiOjI1NSwiUiI6MjM3LCJHIjoxMjUsIkIiOjQ5fX0sIklzVmlzaWJsZSI6dHJ1ZSwiV2lkdGgiOjAuMCwiSGVpZ2h0IjowLjAsIkJvcmRlclN0eWxlIjp7IiRpZCI6IjIxOSIsIkxpbmVDb2xvciI6bnVsbCwiTGluZVdlaWdodCI6MC4wLCJMaW5lVHlwZSI6MCwiUGFyZW50U3R5bGUiOm51bGx9LCJQYXJlbnRTdHlsZSI6bnVsbH0sIkhvcml6b250YWxDb25uZWN0b3JTdHlsZSI6eyIkaWQiOiIyMjAiLCJMaW5lQ29sb3IiOnsiJGlkIjoiMjIxIiwiJHR5cGUiOiJOTFJFLkNvbW1vbi5Eb20uU29saWRDb2xvckJydXNoLCBOTFJFLkNvbW1vbiIsIkNvbG9yIjp7IiRpZCI6IjIyMiIsIkEiOjUxLCJSIjoyMSwiRyI6OTYsIkIiOjEzMH19LCJMaW5lV2VpZ2h0IjoxLjAsIkxpbmVUeXBlIjowLCJQYXJlbnRTdHlsZSI6bnVsbH0sIlZlcnRpY2FsQ29ubmVjdG9yU3R5bGUiOnsiJGlkIjoiMjIzIiwiTGluZUNvbG9yIjp7IiRpZCI6IjIyNCIsIiR0eXBlIjoiTkxSRS5Db21tb24uRG9tLlNvbGlkQ29sb3JCcnVzaCwgTkxSRS5Db21tb24iLCJDb2xvciI6eyIkaWQiOiIyMjU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yMjYiLCJTaGFwZVN0eWxlIjp7IiRpZCI6IjIyNyIsIk1hcmdpbiI6eyIkaWQiOiIyMjgiLCJUb3AiOjAuMCwiTGVmdCI6MC4wLCJSaWdodCI6MC4wLCJCb3R0b20iOjAuMH0sIlBhZGRpbmciOnsiJGlkIjoiMjI5IiwiVG9wIjowLjAsIkxlZnQiOjAuMCwiUmlnaHQiOjAuMCwiQm90dG9tIjowLjB9LCJCYWNrZ3JvdW5kIjp7IiRpZCI6IjIzMCIsIkNvbG9yIjp7IiRpZCI6IjIzMSIsIkEiOjE1MywiUiI6MCwiRyI6MCwiQiI6MH19LCJJc1Zpc2libGUiOnRydWUsIldpZHRoIjowLjAsIkhlaWdodCI6MC4wLCJCb3JkZXJTdHlsZSI6eyIkaWQiOiIyMzIiLCJMaW5lQ29sb3IiOnsiJGlkIjoiMjMzIiwiJHR5cGUiOiJOTFJFLkNvbW1vbi5Eb20uU29saWRDb2xvckJydXNoLCBOTFJFLkNvbW1vbiIsIkNvbG9yIjp7IiRpZCI6IjIzNCIsIkEiOjI1NSwiUiI6MjU1LCJHIjowLCJCIjowfX0sIkxpbmVXZWlnaHQiOjAuMCwiTGluZVR5cGUiOjAsIlBhcmVudFN0eWxlIjpudWxsfSwiUGFyZW50U3R5bGUiOm51bGx9LCJNYXJnaW4iOnsiJGlkIjoiMjM1IiwiVG9wIjowLjAsIkxlZnQiOjAuMCwiUmlnaHQiOjAuMCwiQm90dG9tIjowLjB9LCJQYWRkaW5nIjp7IiRpZCI6IjIzNiIsIlRvcCI6MC4wLCJMZWZ0IjowLjAsIlJpZ2h0IjowLjAsIkJvdHRvbSI6MC4wfSwiQmFja2dyb3VuZCI6bnVsbCwiSXNWaXNpYmxlIjp0cnVlLCJXaWR0aCI6MC4wLCJIZWlnaHQiOjAuMCwiQm9yZGVyU3R5bGUiOm51bGwsIlBhcmVudFN0eWxlIjpudWxsfSwiU2hhcGVTdHlsZSI6eyIkaWQiOiIyMzciLCJNYXJnaW4iOnsiJGlkIjoiMjM4IiwiVG9wIjowLjAsIkxlZnQiOjQuMCwiUmlnaHQiOjQuMCwiQm90dG9tIjowLjB9LCJQYWRkaW5nIjp7IiRpZCI6IjIzOSIsIlRvcCI6MC4wLCJMZWZ0IjowLjAsIlJpZ2h0IjowLjAsIkJvdHRvbSI6MC4wfSwiQmFja2dyb3VuZCI6eyIkaWQiOiIyNDAiLCJDb2xvciI6eyIkaWQiOiIyNDEiLCJBIjoyNTUsIlIiOjIxLCJHIjo5NiwiQiI6MTMwfX0sIklzVmlzaWJsZSI6dHJ1ZSwiV2lkdGgiOjAuMCwiSGVpZ2h0IjoxMC4wLCJCb3JkZXJTdHlsZSI6eyIkaWQiOiIyNDIiLCJMaW5lQ29sb3IiOnsiJGlkIjoiMjQzIiwiJHR5cGUiOiJOTFJFLkNvbW1vbi5Eb20uU29saWRDb2xvckJydXNoLCBOTFJFLkNvbW1vbiIsIkNvbG9yIjp7IiRpZCI6IjI0NCIsIkEiOjI1NSwiUiI6MjM0LCJHIjoyMiwiQiI6MzB9fSwiTGluZVdlaWdodCI6MC4wLCJMaW5lVHlwZSI6MCwiUGFyZW50U3R5bGUiOm51bGx9LCJQYXJlbnRTdHlsZSI6bnVsbH0sIlRpdGxlU3R5bGUiOnsiJGlkIjoiMjQ1IiwiRm9udFNldHRpbmdzIjp7IiRpZCI6IjI0NiIsIkZvbnRTaXplIjoxMSwiRm9udE5hbWUiOiJDYWxpYnJpIiwiSXNCb2xkIjpmYWxzZSwiSXNJdGFsaWMiOmZhbHNlLCJJc1VuZGVybGluZWQiOmZhbHNlLCJQYXJlbnRTdHlsZSI6bnVsbH0sIkF1dG9TaXplIjowLCJGb3JlZ3JvdW5kIjp7IiRpZCI6IjI0NyIsIkNvbG9yIjp7IiRpZCI6IjI0O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yNDkiLCJUb3AiOjAuMCwiTGVmdCI6MC4wLCJSaWdodCI6MC4wLCJCb3R0b20iOjAuMH0sIlBhZGRpbmciOnsiJGlkIjoiMjUwIiwiVG9wIjowLjAsIkxlZnQiOjAuMCwiUmlnaHQiOjAuMCwiQm90dG9tIjowLjB9LCJCYWNrZ3JvdW5kIjp7IiRpZCI6IjI1MSIsIkNvbG9yIjp7IiRpZCI6IjI1MiIsIkEiOjI1NSwiUiI6MCwiRyI6MCwiQiI6MH19LCJJc1Zpc2libGUiOnRydWUsIldpZHRoIjowLjAsIkhlaWdodCI6MC4wLCJCb3JkZXJTdHlsZSI6eyIkaWQiOiIyNTMiLCJMaW5lQ29sb3IiOm51bGwsIkxpbmVXZWlnaHQiOjAuMCwiTGluZVR5cGUiOjAsIlBhcmVudFN0eWxlIjpudWxsfSwiUGFyZW50U3R5bGUiOm51bGx9LCJEYXRlU3R5bGUiOnsiJGlkIjoiMjU0IiwiRm9udFNldHRpbmdzIjp7IiRpZCI6IjI1NSIsIkZvbnRTaXplIjoxMCwiRm9udE5hbWUiOiJDYWxpYnJpIiwiSXNCb2xkIjpmYWxzZSwiSXNJdGFsaWMiOmZhbHNlLCJJc1VuZGVybGluZWQiOmZhbHNlLCJQYXJlbnRTdHlsZSI6bnVsbH0sIkF1dG9TaXplIjowLCJGb3JlZ3JvdW5kIjp7IiRpZCI6IjI1NiIsIkNvbG9yIjp7IiRpZCI6IjI1N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NTgiLCJUb3AiOjAuMCwiTGVmdCI6MC4wLCJSaWdodCI6MC4wLCJCb3R0b20iOjAuMH0sIlBhZGRpbmciOnsiJGlkIjoiMjU5IiwiVG9wIjowLjAsIkxlZnQiOjAuMCwiUmlnaHQiOjAuMCwiQm90dG9tIjowLjB9LCJCYWNrZ3JvdW5kIjp7IiRpZCI6IjI2MCIsIkNvbG9yIjp7IiRpZCI6IjI2MSIsIkEiOjI1NSwiUiI6MTQsIkciOjQwLCJCIjo2NX19LCJJc1Zpc2libGUiOnRydWUsIldpZHRoIjowLjAsIkhlaWdodCI6MC4wLCJCb3JkZXJTdHlsZSI6eyIkaWQiOiIyNjIiLCJMaW5lQ29sb3IiOm51bGwsIkxpbmVXZWlnaHQiOjAuMCwiTGluZVR5cGUiOjAsIlBhcmVudFN0eWxlIjpudWxsfSwiUGFyZW50U3R5bGUiOm51bGx9LCJEYXRlRm9ybWF0Ijp7IiRpZCI6IjI2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QiLCJGb3JtYXQiOjAsIklzVmlzaWJsZSI6ZmFsc2UsIkxhc3RLbm93blZpc2liaWxpdHlTdGF0ZSI6ZmFsc2V9LCJJc1Zpc2libGUiOnRydWUsIlZhcmlhbmNlU3R5bGUiOnsiJGlkIjoiMjY1IiwiVGV4dFN0eWxlIjp7IiRpZCI6IjI2NiIsIkZvbnRTZXR0aW5ncyI6eyIkaWQiOiIyNjciLCJGb250U2l6ZSI6MTAsIkZvbnROYW1lIjoiQ2FsaWJyaSIsIklzQm9sZCI6ZmFsc2UsIklzSXRhbGljIjpmYWxzZSwiSXNVbmRlcmxpbmVkIjpmYWxzZSwiUGFyZW50U3R5bGUiOm51bGx9LCJBdXRvU2l6ZSI6MCwiRm9yZWdyb3VuZCI6eyIkaWQiOiIyNjgiLCJDb2xvciI6eyIkaWQiOiIy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cwIiwiVG9wIjowLjAsIkxlZnQiOjAuMCwiUmlnaHQiOjAuMCwiQm90dG9tIjowLjB9LCJQYWRkaW5nIjp7IiRpZCI6IjI3MSIsIlRvcCI6MC4wLCJMZWZ0IjowLjAsIlJpZ2h0IjowLjAsIkJvdHRvbSI6MC4wfSwiQmFja2dyb3VuZCI6eyIkaWQiOiIyNzIiLCJDb2xvciI6eyIkaWQiOiIyNzMiLCJBIjoyNTUsIlIiOjAsIkciOjAsIkIiOjB9fSwiSXNWaXNpYmxlIjp0cnVlLCJXaWR0aCI6MC4wLCJIZWlnaHQiOjAuMCwiQm9yZGVyU3R5bGUiOnsiJGlkIjoiMjc0IiwiTGluZUNvbG9yIjpudWxsLCJMaW5lV2VpZ2h0IjowLjAsIkxpbmVUeXBlIjowLCJQYXJlbnRTdHlsZSI6bnVsbH0sIlBhcmVudFN0eWxlIjpudWxsfSwiUGFyZW50U3R5bGUiOm51bGx9LCJQYXJlbnRTdHlsZSI6bnVsbCwiX2V4cGxpY2l0bHlTZXQiOnsiJGlkIjoiMjc1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yNzYiLCJHcmlkbGluZVN0eWxlIjp7IiRpZCI6IjI3NyIsIkxpbmVDb2xvciI6eyIkaWQiOiIyNzgiLCIkdHlwZSI6Ik5MUkUuQ29tbW9uLkRvbS5Tb2xpZENvbG9yQnJ1c2gsIE5MUkUuQ29tbW9uIiwiQ29sb3IiOnsiJGlkIjoiMjc5IiwiQSI6MzgsIlIiOjkxLCJHIjoxNTUsIkIiOjIxM319LCJMaW5lV2VpZ2h0IjoxLjAsIkxpbmVUeXBlIjowLCJQYXJlbnRTdHlsZSI6bnVsbH0sIk1hcmdpbiI6eyIkaWQiOiIyODAiLCJUb3AiOjAuMCwiTGVmdCI6MC4wLCJSaWdodCI6MC4wLCJCb3R0b20iOjAuMH0sIlBhZGRpbmciOnsiJGlkIjoiMjgxIiwiVG9wIjowLjAsIkxlZnQiOjAuMCwiUmlnaHQiOjAuMCwiQm90dG9tIjowLjB9LCJCYWNrZ3JvdW5kIjpudWxsLCJJc1Zpc2libGUiOnRydWUsIldpZHRoIjowLjAsIkhlaWdodCI6MC4wLCJCb3JkZXJTdHlsZSI6eyIkaWQiOiIyODIiLCJMaW5lQ29sb3IiOm51bGwsIkxpbmVXZWlnaHQiOjAuMCwiTGluZVR5cGUiOjAsIlBhcmVudFN0eWxlIjpudWxsfSwiUGFyZW50U3R5bGUiOm51bGx9LCJBY3Rpdml0eUxpbmVQYW5lbFN0eWxlIjp7IiRpZCI6IjI4MyIsIkFjdGl2aXR5TGluZVN0eWxlIjp7IiRpZCI6IjI4NCIsIkxpbmVDb2xvciI6eyIkaWQiOiIyODUiLCIkdHlwZSI6Ik5MUkUuQ29tbW9uLkRvbS5Tb2xpZENvbG9yQnJ1c2gsIE5MUkUuQ29tbW9uIiwiQ29sb3IiOnsiJGlkIjoiMjg2IiwiQSI6MzgsIlIiOjY4LCJHIjoxMTQsIkIiOjE5Nn19LCJMaW5lV2VpZ2h0IjoxLjAsIkxpbmVUeXBlIjowLCJQYXJlbnRTdHlsZSI6bnVsbH0sIk1hcmdpbiI6eyIkaWQiOiIyODciLCJUb3AiOjAuMCwiTGVmdCI6MC4wLCJSaWdodCI6MC4wLCJCb3R0b20iOjAuMH0sIlBhZGRpbmciOnsiJGlkIjoiMjg4IiwiVG9wIjowLjAsIkxlZnQiOjAuMCwiUmlnaHQiOjAuMCwiQm90dG9tIjowLjB9LCJCYWNrZ3JvdW5kIjpudWxsLCJJc1Zpc2libGUiOnRydWUsIldpZHRoIjowLjAsIkhlaWdodCI6MC4wLCJCb3JkZXJTdHlsZSI6eyIkaWQiOiIyODkiLCJMaW5lQ29sb3IiOm51bGwsIkxpbmVXZWlnaHQiOjAuMCwiTGluZVR5cGUiOjAsIlBhcmVudFN0eWxlIjpudWxsfSwiUGFyZW50U3R5bGUiOm51bGx9LCJfc2VsZWN0ZWRUaGVtZVByZXNldENvbG9ycyI6eyIkaWQiOiIyOTAiLCJUZXh0TGlnaHQiOnsiJGlkIjoiMjkxIiwiQSI6MjU1LCJSIjoyNTUsIkciOjI1NSwiQiI6MjU1fSwiVGV4dERhcmsiOnsiJGlkIjoiMjkyIiwiQSI6MjU1LCJSIjowLCJHIjowLCJCIjowfSwiQWNjZW50MSI6eyIkaWQiOiIyOTMiLCJBIjoyNTUsIlIiOjIzMiwiRyI6MjMyLCJCIjoyMzJ9LCJBY2NlbnQyIjp7IiRpZCI6IjI5NCIsIkEiOjI1NSwiUiI6MTQsIkciOjQwLCJCIjo2NX0sIkFjY2VudDMiOnsiJGlkIjoiMjk1IiwiQSI6MjU1LCJSIjoyMSwiRyI6OTYsIkIiOjEzMH0sIkFjY2VudDQiOnsiJGlkIjoiMjk2IiwiQSI6MjU1LCJSIjoyMzMsIkciOjExMywiQiI6NTB9LCJBY2NlbnQ1Ijp7IiRpZCI6IjI5NyIsIkEiOjI1NSwiUiI6MjUsIkciOjEwNywiQiI6MzZ9LCJBY2NlbnQ2Ijp7IiRpZCI6IjI5OCIsIkEiOjI1NSwiUiI6MTUsIkciOjE1OCwiQiI6MjEzfSwiQWNjZW50NyI6eyIkaWQiOiIyOTkiLCJBIjoyNTUsIlIiOjE2MCwiRyI6NDMsIkIiOjE0N30sIkFjY2VudDgiOnsiJGlkIjoiMzAwIiwiQSI6MjU1LCJSIjo3OCwiRyI6MTY3LCJCIjo0Nn19LCJTaG93RWxhcHNlZFRpbWVHcmFkaWVudFN0eWxlIjpmYWxzZSwiVGltZWJhbmRSZXNlcnZlZExlZnRBcmVhU3R5bGUiOnsiJGlkIjoiMzAxIiwiQWN0aXZpdHlIZWFkZXJXaWR0aCI6MC4wLCJJc1NldCI6ZmFsc2V9LCJEZWZhdWx0U3dpbWxhbmVTdHlsZSI6bnVsbCwiRGVmYXVsdFN3aW1sYW5lVjJTdHlsZSI6eyIkaWQiOiIzMDIiLCJTdHlsZUlkIjoiMzMyY2ZiMTMtYjQwMS00ZWMzLWI2NTUtNzM5NjhkMDRkNzQ5IiwiSGVhZGVyU3R5bGUiOnsiJGlkIjoiMzAzIiwiVGV4dElzVmVydGljYWwiOmZhbHNlLCJUZXh0U3R5bGUiOnsiJGlkIjoiMzA0IiwiRm9udFNldHRpbmdzIjp7IiRpZCI6IjMwNSIsIkZvbnRTaXplIjoxMSwiRm9udE5hbWUiOiJDYWxpYnJpIiwiSXNCb2xkIjpmYWxzZSwiSXNJdGFsaWMiOmZhbHNlLCJJc1VuZGVybGluZWQiOmZhbHNlLCJQYXJlbnRTdHlsZSI6bnVsbH0sIkF1dG9TaXplIjoyLCJGb3JlZ3JvdW5kIjp7IiRpZCI6IjMwNiIsIkNvbG9yIjp7IiRpZCI6IjMwNy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MwOCIsIlRvcCI6MC4wLCJMZWZ0IjowLjAsIlJpZ2h0IjowLjAsIkJvdHRvbSI6MC4wfSwiUGFkZGluZyI6eyIkaWQiOiIzMDkiLCJUb3AiOjAuMCwiTGVmdCI6MC4wLCJSaWdodCI6MC4wLCJCb3R0b20iOjAuMH0sIkJhY2tncm91bmQiOnsiJGlkIjoiMzEwIiwiQ29sb3IiOnsiJGlkIjoiMzExIiwiQSI6MjU1LCJSIjoyNTUsIkciOjI1NSwiQiI6MjU1fX0sIklzVmlzaWJsZSI6dHJ1ZSwiV2lkdGgiOjAuMCwiSGVpZ2h0IjowLjAsIkJvcmRlclN0eWxlIjpudWxsLCJQYXJlbnRTdHlsZSI6bnVsbH0sIlJlY3RhbmdsZVN0eWxlIjp7IiRpZCI6IjMxMiIsIk1hcmdpbiI6eyIkaWQiOiIzMTMiLCJUb3AiOjAuMCwiTGVmdCI6MC4wLCJSaWdodCI6MC4wLCJCb3R0b20iOjAuMH0sIlBhZGRpbmciOnsiJGlkIjoiMzE0IiwiVG9wIjowLjAsIkxlZnQiOjAuMCwiUmlnaHQiOjAuMCwiQm90dG9tIjowLjB9LCJCYWNrZ3JvdW5kIjp7IiRpZCI6IjMxNSIsIkNvbG9yIjp7IiRpZCI6IjMxNiIsIkEiOjI1NSwiUiI6MjEsIkciOjk2LCJCIjoxMzB9fSwiSXNWaXNpYmxlIjp0cnVlLCJXaWR0aCI6MC4wLCJIZWlnaHQiOjAuMCwiQm9yZGVyU3R5bGUiOnsiJGlkIjoiMzE3IiwiTGluZUNvbG9yIjp7IiRpZCI6IjMxOCIsIiR0eXBlIjoiTkxSRS5Db21tb24uRG9tLlNvbGlkQ29sb3JCcnVzaCwgTkxSRS5Db21tb24iLCJDb2xvciI6eyIkaWQiOiIzMTkiLCJBIjoyNTUsIlIiOjI1NSwiRyI6MjU1LCJCIjoyNTV9fSwiTGluZVdlaWdodCI6MC4wLCJMaW5lVHlwZSI6MCwiUGFyZW50U3R5bGUiOm51bGx9LCJQYXJlbnRTdHlsZSI6bnVsbH0sIk1hcmdpbiI6eyIkaWQiOiIzMjAiLCJUb3AiOjAuMCwiTGVmdCI6MC4wLCJSaWdodCI6MC4wLCJCb3R0b20iOjAuMH0sIlBhZGRpbmciOnsiJGlkIjoiMzIxIiwiVG9wIjowLjAsIkxlZnQiOjAuMCwiUmlnaHQiOjAuMCwiQm90dG9tIjowLjB9LCJCYWNrZ3JvdW5kIjpudWxsLCJJc1Zpc2libGUiOnRydWUsIldpZHRoIjowLjAsIkhlaWdodCI6MC4wLCJCb3JkZXJTdHlsZSI6bnVsbCwiUGFyZW50U3R5bGUiOm51bGx9LCJCYWNrZ3JvdW5kU3R5bGUiOnsiJGlkIjoiMzIyIiwiTWFyZ2luIjp7IiRpZCI6IjMyMyIsIlRvcCI6MC4wLCJMZWZ0IjowLjAsIlJpZ2h0IjowLjAsIkJvdHRvbSI6MC4wfSwiUGFkZGluZyI6eyIkaWQiOiIzMjQiLCJUb3AiOjAuMCwiTGVmdCI6MC4wLCJSaWdodCI6MC4wLCJCb3R0b20iOjAuMH0sIkJhY2tncm91bmQiOnsiJGlkIjoiMzI1IiwiQ29sb3IiOnsiJGlkIjoiMzI2IiwiQSI6NTEsIlIiOjIwMCwiRyI6MjAwLCJCIjoyMDB9fSwiSXNWaXNpYmxlIjp0cnVlLCJXaWR0aCI6MC4wLCJIZWlnaHQiOjAuMCwiQm9yZGVyU3R5bGUiOnsiJGlkIjoiMzI3IiwiTGluZUNvbG9yIjp7IiRpZCI6IjMyOCIsIiR0eXBlIjoiTkxSRS5Db21tb24uRG9tLlNvbGlkQ29sb3JCcnVzaCwgTkxSRS5Db21tb24iLCJDb2xvciI6eyIkaWQiOiIzMjkiLCJBIjoyNTUsIlIiOjIzNCwiRyI6MjIsIkIiOjMwfX0sIkxpbmVXZWlnaHQiOjAuMCwiTGluZVR5cGUiOjAsIlBhcmVudFN0eWxlIjpudWxsfSwiUGFyZW50U3R5bGUiOm51bGx9LCJJc0Fib3ZlVGltZWJhbmQiOmZhbHNlLCJTcGFjaW5nIjozLCJEZWZhdWx0U3dpbWxhbmVUYXNrU3R5bGUiOnsiJGlkIjoiMzMwIiwiJHR5cGUiOiJOTFJFLkNvbW1vbi5Eb20uU3R5bGVzLkV4cGxpY2l0U2V0YWJsZVRhc2tTdHlsZSwgTkxSRS5Db21tb24iLCJTaGFwZSI6MSwiU2hhcGVUaGlja25lc3MiOjAsIkR1cmF0aW9uRm9ybWF0IjowLCJJbmNsdWRlTm9uV29ya2luZ0RheXNJbkR1cmF0aW9uIjpmYWxzZSwiUGVyY2VudGFnZUNvbXBsZXRlU3R5bGUiOnsiJGlkIjoiMzMxIiwiRm9udFNldHRpbmdzIjp7IiRpZCI6IjMzMiIsIkZvbnRTaXplIjoxMCwiRm9udE5hbWUiOiJDYWxpYnJpIiwiSXNCb2xkIjpmYWxzZSwiSXNJdGFsaWMiOmZhbHNlLCJJc1VuZGVybGluZWQiOmZhbHNlLCJQYXJlbnRTdHlsZSI6bnVsbH0sIkF1dG9TaXplIjowLCJGb3JlZ3JvdW5kIjp7IiRpZCI6IjMzMyIsIkNvbG9yIjp7IiRpZCI6IjMz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zMzUiLCJUb3AiOjAuMCwiTGVmdCI6MC4wLCJSaWdodCI6MC4wLCJCb3R0b20iOjAuMH0sIlBhZGRpbmciOnsiJGlkIjoiMzM2IiwiVG9wIjowLjAsIkxlZnQiOjAuMCwiUmlnaHQiOjAuMCwiQm90dG9tIjowLjB9LCJCYWNrZ3JvdW5kIjp7IiRpZCI6IjMzNyIsIkNvbG9yIjp7IiRpZCI6IjMzOCIsIkEiOjg5LCJSIjowLCJHIjowLCJCIjowfX0sIklzVmlzaWJsZSI6dHJ1ZSwiV2lkdGgiOjAuMCwiSGVpZ2h0IjowLjAsIkJvcmRlclN0eWxlIjp7IiRpZCI6IjMzOSIsIkxpbmVDb2xvciI6bnVsbCwiTGluZVdlaWdodCI6MC4wLCJMaW5lVHlwZSI6MCwiUGFyZW50U3R5bGUiOm51bGx9LCJQYXJlbnRTdHlsZSI6bnVsbH0sIkR1cmF0aW9uU3R5bGUiOnsiJGlkIjoiMzQwIiwiRm9udFNldHRpbmdzIjp7IiRpZCI6IjM0MSIsIkZvbnRTaXplIjoxMCwiRm9udE5hbWUiOiJDYWxpYnJpIiwiSXNCb2xkIjpmYWxzZSwiSXNJdGFsaWMiOmZhbHNlLCJJc1VuZGVybGluZWQiOmZhbHNlLCJQYXJlbnRTdHlsZSI6bnVsbH0sIkF1dG9TaXplIjowLCJGb3JlZ3JvdW5kIjp7IiRpZCI6IjM0MiIsIkNvbG9yIjp7IiRpZCI6IjM0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M0NCIsIlRvcCI6MC4wLCJMZWZ0IjowLjAsIlJpZ2h0IjowLjAsIkJvdHRvbSI6MC4wfSwiUGFkZGluZyI6eyIkaWQiOiIzNDUiLCJUb3AiOjAuMCwiTGVmdCI6MC4wLCJSaWdodCI6MC4wLCJCb3R0b20iOjAuMH0sIkJhY2tncm91bmQiOnsiJGlkIjoiMzQ2IiwiQ29sb3IiOnsiJGlkIjoiMzQ3IiwiQSI6MjU1LCJSIjoyMzcsIkciOjEyNSwiQiI6NDl9fSwiSXNWaXNpYmxlIjp0cnVlLCJXaWR0aCI6MC4wLCJIZWlnaHQiOjAuMCwiQm9yZGVyU3R5bGUiOnsiJGlkIjoiMzQ4IiwiTGluZUNvbG9yIjpudWxsLCJMaW5lV2VpZ2h0IjowLjAsIkxpbmVUeXBlIjowLCJQYXJlbnRTdHlsZSI6bnVsbH0sIlBhcmVudFN0eWxlIjpudWxsfSwiSG9yaXpvbnRhbENvbm5lY3RvclN0eWxlIjp7IiRpZCI6IjM0OSIsIkxpbmVDb2xvciI6eyIkaWQiOiIzNTAiLCIkdHlwZSI6Ik5MUkUuQ29tbW9uLkRvbS5Tb2xpZENvbG9yQnJ1c2gsIE5MUkUuQ29tbW9uIiwiQ29sb3IiOnsiJGlkIjoiMzUxIiwiQSI6MjU1LCJSIjowLCJHIjowLCJCIjowfX0sIkxpbmVXZWlnaHQiOjAuMCwiTGluZVR5cGUiOjAsIlBhcmVudFN0eWxlIjpudWxsfSwiVmVydGljYWxDb25uZWN0b3JTdHlsZSI6eyIkaWQiOiIzNTIiLCJMaW5lQ29sb3IiOnsiJGlkIjoiMzUzIiwiJHR5cGUiOiJOTFJFLkNvbW1vbi5Eb20uU29saWRDb2xvckJydXNoLCBOTFJFLkNvbW1vbiIsIkNvbG9yIjp7IiRpZCI6IjM1NC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M1NSIsIlNoYXBlU3R5bGUiOnsiJGlkIjoiMzU2IiwiTWFyZ2luIjp7IiRpZCI6IjM1NyIsIlRvcCI6MC4wLCJMZWZ0IjowLjAsIlJpZ2h0IjowLjAsIkJvdHRvbSI6MC4wfSwiUGFkZGluZyI6eyIkaWQiOiIzNTgiLCJUb3AiOjAuMCwiTGVmdCI6MC4wLCJSaWdodCI6MC4wLCJCb3R0b20iOjAuMH0sIkJhY2tncm91bmQiOnsiJGlkIjoiMzU5IiwiQ29sb3IiOnsiJGlkIjoiMzYwIiwiQSI6MTUzLCJSIjowLCJHIjowLCJCIjowfX0sIklzVmlzaWJsZSI6dHJ1ZSwiV2lkdGgiOjAuMCwiSGVpZ2h0IjowLjAsIkJvcmRlclN0eWxlIjp7IiRpZCI6IjM2MSIsIkxpbmVDb2xvciI6eyIkaWQiOiIzNjIiLCIkdHlwZSI6Ik5MUkUuQ29tbW9uLkRvbS5Tb2xpZENvbG9yQnJ1c2gsIE5MUkUuQ29tbW9uIiwiQ29sb3IiOnsiJGlkIjoiMzYzIiwiQSI6MjU1LCJSIjoyNTUsIkciOjAsIkIiOjB9fSwiTGluZVdlaWdodCI6MC4wLCJMaW5lVHlwZSI6MCwiUGFyZW50U3R5bGUiOm51bGx9LCJQYXJlbnRTdHlsZSI6bnVsbH0sIk1hcmdpbiI6eyIkaWQiOiIzNjQiLCJUb3AiOjAuMCwiTGVmdCI6MC4wLCJSaWdodCI6MC4wLCJCb3R0b20iOjAuMH0sIlBhZGRpbmciOnsiJGlkIjoiMzY1IiwiVG9wIjowLjAsIkxlZnQiOjAuMCwiUmlnaHQiOjAuMCwiQm90dG9tIjowLjB9LCJCYWNrZ3JvdW5kIjpudWxsLCJJc1Zpc2libGUiOnRydWUsIldpZHRoIjowLjAsIkhlaWdodCI6MC4wLCJCb3JkZXJTdHlsZSI6bnVsbCwiUGFyZW50U3R5bGUiOm51bGx9LCJTaGFwZVN0eWxlIjp7IiRpZCI6IjM2NiIsIk1hcmdpbiI6eyIkaWQiOiIzNjciLCJUb3AiOjAuMCwiTGVmdCI6NC4wLCJSaWdodCI6NC4wLCJCb3R0b20iOjAuMH0sIlBhZGRpbmciOnsiJGlkIjoiMzY4IiwiVG9wIjowLjAsIkxlZnQiOjAuMCwiUmlnaHQiOjAuMCwiQm90dG9tIjowLjB9LCJCYWNrZ3JvdW5kIjp7IiRpZCI6IjM2OSIsIkNvbG9yIjp7IiRpZCI6IjM3MCIsIkEiOjI1NSwiUiI6MjEsIkciOjk2LCJCIjoxMzB9fSwiSXNWaXNpYmxlIjp0cnVlLCJXaWR0aCI6MC4wLCJIZWlnaHQiOjEwLjAsIkJvcmRlclN0eWxlIjp7IiRpZCI6IjM3MSIsIkxpbmVDb2xvciI6eyIkaWQiOiIzNzIiLCIkdHlwZSI6Ik5MUkUuQ29tbW9uLkRvbS5Tb2xpZENvbG9yQnJ1c2gsIE5MUkUuQ29tbW9uIiwiQ29sb3IiOnsiJGlkIjoiMzczIiwiQSI6MjU1LCJSIjoyMzQsIkciOjIyLCJCIjozMH19LCJMaW5lV2VpZ2h0IjowLjAsIkxpbmVUeXBlIjowLCJQYXJlbnRTdHlsZSI6bnVsbH0sIlBhcmVudFN0eWxlIjpudWxsfSwiVGl0bGVTdHlsZSI6eyIkaWQiOiIzNzQiLCJGb250U2V0dGluZ3MiOnsiJGlkIjoiMzc1IiwiRm9udFNpemUiOjExLCJGb250TmFtZSI6IkNhbGlicmkiLCJJc0JvbGQiOmZhbHNlLCJJc0l0YWxpYyI6ZmFsc2UsIklzVW5kZXJsaW5lZCI6ZmFsc2UsIlBhcmVudFN0eWxlIjpudWxsfSwiQXV0b1NpemUiOjAsIkZvcmVncm91bmQiOnsiJGlkIjoiMzc2IiwiQ29sb3IiOnsiJGlkIjoiMzc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3OCIsIlRvcCI6MC4wLCJMZWZ0IjowLjAsIlJpZ2h0IjowLjAsIkJvdHRvbSI6MC4wfSwiUGFkZGluZyI6eyIkaWQiOiIzNzkiLCJUb3AiOjAuMCwiTGVmdCI6MC4wLCJSaWdodCI6MC4wLCJCb3R0b20iOjAuMH0sIkJhY2tncm91bmQiOnsiJGlkIjoiMzgwIiwiQ29sb3IiOnsiJGlkIjoiMzgxIiwiQSI6MjU1LCJSIjowLCJHIjowLCJCIjowfX0sIklzVmlzaWJsZSI6dHJ1ZSwiV2lkdGgiOjAuMCwiSGVpZ2h0IjowLjAsIkJvcmRlclN0eWxlIjp7IiRpZCI6IjM4MiIsIkxpbmVDb2xvciI6bnVsbCwiTGluZVdlaWdodCI6MC4wLCJMaW5lVHlwZSI6MCwiUGFyZW50U3R5bGUiOm51bGx9LCJQYXJlbnRTdHlsZSI6bnVsbH0sIkRhdGVTdHlsZSI6eyIkaWQiOiIzODMiLCJGb250U2V0dGluZ3MiOnsiJGlkIjoiMzg0IiwiRm9udFNpemUiOjEwLCJGb250TmFtZSI6IkNhbGlicmkiLCJJc0JvbGQiOmZhbHNlLCJJc0l0YWxpYyI6ZmFsc2UsIklzVW5kZXJsaW5lZCI6ZmFsc2UsIlBhcmVudFN0eWxlIjpudWxsfSwiQXV0b1NpemUiOjAsIkZvcmVncm91bmQiOnsiJGlkIjoiMzg1IiwiQ29sb3IiOnsiJGlkIjoiMzg2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M4NyIsIlRvcCI6MC4wLCJMZWZ0IjowLjAsIlJpZ2h0IjowLjAsIkJvdHRvbSI6MC4wfSwiUGFkZGluZyI6eyIkaWQiOiIzODgiLCJUb3AiOjAuMCwiTGVmdCI6MC4wLCJSaWdodCI6MC4wLCJCb3R0b20iOjAuMH0sIkJhY2tncm91bmQiOnsiJGlkIjoiMzg5IiwiQ29sb3IiOnsiJGlkIjoiMzkwIiwiQSI6MjU1LCJSIjoxNCwiRyI6NDAsIkIiOjY1fX0sIklzVmlzaWJsZSI6dHJ1ZSwiV2lkdGgiOjAuMCwiSGVpZ2h0IjowLjAsIkJvcmRlclN0eWxlIjp7IiRpZCI6IjM5MSIsIkxpbmVDb2xvciI6bnVsbCwiTGluZVdlaWdodCI6MC4wLCJMaW5lVHlwZSI6MCwiUGFyZW50U3R5bGUiOm51bGx9LCJQYXJlbnRTdHlsZSI6bnVsbH0sIkRhdGVGb3JtYXQiOnsiJGlkIjoiMz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5MyIsIkZvcm1hdCI6MCwiSXNWaXNpYmxlIjpmYWxzZSwiTGFzdEtub3duVmlzaWJpbGl0eVN0YXRlIjpmYWxzZX0sIklzVmlzaWJsZSI6dHJ1ZSwiVmFyaWFuY2VTdHlsZSI6eyIkaWQiOiIzOTQiLCJUZXh0U3R5bGUiOnsiJGlkIjoiMzk1IiwiRm9udFNldHRpbmdzIjp7IiRpZCI6IjM5NiIsIkZvbnRTaXplIjoxMCwiRm9udE5hbWUiOiJDYWxpYnJpIiwiSXNCb2xkIjpmYWxzZSwiSXNJdGFsaWMiOmZhbHNlLCJJc1VuZGVybGluZWQiOmZhbHNlLCJQYXJlbnRTdHlsZSI6bnVsbH0sIkF1dG9TaXplIjowLCJGb3JlZ3JvdW5kIjp7IiRpZCI6IjM5NyIsIkNvbG9yIjp7IiRpZCI6IjM5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TkiLCJUb3AiOjAuMCwiTGVmdCI6MC4wLCJSaWdodCI6MC4wLCJCb3R0b20iOjAuMH0sIlBhZGRpbmciOnsiJGlkIjoiNDAwIiwiVG9wIjowLjAsIkxlZnQiOjAuMCwiUmlnaHQiOjAuMCwiQm90dG9tIjowLjB9LCJCYWNrZ3JvdW5kIjp7IiRpZCI6IjQwMSIsIkNvbG9yIjp7IiRpZCI6IjQwMiIsIkEiOjI1NSwiUiI6MCwiRyI6MCwiQiI6MH19LCJJc1Zpc2libGUiOnRydWUsIldpZHRoIjowLjAsIkhlaWdodCI6MC4wLCJCb3JkZXJTdHlsZSI6eyIkaWQiOiI0MDMiLCJMaW5lQ29sb3IiOm51bGwsIkxpbmVXZWlnaHQiOjAuMCwiTGluZVR5cGUiOjAsIlBhcmVudFN0eWxlIjpudWxsfSwiUGFyZW50U3R5bGUiOm51bGx9LCJQYXJlbnRTdHlsZSI6bnVsbH0sIlBhcmVudFN0eWxlIjpudWxsLCJfZXhwbGljaXRseVNldCI6eyIkaWQiOiI0MD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MDUiLCJTaGFwZSI6MSwiQ29ubmVjdG9yTWFyZ2luIjp7IiRpZCI6IjQwNiIsIlRvcCI6MC4wLCJMZWZ0IjoyLjAsIlJpZ2h0IjoyLjAsIkJvdHRvbSI6MC4wfSwiQ29ubmVjdG9yU3R5bGUiOnsiJGlkIjoiNDA3IiwiTGluZUNvbG9yIjp7IiRpZCI6IjQwOCIsIiR0eXBlIjoiTkxSRS5Db21tb24uRG9tLlNvbGlkQ29sb3JCcnVzaCwgTkxSRS5Db21tb24iLCJDb2xvciI6eyIkaWQiOiI0MDkiLCJBIjoxMjcsIlIiOjExLCJHIjo0OCwiQiI6NjV9fSwiTGluZVdlaWdodCI6MS4wLCJMaW5lVHlwZSI6MCwiUGFyZW50U3R5bGUiOm51bGx9LCJJc0JlbG93VGltZWJhbmQiOmZhbHNlLCJQb3NpdGlvbk9uVGFzayI6MSwiSGlkZURhdGUiOmZhbHNlLCJTaGFwZVNpemUiOjAsIlNwYWNpbmciOjAuMCwiUGFkZGluZyI6eyIkaWQiOiI0MTAiLCJUb3AiOjUuMCwiTGVmdCI6My4wLCJSaWdodCI6MC4wLCJCb3R0b20iOjIuMH0sIlNoYXBlU3R5bGUiOnsiJGlkIjoiNDExIiwiTWFyZ2luIjp7IiRpZCI6IjQxMiIsIlRvcCI6MC4wLCJMZWZ0IjowLjAsIlJpZ2h0IjowLjAsIkJvdHRvbSI6MC4wfSwiUGFkZGluZyI6eyIkaWQiOiI0MTMiLCJUb3AiOjAuMCwiTGVmdCI6MC4wLCJSaWdodCI6MC4wLCJCb3R0b20iOjAuMH0sIkJhY2tncm91bmQiOnsiJGlkIjoiNDE0IiwiQ29sb3IiOnsiJGlkIjoiNDE1IiwiQSI6MjU1LCJSIjoxMSwiRyI6NDgsIkIiOjY1fX0sIklzVmlzaWJsZSI6dHJ1ZSwiV2lkdGgiOjEyLjAsIkhlaWdodCI6MTQuMCwiQm9yZGVyU3R5bGUiOnsiJGlkIjoiNDE2IiwiTGluZUNvbG9yIjp7IiRpZCI6IjQxNyIsIiR0eXBlIjoiTkxSRS5Db21tb24uRG9tLlNvbGlkQ29sb3JCcnVzaCwgTkxSRS5Db21tb24iLCJDb2xvciI6eyIkaWQiOiI0MTgiLCJBIjoyNTUsIlIiOjI1NSwiRyI6MCwiQiI6MH19LCJMaW5lV2VpZ2h0IjowLjAsIkxpbmVUeXBlIjowLCJQYXJlbnRTdHlsZSI6bnVsbH0sIlBhcmVudFN0eWxlIjpudWxsfSwiVGl0bGVTdHlsZSI6eyIkaWQiOiI0MTkiLCJGb250U2V0dGluZ3MiOnsiJGlkIjoiNDIwIiwiRm9udFNpemUiOjExLCJGb250TmFtZSI6IkNhbGlicmkiLCJJc0JvbGQiOmZhbHNlLCJJc0l0YWxpYyI6ZmFsc2UsIklzVW5kZXJsaW5lZCI6ZmFsc2UsIlBhcmVudFN0eWxlIjpudWxsfSwiQXV0b1NpemUiOjAsIkZvcmVncm91bmQiOnsiJGlkIjoiNDIxIiwiQ29sb3IiOnsiJGlkIjoiNDI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yMyIsIlRvcCI6MC4wLCJMZWZ0IjowLjAsIlJpZ2h0IjowLjAsIkJvdHRvbSI6MC4wfSwiUGFkZGluZyI6eyIkaWQiOiI0MjQiLCJUb3AiOjAuMCwiTGVmdCI6MC4wLCJSaWdodCI6MC4wLCJCb3R0b20iOjAuMH0sIkJhY2tncm91bmQiOnsiJGlkIjoiNDI1IiwiQ29sb3IiOnsiJGlkIjoiNDI2IiwiQSI6MjU1LCJSIjowLCJHIjowLCJCIjowfX0sIklzVmlzaWJsZSI6dHJ1ZSwiV2lkdGgiOjAuMCwiSGVpZ2h0IjowLjAsIkJvcmRlclN0eWxlIjp7IiRpZCI6IjQyNyIsIkxpbmVDb2xvciI6bnVsbCwiTGluZVdlaWdodCI6MC4wLCJMaW5lVHlwZSI6MCwiUGFyZW50U3R5bGUiOm51bGx9LCJQYXJlbnRTdHlsZSI6bnVsbH0sIkRhdGVTdHlsZSI6eyIkaWQiOiI0MjgiLCJGb250U2V0dGluZ3MiOnsiJGlkIjoiNDI5IiwiRm9udFNpemUiOjEwLCJGb250TmFtZSI6IkNhbGlicmkiLCJJc0JvbGQiOmZhbHNlLCJJc0l0YWxpYyI6ZmFsc2UsIklzVW5kZXJsaW5lZCI6ZmFsc2UsIlBhcmVudFN0eWxlIjpudWxsfSwiQXV0b1NpemUiOjAsIkZvcmVncm91bmQiOnsiJGlkIjoiNDMwIiwiQ29sb3IiOnsiJGlkIjoiNDM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QzMiIsIlRvcCI6MC4wLCJMZWZ0IjowLjAsIlJpZ2h0IjowLjAsIkJvdHRvbSI6MC4wfSwiUGFkZGluZyI6eyIkaWQiOiI0MzMiLCJUb3AiOjAuMCwiTGVmdCI6MC4wLCJSaWdodCI6MC4wLCJCb3R0b20iOjAuMH0sIkJhY2tncm91bmQiOnsiJGlkIjoiNDM0IiwiQ29sb3IiOnsiJGlkIjoiNDM1IiwiQSI6MjU1LCJSIjoxNCwiRyI6NDAsIkIiOjY1fX0sIklzVmlzaWJsZSI6dHJ1ZSwiV2lkdGgiOjAuMCwiSGVpZ2h0IjowLjAsIkJvcmRlclN0eWxlIjp7IiRpZCI6IjQzNiIsIkxpbmVDb2xvciI6bnVsbCwiTGluZVdlaWdodCI6MC4wLCJMaW5lVHlwZSI6MCwiUGFyZW50U3R5bGUiOm51bGx9LCJQYXJlbnRTdHlsZSI6bnVsbH0sIkRhdGVGb3JtYXQiOnsiJGlkIjoiND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OCIsIkZvcm1hdCI6MCwiSXNWaXNpYmxlIjpmYWxzZSwiTGFzdEtub3duVmlzaWJpbGl0eVN0YXRlIjpmYWxzZX0sIklzVmlzaWJsZSI6dHJ1ZSwiVmFyaWFuY2VTdHlsZSI6eyIkaWQiOiI0MzkiLCJUZXh0U3R5bGUiOnsiJGlkIjoiNDQwIiwiRm9udFNldHRpbmdzIjp7IiRpZCI6IjQ0MSIsIkZvbnRTaXplIjoxMCwiRm9udE5hbWUiOiJDYWxpYnJpIiwiSXNCb2xkIjpmYWxzZSwiSXNJdGFsaWMiOmZhbHNlLCJJc1VuZGVybGluZWQiOmZhbHNlLCJQYXJlbnRTdHlsZSI6bnVsbH0sIkF1dG9TaXplIjowLCJGb3JlZ3JvdW5kIjp7IiRpZCI6IjQ0MiIsIkNvbG9yIjp7IiRpZCI6IjQ0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DQiLCJUb3AiOjAuMCwiTGVmdCI6MC4wLCJSaWdodCI6MC4wLCJCb3R0b20iOjAuMH0sIlBhZGRpbmciOnsiJGlkIjoiNDQ1IiwiVG9wIjowLjAsIkxlZnQiOjAuMCwiUmlnaHQiOjAuMCwiQm90dG9tIjowLjB9LCJCYWNrZ3JvdW5kIjp7IiRpZCI6IjQ0NiIsIkNvbG9yIjp7IiRpZCI6IjQ0NyIsIkEiOjI1NSwiUiI6MCwiRyI6MCwiQiI6MH19LCJJc1Zpc2libGUiOnRydWUsIldpZHRoIjowLjAsIkhlaWdodCI6MC4wLCJCb3JkZXJTdHlsZSI6eyIkaWQiOiI0NDgiLCJMaW5lQ29sb3IiOm51bGwsIkxpbmVXZWlnaHQiOjAuMCwiTGluZVR5cGUiOjAsIlBhcmVudFN0eWxlIjpudWxsfSwiUGFyZW50U3R5bGUiOm51bGx9LCJQYXJlbnRTdHlsZSI6bnVsbH0sIlBhcmVudFN0eWxlIjpudWxsfSwiRGVmYXVsdFN3aW1sYW5lTWlsZXN0b25lU3R5bGUiOnsiJGlkIjoiNDQ5IiwiVGl0bGVQb3NpdGlvbiI6IkxlZnQiLCJEYXRlUG9zaXRpb24iOiJSaWdodCIsIlZhcmlhbmNlUG9zaXRpb24iOiJSaWdodCIsIlNoYXBlVHlwZSI6MSwiU2hhcGVTaXplIjowLCJTcGFjaW5nIjo1LCJTaGFwZVN0eWxlIjp7IiRpZCI6IjQ1MCIsIk1hcmdpbiI6eyIkaWQiOiI0NTEiLCJUb3AiOjAuMCwiTGVmdCI6MC4wLCJSaWdodCI6MC4wLCJCb3R0b20iOjAuMH0sIlBhZGRpbmciOnsiJGlkIjoiNDUyIiwiVG9wIjowLjAsIkxlZnQiOjAuMCwiUmlnaHQiOjAuMCwiQm90dG9tIjowLjB9LCJCYWNrZ3JvdW5kIjp7IiRpZCI6IjQ1MyIsIkNvbG9yIjp7IiRpZCI6IjQ1NCIsIkEiOjI1NSwiUiI6MjEsIkciOjk2LCJCIjoxMzB9fSwiSXNWaXNpYmxlIjp0cnVlLCJXaWR0aCI6MTIuMCwiSGVpZ2h0IjoxNC4wLCJCb3JkZXJTdHlsZSI6eyIkaWQiOiI0NTUiLCJMaW5lQ29sb3IiOnsiJGlkIjoiNDU2IiwiJHR5cGUiOiJOTFJFLkNvbW1vbi5Eb20uU29saWRDb2xvckJydXNoLCBOTFJFLkNvbW1vbiIsIkNvbG9yIjp7IiRpZCI6IjQ1NyIsIkEiOjI1NSwiUiI6MjM0LCJHIjoyMiwiQiI6MzB9fSwiTGluZVdlaWdodCI6MC4wLCJMaW5lVHlwZSI6MCwiUGFyZW50U3R5bGUiOm51bGx9LCJQYXJlbnRTdHlsZSI6bnVsbH0sIlRpdGxlU3R5bGUiOnsiJGlkIjoiNDU4IiwiRm9udFNldHRpbmdzIjp7IiRpZCI6IjQ1OSIsIkZvbnRTaXplIjoxMSwiRm9udE5hbWUiOiJDYWxpYnJpIiwiSXNCb2xkIjpmYWxzZSwiSXNJdGFsaWMiOmZhbHNlLCJJc1VuZGVybGluZWQiOmZhbHNlLCJQYXJlbnRTdHlsZSI6bnVsbH0sIkF1dG9TaXplIjowLCJGb3JlZ3JvdW5kIjp7IiRpZCI6IjQ2MCIsIkNvbG9yIjp7IiRpZCI6IjQ2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0NjIiLCJUb3AiOjAuMCwiTGVmdCI6MC4wLCJSaWdodCI6MC4wLCJCb3R0b20iOjAuMH0sIlBhZGRpbmciOnsiJGlkIjoiNDYzIiwiVG9wIjowLjAsIkxlZnQiOjAuMCwiUmlnaHQiOjAuMCwiQm90dG9tIjowLjB9LCJCYWNrZ3JvdW5kIjp7IiRpZCI6IjQ2NCIsIkNvbG9yIjp7IiRpZCI6IjQ2NSIsIkEiOjI1NSwiUiI6MCwiRyI6MCwiQiI6MH19LCJJc1Zpc2libGUiOnRydWUsIldpZHRoIjowLjAsIkhlaWdodCI6MC4wLCJCb3JkZXJTdHlsZSI6eyIkaWQiOiI0NjYiLCJMaW5lQ29sb3IiOm51bGwsIkxpbmVXZWlnaHQiOjAuMCwiTGluZVR5cGUiOjAsIlBhcmVudFN0eWxlIjpudWxsfSwiUGFyZW50U3R5bGUiOm51bGx9LCJEYXRlU3R5bGUiOnsiJGlkIjoiNDY3IiwiRm9udFNldHRpbmdzIjp7IiRpZCI6IjQ2OCIsIkZvbnRTaXplIjoxMCwiRm9udE5hbWUiOiJDYWxpYnJpIiwiSXNCb2xkIjpmYWxzZSwiSXNJdGFsaWMiOmZhbHNlLCJJc1VuZGVybGluZWQiOmZhbHNlLCJQYXJlbnRTdHlsZSI6bnVsbH0sIkF1dG9TaXplIjowLCJGb3JlZ3JvdW5kIjp7IiRpZCI6IjQ2OSIsIkNvbG9yIjp7IiRpZCI6IjQ3M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0NzEiLCJUb3AiOjAuMCwiTGVmdCI6MC4wLCJSaWdodCI6MC4wLCJCb3R0b20iOjAuMH0sIlBhZGRpbmciOnsiJGlkIjoiNDcyIiwiVG9wIjowLjAsIkxlZnQiOjAuMCwiUmlnaHQiOjAuMCwiQm90dG9tIjowLjB9LCJCYWNrZ3JvdW5kIjp7IiRpZCI6IjQ3MyIsIkNvbG9yIjp7IiRpZCI6IjQ3NCIsIkEiOjI1NSwiUiI6MTQsIkciOjQwLCJCIjo2NX19LCJJc1Zpc2libGUiOnRydWUsIldpZHRoIjowLjAsIkhlaWdodCI6MC4wLCJCb3JkZXJTdHlsZSI6eyIkaWQiOiI0NzUiLCJMaW5lQ29sb3IiOm51bGwsIkxpbmVXZWlnaHQiOjAuMCwiTGluZVR5cGUiOjAsIlBhcmVudFN0eWxlIjpudWxsfSwiUGFyZW50U3R5bGUiOm51bGx9LCJEYXRlRm9ybWF0Ijp7IiRpZCI6IjQ3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ciLCJGb3JtYXQiOjAsIklzVmlzaWJsZSI6ZmFsc2UsIkxhc3RLbm93blZpc2liaWxpdHlTdGF0ZSI6ZmFsc2V9LCJJc1Zpc2libGUiOnRydWUsIlZhcmlhbmNlU3R5bGUiOnsiJGlkIjoiNDc4IiwiVGV4dFN0eWxlIjp7IiRpZCI6IjQ3OSIsIkZvbnRTZXR0aW5ncyI6eyIkaWQiOiI0ODAiLCJGb250U2l6ZSI6MTAsIkZvbnROYW1lIjoiQ2FsaWJyaSIsIklzQm9sZCI6ZmFsc2UsIklzSXRhbGljIjpmYWxzZSwiSXNVbmRlcmxpbmVkIjpmYWxzZSwiUGFyZW50U3R5bGUiOm51bGx9LCJBdXRvU2l6ZSI6MCwiRm9yZWdyb3VuZCI6eyIkaWQiOiI0ODEiLCJDb2xvciI6eyIkaWQiOiI0O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zIiwiVG9wIjowLjAsIkxlZnQiOjAuMCwiUmlnaHQiOjAuMCwiQm90dG9tIjowLjB9LCJQYWRkaW5nIjp7IiRpZCI6IjQ4NCIsIlRvcCI6MC4wLCJMZWZ0IjowLjAsIlJpZ2h0IjowLjAsIkJvdHRvbSI6MC4wfSwiQmFja2dyb3VuZCI6eyIkaWQiOiI0ODUiLCJDb2xvciI6eyIkaWQiOiI0ODYiLCJBIjoyNTUsIlIiOjAsIkciOjAsIkIiOjB9fSwiSXNWaXNpYmxlIjp0cnVlLCJXaWR0aCI6MC4wLCJIZWlnaHQiOjAuMCwiQm9yZGVyU3R5bGUiOnsiJGlkIjoiNDg3IiwiTGluZUNvbG9yIjpudWxsLCJMaW5lV2VpZ2h0IjowLjAsIkxpbmVUeXBlIjowLCJQYXJlbnRTdHlsZSI6bnVsbH0sIlBhcmVudFN0eWxlIjpudWxsfSwiUGFyZW50U3R5bGUiOm51bGx9LCJQYXJlbnRTdHlsZSI6bnVsbH0sIkRlZmF1bHRTd2ltbGFuZUFjdGl2aXR5U3R5bGUiOnsiJGlkIjoiNDg4IiwiSGVhZGVyU3R5bGUiOnsiJGlkIjoiNDg5IiwiVGV4dFN0eWxlIjp7IiRpZCI6IjQ5MCIsIkZvbnRTZXR0aW5ncyI6eyIkaWQiOiI0OTEiLCJGb250U2l6ZSI6MTEsIkZvbnROYW1lIjoiQ2FsaWJyaSIsIklzQm9sZCI6ZmFsc2UsIklzSXRhbGljIjpmYWxzZSwiSXNVbmRlcmxpbmVkIjpmYWxzZSwiUGFyZW50U3R5bGUiOm51bGx9LCJBdXRvU2l6ZSI6MiwiRm9yZWdyb3VuZCI6eyIkaWQiOiI0OTIiLCJDb2xvciI6eyIkaWQiOiI0OTM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0OTQiLCJUb3AiOjAuMCwiTGVmdCI6MC4wLCJSaWdodCI6MC4wLCJCb3R0b20iOjAuMH0sIlBhZGRpbmciOnsiJGlkIjoiNDk1IiwiVG9wIjowLjAsIkxlZnQiOjAuMCwiUmlnaHQiOjAuMCwiQm90dG9tIjowLjB9LCJCYWNrZ3JvdW5kIjp7IiRpZCI6IjQ5NiIsIkNvbG9yIjp7IiRpZCI6IjQ5NyIsIkEiOjI1NSwiUiI6MCwiRyI6MCwiQiI6MH19LCJJc1Zpc2libGUiOnRydWUsIldpZHRoIjowLjAsIkhlaWdodCI6MC4wLCJCb3JkZXJTdHlsZSI6bnVsbCwiUGFyZW50U3R5bGUiOm51bGx9LCJSZWN0YW5nbGVTdHlsZSI6eyIkaWQiOiI0OTgiLCJNYXJnaW4iOnsiJGlkIjoiNDk5IiwiVG9wIjowLjAsIkxlZnQiOjAuMCwiUmlnaHQiOjAuMCwiQm90dG9tIjowLjB9LCJQYWRkaW5nIjp7IiRpZCI6IjUwMCIsIlRvcCI6MC4wLCJMZWZ0IjowLjAsIlJpZ2h0IjowLjAsIkJvdHRvbSI6MC4wfSwiQmFja2dyb3VuZCI6eyIkaWQiOiI1MDEiLCJDb2xvciI6eyIkaWQiOiI1MDIiLCJBIjo2MywiUiI6MjEsIkciOjk2LCJCIjoxMzB9fSwiSXNWaXNpYmxlIjp0cnVlLCJXaWR0aCI6MC4wLCJIZWlnaHQiOjAuMCwiQm9yZGVyU3R5bGUiOnsiJGlkIjoiNTAzIiwiTGluZUNvbG9yIjp7IiRpZCI6IjUwNCIsIiR0eXBlIjoiTkxSRS5Db21tb24uRG9tLlNvbGlkQ29sb3JCcnVzaCwgTkxSRS5Db21tb24iLCJDb2xvciI6eyIkaWQiOiI1MDUiLCJBIjoyNTUsIlIiOjI1NSwiRyI6MCwiQiI6MH19LCJMaW5lV2VpZ2h0IjowLjAsIkxpbmVUeXBlIjowLCJQYXJlbnRTdHlsZSI6bnVsbH0sIlBhcmVudFN0eWxlIjpudWxsfSwiTWFyZ2luIjp7IiRpZCI6IjUwNiIsIlRvcCI6MC4wLCJMZWZ0IjowLjAsIlJpZ2h0IjowLjAsIkJvdHRvbSI6MC4wfSwiUGFkZGluZyI6eyIkaWQiOiI1MDciLCJUb3AiOjAuMCwiTGVmdCI6MC4wLCJSaWdodCI6MC4wLCJCb3R0b20iOjAuMH0sIkJhY2tncm91bmQiOm51bGwsIklzVmlzaWJsZSI6dHJ1ZSwiV2lkdGgiOjAuMCwiSGVpZ2h0IjowLjAsIkJvcmRlclN0eWxlIjpudWxsLCJQYXJlbnRTdHlsZSI6bnVsbH0sIkJhY2tncm91bmRTdHlsZSI6eyIkaWQiOiI1MDgiLCJNYXJnaW4iOnsiJGlkIjoiNTA5IiwiVG9wIjowLjAsIkxlZnQiOjAuMCwiUmlnaHQiOjAuMCwiQm90dG9tIjowLjB9LCJQYWRkaW5nIjp7IiRpZCI6IjUxMCIsIlRvcCI6MC4wLCJMZWZ0IjowLjAsIlJpZ2h0IjowLjAsIkJvdHRvbSI6MC4wfSwiQmFja2dyb3VuZCI6eyIkaWQiOiI1MTEiLCJDb2xvciI6eyIkaWQiOiI1MTIiLCJBIjo1MSwiUiI6MjAwLCJHIjoyMDAsIkIiOjIwMH19LCJJc1Zpc2libGUiOnRydWUsIldpZHRoIjowLjAsIkhlaWdodCI6MC4wLCJCb3JkZXJTdHlsZSI6eyIkaWQiOiI1MTMiLCJMaW5lQ29sb3IiOnsiJGlkIjoiNTE0IiwiJHR5cGUiOiJOTFJFLkNvbW1vbi5Eb20uU29saWRDb2xvckJydXNoLCBOTFJFLkNvbW1vbiIsIkNvbG9yIjp7IiRpZCI6IjUxNSIsIkEiOjI1NSwiUiI6MjM0LCJHIjoyMiwiQiI6MzB9fSwiTGluZVdlaWdodCI6MC4wLCJMaW5lVHlwZSI6MCwiUGFyZW50U3R5bGUiOm51bGx9LCJQYXJlbnRTdHlsZSI6bnVsbH0sIk1hcmdpbiI6eyIkaWQiOiI1MTYiLCJUb3AiOjAuMCwiTGVmdCI6MC4wLCJSaWdodCI6MC4wLCJCb3R0b20iOjAuMH0sIlBhZGRpbmciOnsiJGlkIjoiNTE3IiwiVG9wIjowLjAsIkxlZnQiOjAuMCwiUmlnaHQiOjAuMCwiQm90dG9tIjowLjB9LCJJc1Zpc2libGUiOnRydWUsIldpZHRoIjowLjAsIkhlaWdodCI6MC4wLCJCb3JkZXJTdHlsZSI6eyIkaWQiOiI1MTgiLCJMaW5lQ29sb3IiOm51bGwsIkxpbmVXZWlnaHQiOjAuMCwiTGluZVR5cGUiOjAsIlBhcmVudFN0eWxlIjpudWxsfSwiUGFyZW50U3R5bGUiOm51bGx9LCJNYXJnaW4iOnsiJGlkIjoiNTE5IiwiVG9wIjowLjAsIkxlZnQiOjAuMCwiUmlnaHQiOjAuMCwiQm90dG9tIjowLjB9LCJQYWRkaW5nIjp7IiRpZCI6IjUyMCIsIlRvcCI6MC4wLCJMZWZ0IjowLjAsIlJpZ2h0IjowLjAsIkJvdHRvbSI6MC4wfSwiSXNWaXNpYmxlIjp0cnVlLCJXaWR0aCI6MC4wLCJIZWlnaHQiOjAuMCwiQm9yZGVyU3R5bGUiOnsiJGlkIjoiNTIxIiwiTGluZUNvbG9yIjpudWxsLCJMaW5lV2VpZ2h0IjowLjAsIkxpbmVUeXBlIjowLCJQYXJlbnRTdHlsZSI6bnVsbH0sIlBhcmVudFN0eWxlIjpudWxsfSwiX2FkZGl0aW9uYWxTd2ltbGFuZVYyU3R5bGVzIjpbeyIkaWQiOiI1MjIiLCJTdHlsZUlkIjoiOTg1MTNlMTAtNTUxYy00ZjMwLWFjMTEtYTA2OTBlOTAzMTM0IiwiSGVhZGVyU3R5bGUiOnsiJGlkIjoiNTIzIiwiVGV4dElzVmVydGljYWwiOmZhbHNlLCJUZXh0U3R5bGUiOnsiJGlkIjoiNTI0IiwiRm9udFNldHRpbmdzIjp7IiRpZCI6IjUyNSIsIkZvbnRTaXplIjoxMSwiRm9udE5hbWUiOiJDYWxpYnJpIiwiSXNCb2xkIjpmYWxzZSwiSXNJdGFsaWMiOmZhbHNlLCJJc1VuZGVybGluZWQiOmZhbHNlLCJQYXJlbnRTdHlsZSI6bnVsbH0sIkF1dG9TaXplIjoyLCJGb3JlZ3JvdW5kIjp7IiRpZCI6IjUyNiIsIkNvbG9yIjp7IiRpZCI6IjUyNyIsIkEiOjI1NSwiUiI6MjU1LCJHIjoyNTUsIkIiOjI1NX19LCJNYXhXaWR0aCI6IkluZmluaXR5IiwiTWF4SGVpZ2h0IjoiSW5maW5pdHkiLCJTbWFydEZvcmVncm91bmRJc0FjdGl2ZSI6ZmFsc2UsIkhvcml6b250YWxBbGlnbm1lbnQiOjEsIlZlcnRpY2FsQWxpZ25tZW50IjowLCJTbWFydEZvcmVncm91bmQiOm51bGwsIkJhY2tncm91bmRGaWxsVHlwZSI6MCwiTWFyZ2luIjp7IiRpZCI6IjUyOCIsIlRvcCI6MC4wLCJMZWZ0IjowLjAsIlJpZ2h0IjowLjAsIkJvdHRvbSI6MC4wfSwiUGFkZGluZyI6eyIkaWQiOiI1MjkiLCJUb3AiOjAuMCwiTGVmdCI6MC4wLCJSaWdodCI6MC4wLCJCb3R0b20iOjAuMH0sIkJhY2tncm91bmQiOnsiJGlkIjoiNTMwIiwiQ29sb3IiOnsiJGlkIjoiNTMxIiwiQSI6MjU1LCJSIjoyNTUsIkciOjI1NSwiQiI6MjU1fX0sIklzVmlzaWJsZSI6dHJ1ZSwiV2lkdGgiOjAuMCwiSGVpZ2h0IjowLjAsIkJvcmRlclN0eWxlIjpudWxsLCJQYXJlbnRTdHlsZSI6bnVsbH0sIlJlY3RhbmdsZVN0eWxlIjp7IiRpZCI6IjUzMiIsIk1hcmdpbiI6eyIkaWQiOiI1MzMiLCJUb3AiOjAuMCwiTGVmdCI6MC4wLCJSaWdodCI6MC4wLCJCb3R0b20iOjAuMH0sIlBhZGRpbmciOnsiJGlkIjoiNTM0IiwiVG9wIjowLjAsIkxlZnQiOjAuMCwiUmlnaHQiOjAuMCwiQm90dG9tIjowLjB9LCJCYWNrZ3JvdW5kIjp7IiRpZCI6IjUzNSIsIkNvbG9yIjp7IiRpZCI6IjUzNiIsIkEiOjI1NSwiUiI6MjMzLCJHIjoxMTMsIkIiOjUwfX0sIklzVmlzaWJsZSI6dHJ1ZSwiV2lkdGgiOjAuMCwiSGVpZ2h0IjowLjAsIkJvcmRlclN0eWxlIjp7IiRpZCI6IjUzNyIsIkxpbmVDb2xvciI6eyIkaWQiOiI1MzgiLCIkdHlwZSI6Ik5MUkUuQ29tbW9uLkRvbS5Tb2xpZENvbG9yQnJ1c2gsIE5MUkUuQ29tbW9uIiwiQ29sb3IiOnsiJGlkIjoiNTM5IiwiQSI6MjU1LCJSIjoyNTUsIkciOjI1NSwiQiI6MjU1fX0sIkxpbmVXZWlnaHQiOjAuMCwiTGluZVR5cGUiOjAsIlBhcmVudFN0eWxlIjpudWxsfSwiUGFyZW50U3R5bGUiOm51bGx9LCJNYXJnaW4iOnsiJGlkIjoiNTQwIiwiVG9wIjowLjAsIkxlZnQiOjAuMCwiUmlnaHQiOjAuMCwiQm90dG9tIjowLjB9LCJQYWRkaW5nIjp7IiRpZCI6IjU0MSIsIlRvcCI6MC4wLCJMZWZ0IjowLjAsIlJpZ2h0IjowLjAsIkJvdHRvbSI6MC4wfSwiQmFja2dyb3VuZCI6bnVsbCwiSXNWaXNpYmxlIjp0cnVlLCJXaWR0aCI6MC4wLCJIZWlnaHQiOjAuMCwiQm9yZGVyU3R5bGUiOm51bGwsIlBhcmVudFN0eWxlIjpudWxsfSwiQmFja2dyb3VuZFN0eWxlIjp7IiRpZCI6IjU0MiIsIk1hcmdpbiI6eyIkaWQiOiI1NDMiLCJUb3AiOjAuMCwiTGVmdCI6MC4wLCJSaWdodCI6MC4wLCJCb3R0b20iOjAuMH0sIlBhZGRpbmciOnsiJGlkIjoiNTQ0IiwiVG9wIjowLjAsIkxlZnQiOjAuMCwiUmlnaHQiOjAuMCwiQm90dG9tIjowLjB9LCJCYWNrZ3JvdW5kIjp7IiRpZCI6IjU0NSIsIkNvbG9yIjp7IiRpZCI6IjU0NiIsIkEiOjUxLCJSIjoyMDAsIkciOjIwMCwiQiI6MjAwfX0sIklzVmlzaWJsZSI6dHJ1ZSwiV2lkdGgiOjAuMCwiSGVpZ2h0IjowLjAsIkJvcmRlclN0eWxlIjp7IiRpZCI6IjU0NyIsIkxpbmVDb2xvciI6eyIkaWQiOiI1NDgiLCIkdHlwZSI6Ik5MUkUuQ29tbW9uLkRvbS5Tb2xpZENvbG9yQnJ1c2gsIE5MUkUuQ29tbW9uIiwiQ29sb3IiOnsiJGlkIjoiNTQ5IiwiQSI6MjU1LCJSIjoyMzQsIkciOjIyLCJCIjozMH19LCJMaW5lV2VpZ2h0IjowLjAsIkxpbmVUeXBlIjowLCJQYXJlbnRTdHlsZSI6bnVsbH0sIlBhcmVudFN0eWxlIjpudWxsfSwiSXNBYm92ZVRpbWViYW5kIjpmYWxzZSwiU3BhY2luZyI6MywiRGVmYXVsdFN3aW1sYW5lVGFza1N0eWxlIjp7IiRpZCI6IjU1MCIsIiR0eXBlIjoiTkxSRS5Db21tb24uRG9tLlN0eWxlcy5FeHBsaWNpdFNldGFibGVUYXNrU3R5bGUsIE5MUkUuQ29tbW9uIiwiU2hhcGUiOjEsIlNoYXBlVGhpY2tuZXNzIjowLCJEdXJhdGlvbkZvcm1hdCI6MCwiSW5jbHVkZU5vbldvcmtpbmdEYXlzSW5EdXJhdGlvbiI6ZmFsc2UsIlBlcmNlbnRhZ2VDb21wbGV0ZVN0eWxlIjp7IiRpZCI6IjU1MSIsIkZvbnRTZXR0aW5ncyI6eyIkaWQiOiI1NTIiLCJGb250U2l6ZSI6MTAsIkZvbnROYW1lIjoiQ2FsaWJyaSIsIklzQm9sZCI6ZmFsc2UsIklzSXRhbGljIjpmYWxzZSwiSXNVbmRlcmxpbmVkIjpmYWxzZSwiUGFyZW50U3R5bGUiOm51bGx9LCJBdXRvU2l6ZSI6MCwiRm9yZWdyb3VuZCI6eyIkaWQiOiI1NTMiLCJDb2xvciI6eyIkaWQiOiI1NT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TU1IiwiVG9wIjowLjAsIkxlZnQiOjAuMCwiUmlnaHQiOjAuMCwiQm90dG9tIjowLjB9LCJQYWRkaW5nIjp7IiRpZCI6IjU1NiIsIlRvcCI6MC4wLCJMZWZ0IjowLjAsIlJpZ2h0IjowLjAsIkJvdHRvbSI6MC4wfSwiQmFja2dyb3VuZCI6eyIkaWQiOiI1NTciLCJDb2xvciI6eyIkaWQiOiI1NTgiLCJBIjo4OSwiUiI6MCwiRyI6MCwiQiI6MH19LCJJc1Zpc2libGUiOnRydWUsIldpZHRoIjowLjAsIkhlaWdodCI6MC4wLCJCb3JkZXJTdHlsZSI6eyIkaWQiOiI1NTkiLCJMaW5lQ29sb3IiOm51bGwsIkxpbmVXZWlnaHQiOjAuMCwiTGluZVR5cGUiOjAsIlBhcmVudFN0eWxlIjpudWxsfSwiUGFyZW50U3R5bGUiOm51bGx9LCJEdXJhdGlvblN0eWxlIjp7IiRpZCI6IjU2MCIsIkZvbnRTZXR0aW5ncyI6eyIkaWQiOiI1NjEiLCJGb250U2l6ZSI6MTAsIkZvbnROYW1lIjoiQ2FsaWJyaSIsIklzQm9sZCI6ZmFsc2UsIklzSXRhbGljIjpmYWxzZSwiSXNVbmRlcmxpbmVkIjpmYWxzZSwiUGFyZW50U3R5bGUiOm51bGx9LCJBdXRvU2l6ZSI6MCwiRm9yZWdyb3VuZCI6eyIkaWQiOiI1NjIiLCJDb2xvciI6eyIkaWQiOiI1Nj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1NjQiLCJUb3AiOjAuMCwiTGVmdCI6MC4wLCJSaWdodCI6MC4wLCJCb3R0b20iOjAuMH0sIlBhZGRpbmciOnsiJGlkIjoiNTY1IiwiVG9wIjowLjAsIkxlZnQiOjAuMCwiUmlnaHQiOjAuMCwiQm90dG9tIjowLjB9LCJCYWNrZ3JvdW5kIjp7IiRpZCI6IjU2NiIsIkNvbG9yIjp7IiRpZCI6IjU2NyIsIkEiOjI1NSwiUiI6MjM3LCJHIjoxMjUsIkIiOjQ5fX0sIklzVmlzaWJsZSI6dHJ1ZSwiV2lkdGgiOjAuMCwiSGVpZ2h0IjowLjAsIkJvcmRlclN0eWxlIjp7IiRpZCI6IjU2OCIsIkxpbmVDb2xvciI6bnVsbCwiTGluZVdlaWdodCI6MC4wLCJMaW5lVHlwZSI6MCwiUGFyZW50U3R5bGUiOm51bGx9LCJQYXJlbnRTdHlsZSI6bnVsbH0sIkhvcml6b250YWxDb25uZWN0b3JTdHlsZSI6eyIkaWQiOiI1NjkiLCJMaW5lQ29sb3IiOnsiJGlkIjoiNTcwIiwiJHR5cGUiOiJOTFJFLkNvbW1vbi5Eb20uU29saWRDb2xvckJydXNoLCBOTFJFLkNvbW1vbiIsIkNvbG9yIjp7IiRpZCI6IjU3MSIsIkEiOjI1NSwiUiI6MCwiRyI6MCwiQiI6MH19LCJMaW5lV2VpZ2h0IjowLjAsIkxpbmVUeXBlIjowLCJQYXJlbnRTdHlsZSI6bnVsbH0sIlZlcnRpY2FsQ29ubmVjdG9yU3R5bGUiOnsiJGlkIjoiNTcyIiwiTGluZUNvbG9yIjp7IiRpZCI6IjU3MyIsIiR0eXBlIjoiTkxSRS5Db21tb24uRG9tLlNvbGlkQ29sb3JCcnVzaCwgTkxSRS5Db21tb24iLCJDb2xvciI6eyIkaWQiOiI1NzQ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1NzUiLCJTaGFwZVN0eWxlIjp7IiRpZCI6IjU3NiIsIk1hcmdpbiI6eyIkaWQiOiI1NzciLCJUb3AiOjAuMCwiTGVmdCI6MC4wLCJSaWdodCI6MC4wLCJCb3R0b20iOjAuMH0sIlBhZGRpbmciOnsiJGlkIjoiNTc4IiwiVG9wIjowLjAsIkxlZnQiOjAuMCwiUmlnaHQiOjAuMCwiQm90dG9tIjowLjB9LCJCYWNrZ3JvdW5kIjp7IiRpZCI6IjU3OSIsIkNvbG9yIjp7IiRpZCI6IjU4MCIsIkEiOjE1MywiUiI6MCwiRyI6MCwiQiI6MH19LCJJc1Zpc2libGUiOnRydWUsIldpZHRoIjowLjAsIkhlaWdodCI6MC4wLCJCb3JkZXJTdHlsZSI6eyIkaWQiOiI1ODEiLCJMaW5lQ29sb3IiOnsiJGlkIjoiNTgyIiwiJHR5cGUiOiJOTFJFLkNvbW1vbi5Eb20uU29saWRDb2xvckJydXNoLCBOTFJFLkNvbW1vbiIsIkNvbG9yIjp7IiRpZCI6IjU4MyIsIkEiOjI1NSwiUiI6MjU1LCJHIjowLCJCIjowfX0sIkxpbmVXZWlnaHQiOjAuMCwiTGluZVR5cGUiOjAsIlBhcmVudFN0eWxlIjpudWxsfSwiUGFyZW50U3R5bGUiOm51bGx9LCJNYXJnaW4iOnsiJGlkIjoiNTg0IiwiVG9wIjowLjAsIkxlZnQiOjAuMCwiUmlnaHQiOjAuMCwiQm90dG9tIjowLjB9LCJQYWRkaW5nIjp7IiRpZCI6IjU4NSIsIlRvcCI6MC4wLCJMZWZ0IjowLjAsIlJpZ2h0IjowLjAsIkJvdHRvbSI6MC4wfSwiQmFja2dyb3VuZCI6bnVsbCwiSXNWaXNpYmxlIjp0cnVlLCJXaWR0aCI6MC4wLCJIZWlnaHQiOjAuMCwiQm9yZGVyU3R5bGUiOm51bGwsIlBhcmVudFN0eWxlIjpudWxsfSwiU2hhcGVTdHlsZSI6eyIkaWQiOiI1ODYiLCJNYXJnaW4iOnsiJGlkIjoiNTg3IiwiVG9wIjowLjAsIkxlZnQiOjQuMCwiUmlnaHQiOjQuMCwiQm90dG9tIjowLjB9LCJQYWRkaW5nIjp7IiRpZCI6IjU4OCIsIlRvcCI6MC4wLCJMZWZ0IjowLjAsIlJpZ2h0IjowLjAsIkJvdHRvbSI6MC4wfSwiQmFja2dyb3VuZCI6eyIkaWQiOiI1ODkiLCJDb2xvciI6eyIkaWQiOiI1OTAiLCJBIjoyNTUsIlIiOjIzMywiRyI6MTEzLCJCIjo1MH19LCJJc1Zpc2libGUiOnRydWUsIldpZHRoIjowLjAsIkhlaWdodCI6MTAuMCwiQm9yZGVyU3R5bGUiOnsiJGlkIjoiNTkxIiwiTGluZUNvbG9yIjp7IiRpZCI6IjU5MiIsIiR0eXBlIjoiTkxSRS5Db21tb24uRG9tLlNvbGlkQ29sb3JCcnVzaCwgTkxSRS5Db21tb24iLCJDb2xvciI6eyIkaWQiOiI1OTMiLCJBIjoyNTUsIlIiOjIzNCwiRyI6MjIsIkIiOjMwfX0sIkxpbmVXZWlnaHQiOjAuMCwiTGluZVR5cGUiOjAsIlBhcmVudFN0eWxlIjpudWxsfSwiUGFyZW50U3R5bGUiOm51bGx9LCJUaXRsZVN0eWxlIjp7IiRpZCI6IjU5NCIsIkZvbnRTZXR0aW5ncyI6eyIkaWQiOiI1OTUiLCJGb250U2l6ZSI6MTEsIkZvbnROYW1lIjoiQ2FsaWJyaSIsIklzQm9sZCI6ZmFsc2UsIklzSXRhbGljIjpmYWxzZSwiSXNVbmRlcmxpbmVkIjpmYWxzZSwiUGFyZW50U3R5bGUiOm51bGx9LCJBdXRvU2l6ZSI6MCwiRm9yZWdyb3VuZCI6eyIkaWQiOiI1OTYiLCJDb2xvciI6eyIkaWQiOiI1O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k4IiwiVG9wIjowLjAsIkxlZnQiOjAuMCwiUmlnaHQiOjAuMCwiQm90dG9tIjowLjB9LCJQYWRkaW5nIjp7IiRpZCI6IjU5OSIsIlRvcCI6MC4wLCJMZWZ0IjowLjAsIlJpZ2h0IjowLjAsIkJvdHRvbSI6MC4wfSwiQmFja2dyb3VuZCI6eyIkaWQiOiI2MDAiLCJDb2xvciI6eyIkaWQiOiI2MDEiLCJBIjoyNTUsIlIiOjAsIkciOjAsIkIiOjB9fSwiSXNWaXNpYmxlIjp0cnVlLCJXaWR0aCI6MC4wLCJIZWlnaHQiOjAuMCwiQm9yZGVyU3R5bGUiOnsiJGlkIjoiNjAyIiwiTGluZUNvbG9yIjpudWxsLCJMaW5lV2VpZ2h0IjowLjAsIkxpbmVUeXBlIjowLCJQYXJlbnRTdHlsZSI6bnVsbH0sIlBhcmVudFN0eWxlIjpudWxsfSwiRGF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yNTUsIlIiOjE0LCJHIjo0MCwiQiI6NjV9fSwiSXNWaXNpYmxlIjp0cnVlLCJXaWR0aCI6MC4wLCJIZWlnaHQiOjAuMCwiQm9yZGVyU3R5bGUiOnsiJGlkIjoiNjExIiwiTGluZUNvbG9yIjpudWxsLCJMaW5lV2VpZ2h0IjowLjAsIkxpbmVUeXBlIjowLCJQYXJlbnRTdHlsZSI6bnVsbH0sIlBhcmVudFN0eWxlIjpudWxsfSwiRGF0ZUZvcm1hdCI6eyIkaWQiOiI2M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zIiwiRm9ybWF0IjowLCJJc1Zpc2libGUiOmZhbHNlLCJMYXN0S25vd25WaXNpYmlsaXR5U3RhdGUiOmZhbHNlfSwiSXNWaXNpYmxlIjp0cnVlLCJWYXJpYW5jZVN0eWxlIjp7IiRpZCI6IjYxNCIsIlRleHRTdHlsZSI6eyIkaWQiOiI2MTUiLCJGb250U2V0dGluZ3MiOnsiJGlkIjoiNjE2IiwiRm9udFNpemUiOjEwLCJGb250TmFtZSI6IkNhbGlicmkiLCJJc0JvbGQiOmZhbHNlLCJJc0l0YWxpYyI6ZmFsc2UsIklzVW5kZXJsaW5lZCI6ZmFsc2UsIlBhcmVudFN0eWxlIjpudWxsfSwiQXV0b1NpemUiOjAsIkZvcmVncm91bmQiOnsiJGlkIjoiNjE3IiwiQ29sb3IiOnsiJGlkIjoiNj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xOSIsIlRvcCI6MC4wLCJMZWZ0IjowLjAsIlJpZ2h0IjowLjAsIkJvdHRvbSI6MC4wfSwiUGFkZGluZyI6eyIkaWQiOiI2MjAiLCJUb3AiOjAuMCwiTGVmdCI6MC4wLCJSaWdodCI6MC4wLCJCb3R0b20iOjAuMH0sIkJhY2tncm91bmQiOnsiJGlkIjoiNjIxIiwiQ29sb3IiOnsiJGlkIjoiNjIyIiwiQSI6MjU1LCJSIjowLCJHIjowLCJCIjowfX0sIklzVmlzaWJsZSI6dHJ1ZSwiV2lkdGgiOjAuMCwiSGVpZ2h0IjowLjAsIkJvcmRlclN0eWxlIjp7IiRpZCI6IjYyMyIsIkxpbmVDb2xvciI6bnVsbCwiTGluZVdlaWdodCI6MC4wLCJMaW5lVHlwZSI6MCwiUGFyZW50U3R5bGUiOm51bGx9LCJQYXJlbnRTdHlsZSI6bnVsbH0sIlBhcmVudFN0eWxlIjpudWxsfSwiUGFyZW50U3R5bGUiOm51bGwsIl9leHBsaWNpdGx5U2V0Ijp7IiRpZCI6IjYy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YyNSIsIlNoYXBlIjoxLCJDb25uZWN0b3JNYXJnaW4iOnsiJGlkIjoiNjI2IiwiVG9wIjowLjAsIkxlZnQiOjIuMCwiUmlnaHQiOjIuMCwiQm90dG9tIjowLjB9LCJDb25uZWN0b3JTdHlsZSI6eyIkaWQiOiI2MjciLCJMaW5lQ29sb3IiOnsiJGlkIjoiNjI4IiwiJHR5cGUiOiJOTFJFLkNvbW1vbi5Eb20uU29saWRDb2xvckJydXNoLCBOTFJFLkNvbW1vbiIsIkNvbG9yIjp7IiRpZCI6IjYyOSIsIkEiOjEyNywiUiI6MTI4LCJHIjo1MywiQiI6MTR9fSwiTGluZVdlaWdodCI6MS4wLCJMaW5lVHlwZSI6MCwiUGFyZW50U3R5bGUiOm51bGx9LCJJc0JlbG93VGltZWJhbmQiOmZhbHNlLCJQb3NpdGlvbk9uVGFzayI6MSwiSGlkZURhdGUiOmZhbHNlLCJTaGFwZVNpemUiOjAsIlNwYWNpbmciOjAuMCwiUGFkZGluZyI6eyIkaWQiOiI2MzAiLCJUb3AiOjUuMCwiTGVmdCI6My4wLCJSaWdodCI6MC4wLCJCb3R0b20iOjIuMH0sIlNoYXBlU3R5bGUiOnsiJGlkIjoiNjMxIiwiTWFyZ2luIjp7IiRpZCI6IjYzMiIsIlRvcCI6MC4wLCJMZWZ0IjowLjAsIlJpZ2h0IjowLjAsIkJvdHRvbSI6MC4wfSwiUGFkZGluZyI6eyIkaWQiOiI2MzMiLCJUb3AiOjAuMCwiTGVmdCI6MC4wLCJSaWdodCI6MC4wLCJCb3R0b20iOjAuMH0sIkJhY2tncm91bmQiOnsiJGlkIjoiNjM0IiwiQ29sb3IiOnsiJGlkIjoiNjM1IiwiQSI6MjU1LCJSIjoxMjgsIkciOjUzLCJCIjoxNH19LCJJc1Zpc2libGUiOnRydWUsIldpZHRoIjoxMi4wLCJIZWlnaHQiOjE0LjAsIkJvcmRlclN0eWxlIjp7IiRpZCI6IjYzNiIsIkxpbmVDb2xvciI6eyIkaWQiOiI2MzciLCIkdHlwZSI6Ik5MUkUuQ29tbW9uLkRvbS5Tb2xpZENvbG9yQnJ1c2gsIE5MUkUuQ29tbW9uIiwiQ29sb3IiOnsiJGlkIjoiNjM4IiwiQSI6MjU1LCJSIjoyNTUsIkciOjI1NSwiQiI6MjU1fX0sIkxpbmVXZWlnaHQiOjAuMCwiTGluZVR5cGUiOjAsIlBhcmVudFN0eWxlIjpudWxsfSwiUGFyZW50U3R5bGUiOm51bGx9LCJUaXRsZVN0eWxlIjp7IiRpZCI6IjYzOSIsIkZvbnRTZXR0aW5ncyI6eyIkaWQiOiI2NDAiLCJGb250U2l6ZSI6MTEsIkZvbnROYW1lIjoiQ2FsaWJyaSIsIklzQm9sZCI6ZmFsc2UsIklzSXRhbGljIjpmYWxzZSwiSXNVbmRlcmxpbmVkIjpmYWxzZSwiUGFyZW50U3R5bGUiOm51bGx9LCJBdXRvU2l6ZSI6MCwiRm9yZWdyb3VuZCI6eyIkaWQiOiI2NDEiLCJDb2xvciI6eyIkaWQiOiI2ND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QzIiwiVG9wIjowLjAsIkxlZnQiOjAuMCwiUmlnaHQiOjAuMCwiQm90dG9tIjowLjB9LCJQYWRkaW5nIjp7IiRpZCI6IjY0NCIsIlRvcCI6MC4wLCJMZWZ0IjowLjAsIlJpZ2h0IjowLjAsIkJvdHRvbSI6MC4wfSwiQmFja2dyb3VuZCI6eyIkaWQiOiI2NDUiLCJDb2xvciI6eyIkaWQiOiI2NDYiLCJBIjoyNTUsIlIiOjAsIkciOjAsIkIiOjB9fSwiSXNWaXNpYmxlIjp0cnVlLCJXaWR0aCI6MC4wLCJIZWlnaHQiOjAuMCwiQm9yZGVyU3R5bGUiOnsiJGlkIjoiNjQ3IiwiTGluZUNvbG9yIjpudWxsLCJMaW5lV2VpZ2h0IjowLjAsIkxpbmVUeXBlIjowLCJQYXJlbnRTdHlsZSI6bnVsbH0sIlBhcmVudFN0eWxlIjpudWxsfSwiRGF0ZVN0eWxlIjp7IiRpZCI6IjY0OCIsIkZvbnRTZXR0aW5ncyI6eyIkaWQiOiI2NDkiLCJGb250U2l6ZSI6MTAsIkZvbnROYW1lIjoiQ2FsaWJyaSIsIklzQm9sZCI6ZmFsc2UsIklzSXRhbGljIjpmYWxzZSwiSXNVbmRlcmxpbmVkIjpmYWxzZSwiUGFyZW50U3R5bGUiOm51bGx9LCJBdXRvU2l6ZSI6MCwiRm9yZWdyb3VuZCI6eyIkaWQiOiI2NTAiLCJDb2xvciI6eyIkaWQiOiI2NTEiLCJBIjoyNTUsIlIiOjE0LCJHIjo0MCwiQiI6NjV9fSwiTWF4V2lkdGgiOjIwMC4wLCJNYXhIZWlnaHQiOiJJbmZpbml0eSIsIlNtYXJ0Rm9yZWdyb3VuZElzQWN0aXZlIjpmYWxzZSwiSG9yaXpvbnRhbEFsaWdubWVudCI6MSwiVmVydGljYWxBbGlnbm1lbnQiOjEsIlNtYXJ0Rm9yZWdyb3VuZCI6bnVsbCwiQmFja2dyb3VuZEZpbGxUeXBlIjowLCJNYXJnaW4iOnsiJGlkIjoiNjUyIiwiVG9wIjowLjAsIkxlZnQiOjAuMCwiUmlnaHQiOjAuMCwiQm90dG9tIjowLjB9LCJQYWRkaW5nIjp7IiRpZCI6IjY1MyIsIlRvcCI6MC4wLCJMZWZ0IjowLjAsIlJpZ2h0IjowLjAsIkJvdHRvbSI6MC4wfSwiQmFja2dyb3VuZCI6eyIkaWQiOiI2NTQiLCJDb2xvciI6eyIkaWQiOiI2NTUiLCJBIjoyNTUsIlIiOjE0LCJHIjo0MCwiQiI6NjV9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U4IiwiRm9ybWF0IjowLCJJc1Zpc2libGUiOmZhbHNlLCJMYXN0S25vd25WaXNpYmlsaXR5U3RhdGUiOmZhbHNlfSwiSXNWaXNpYmxlIjpmYWxzZSwiVmFyaWFuY2VTdHlsZSI6eyIkaWQiOiI2NTkiLCJUZXh0U3R5bGUiOnsiJGlkIjoiNjYwIiwiRm9udFNldHRpbmdzIjp7IiRpZCI6IjY2MSIsIkZvbnRTaXplIjoxMCwiRm9udE5hbWUiOiJDYWxpYnJpIiwiSXNCb2xkIjpmYWxzZSwiSXNJdGFsaWMiOmZhbHNlLCJJc1VuZGVybGluZWQiOmZhbHNlLCJQYXJlbnRTdHlsZSI6bnVsbH0sIkF1dG9TaXplIjowLCJGb3JlZ3JvdW5kIjp7IiRpZCI6IjY2MiIsIkNvbG9yIjp7IiRpZCI6IjY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QiLCJUb3AiOjAuMCwiTGVmdCI6MC4wLCJSaWdodCI6MC4wLCJCb3R0b20iOjAuMH0sIlBhZGRpbmciOnsiJGlkIjoiNjY1IiwiVG9wIjowLjAsIkxlZnQiOjAuMCwiUmlnaHQiOjAuMCwiQm90dG9tIjowLjB9LCJCYWNrZ3JvdW5kIjp7IiRpZCI6IjY2NiIsIkNvbG9yIjp7IiRpZCI6IjY2NyIsIkEiOjI1NSwiUiI6MCwiRyI6MCwiQiI6MH19LCJJc1Zpc2libGUiOnRydWUsIldpZHRoIjowLjAsIkhlaWdodCI6MC4wLCJCb3JkZXJTdHlsZSI6eyIkaWQiOiI2NjgiLCJMaW5lQ29sb3IiOm51bGwsIkxpbmVXZWlnaHQiOjAuMCwiTGluZVR5cGUiOjAsIlBhcmVudFN0eWxlIjpudWxsfSwiUGFyZW50U3R5bGUiOm51bGx9LCJQYXJlbnRTdHlsZSI6bnVsbH0sIlBhcmVudFN0eWxlIjpudWxsfSwiRGVmYXVsdFN3aW1sYW5lTWlsZXN0b25lU3R5bGUiOnsiJGlkIjoiNjY5IiwiVGl0bGVQb3NpdGlvbiI6IkxlZnQiLCJEYXRlUG9zaXRpb24iOiJSaWdodCIsIlZhcmlhbmNlUG9zaXRpb24iOiJSaWdodCIsIlNoYXBlVHlwZSI6MSwiU2hhcGVTaXplIjowLCJTcGFjaW5nIjo1LCJTaGFwZVN0eWxlIjp7IiRpZCI6IjY3MCIsIk1hcmdpbiI6eyIkaWQiOiI2NzEiLCJUb3AiOjAuMCwiTGVmdCI6MC4wLCJSaWdodCI6MC4wLCJCb3R0b20iOjAuMH0sIlBhZGRpbmciOnsiJGlkIjoiNjcyIiwiVG9wIjowLjAsIkxlZnQiOjAuMCwiUmlnaHQiOjAuMCwiQm90dG9tIjowLjB9LCJCYWNrZ3JvdW5kIjp7IiRpZCI6IjY3MyIsIkNvbG9yIjp7IiRpZCI6IjY3NCIsIkEiOjI1NSwiUiI6MjMzLCJHIjoxMTMsIkIiOjUwfX0sIklzVmlzaWJsZSI6dHJ1ZSwiV2lkdGgiOjEyLjAsIkhlaWdodCI6MTQuMCwiQm9yZGVyU3R5bGUiOnsiJGlkIjoiNjc1IiwiTGluZUNvbG9yIjp7IiRpZCI6IjY3NiIsIiR0eXBlIjoiTkxSRS5Db21tb24uRG9tLlNvbGlkQ29sb3JCcnVzaCwgTkxSRS5Db21tb24iLCJDb2xvciI6eyIkaWQiOiI2NzciLCJBIjoyNTUsIlIiOjIzNCwiRyI6MjIsIkIiOjMwfX0sIkxpbmVXZWlnaHQiOjAuMCwiTGluZVR5cGUiOjAsIlBhcmVudFN0eWxlIjpudWxsfSwiUGFyZW50U3R5bGUiOm51bGx9LCJUaXRsZVN0eWxlIjp7IiRpZCI6IjY3OCIsIkZvbnRTZXR0aW5ncyI6eyIkaWQiOiI2NzkiLCJGb250U2l6ZSI6MTEsIkZvbnROYW1lIjoiQ2FsaWJyaSIsIklzQm9sZCI6ZmFsc2UsIklzSXRhbGljIjpmYWxzZSwiSXNVbmRlcmxpbmVkIjpmYWxzZSwiUGFyZW50U3R5bGUiOm51bGx9LCJBdXRvU2l6ZSI6MCwiRm9yZWdyb3VuZCI6eyIkaWQiOiI2ODAiLCJDb2xvciI6eyIkaWQiOiI2O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NjgyIiwiVG9wIjowLjAsIkxlZnQiOjAuMCwiUmlnaHQiOjAuMCwiQm90dG9tIjowLjB9LCJQYWRkaW5nIjp7IiRpZCI6IjY4MyIsIlRvcCI6MC4wLCJMZWZ0IjowLjAsIlJpZ2h0IjowLjAsIkJvdHRvbSI6MC4wfSwiQmFja2dyb3VuZCI6eyIkaWQiOiI2ODQiLCJDb2xvciI6eyIkaWQiOiI2ODUiLCJBIjoyNTUsIlIiOjAsIkciOjAsIkIiOjB9fSwiSXNWaXNpYmxlIjp0cnVlLCJXaWR0aCI6MC4wLCJIZWlnaHQiOjAuMCwiQm9yZGVyU3R5bGUiOnsiJGlkIjoiNjg2IiwiTGluZUNvbG9yIjpudWxsLCJMaW5lV2VpZ2h0IjowLjAsIkxpbmVUeXBlIjowLCJQYXJlbnRTdHlsZSI6bnVsbH0sIlBhcmVudFN0eWxlIjpudWxsfSwiRGF0ZVN0eWxlIjp7IiRpZCI6IjY4NyIsIkZvbnRTZXR0aW5ncyI6eyIkaWQiOiI2ODgiLCJGb250U2l6ZSI6MTAsIkZvbnROYW1lIjoiQ2FsaWJyaSIsIklzQm9sZCI6ZmFsc2UsIklzSXRhbGljIjpmYWxzZSwiSXNVbmRlcmxpbmVkIjpmYWxzZSwiUGFyZW50U3R5bGUiOm51bGx9LCJBdXRvU2l6ZSI6MCwiRm9yZWdyb3VuZCI6eyIkaWQiOiI2ODkiLCJDb2xvciI6eyIkaWQiOiI2O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NjkxIiwiVG9wIjowLjAsIkxlZnQiOjAuMCwiUmlnaHQiOjAuMCwiQm90dG9tIjowLjB9LCJQYWRkaW5nIjp7IiRpZCI6IjY5MiIsIlRvcCI6MC4wLCJMZWZ0IjowLjAsIlJpZ2h0IjowLjAsIkJvdHRvbSI6MC4wfSwiQmFja2dyb3VuZCI6eyIkaWQiOiI2OTMiLCJDb2xvciI6eyIkaWQiOiI2OTQiLCJBIjoyNTUsIlIiOjE0LCJHIjo0MCwiQiI6NjV9fSwiSXNWaXNpYmxlIjp0cnVlLCJXaWR0aCI6MC4wLCJIZWlnaHQiOjAuMCwiQm9yZGVyU3R5bGUiOnsiJGlkIjoiNjk1IiwiTGluZUNvbG9yIjpudWxsLCJMaW5lV2VpZ2h0IjowLjAsIkxpbmVUeXBlIjowLCJQYXJlbnRTdHlsZSI6bnVsbH0sIlBhcmVudFN0eWxlIjpudWxsfSwiRGF0ZUZvcm1hdCI6eyIkaWQiOiI2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3IiwiRm9ybWF0IjowLCJJc1Zpc2libGUiOmZhbHNlLCJMYXN0S25vd25WaXNpYmlsaXR5U3RhdGUiOmZhbHNlfSwiSXNWaXNpYmxlIjp0cnVlLCJWYXJpYW5jZVN0eWxlIjp7IiRpZCI6IjY5OCIsIlRleHRTdHlsZSI6eyIkaWQiOiI2OTkiLCJGb250U2V0dGluZ3MiOnsiJGlkIjoiNzAwIiwiRm9udFNpemUiOjEwLCJGb250TmFtZSI6IkNhbGlicmkiLCJJc0JvbGQiOmZhbHNlLCJJc0l0YWxpYyI6ZmFsc2UsIklzVW5kZXJsaW5lZCI6ZmFsc2UsIlBhcmVudFN0eWxlIjpudWxsfSwiQXV0b1NpemUiOjAsIkZvcmVncm91bmQiOnsiJGlkIjoiNzAxIiwiQ29sb3IiOnsiJGlkIjoiNz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wMyIsIlRvcCI6MC4wLCJMZWZ0IjowLjAsIlJpZ2h0IjowLjAsIkJvdHRvbSI6MC4wfSwiUGFkZGluZyI6eyIkaWQiOiI3MDQiLCJUb3AiOjAuMCwiTGVmdCI6MC4wLCJSaWdodCI6MC4wLCJCb3R0b20iOjAuMH0sIkJhY2tncm91bmQiOnsiJGlkIjoiNzA1IiwiQ29sb3IiOnsiJGlkIjoiNzA2IiwiQSI6MjU1LCJSIjowLCJHIjowLCJCIjowfX0sIklzVmlzaWJsZSI6dHJ1ZSwiV2lkdGgiOjAuMCwiSGVpZ2h0IjowLjAsIkJvcmRlclN0eWxlIjp7IiRpZCI6IjcwNyIsIkxpbmVDb2xvciI6bnVsbCwiTGluZVdlaWdodCI6MC4wLCJMaW5lVHlwZSI6MCwiUGFyZW50U3R5bGUiOm51bGx9LCJQYXJlbnRTdHlsZSI6bnVsbH0sIlBhcmVudFN0eWxlIjpudWxsfSwiUGFyZW50U3R5bGUiOm51bGx9LCJEZWZhdWx0U3dpbWxhbmVBY3Rpdml0eVN0eWxlIjp7IiRpZCI6IjcwOCIsIkhlYWRlclN0eWxlIjp7IiRpZCI6IjcwOSIsIlRleHRTdHlsZSI6eyIkaWQiOiI3MTAiLCJGb250U2V0dGluZ3MiOnsiJGlkIjoiNzExIiwiRm9udFNpemUiOjExLCJGb250TmFtZSI6IkNhbGlicmkiLCJJc0JvbGQiOmZhbHNlLCJJc0l0YWxpYyI6ZmFsc2UsIklzVW5kZXJsaW5lZCI6ZmFsc2UsIlBhcmVudFN0eWxlIjpudWxsfSwiQXV0b1NpemUiOjIsIkZvcmVncm91bmQiOnsiJGlkIjoiNzEyIiwiQ29sb3IiOnsiJGlkIjoiNzE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yNTUsIlIiOjAsIkciOjAsIkIiOjB9fSwiSXNWaXNpYmxlIjp0cnVlLCJXaWR0aCI6MC4wLCJIZWlnaHQiOjAuMCwiQm9yZGVyU3R5bGUiOm51bGwsIlBhcmVudFN0eWxlIjpudWxsfSwiUmVjdGFuZ2xlU3R5bGUiOnsiJGlkIjoiNzE4IiwiTWFyZ2luIjp7IiRpZCI6IjcxOSIsIlRvcCI6MC4wLCJMZWZ0IjowLjAsIlJpZ2h0IjowLjAsIkJvdHRvbSI6MC4wfSwiUGFkZGluZyI6eyIkaWQiOiI3MjAiLCJUb3AiOjAuMCwiTGVmdCI6MC4wLCJSaWdodCI6MC4wLCJCb3R0b20iOjAuMH0sIkJhY2tncm91bmQiOnsiJGlkIjoiNzIxIiwiQ29sb3IiOnsiJGlkIjoiNzIyIiwiQSI6NjMsIlIiOjIzMywiRyI6MTEzLCJCIjo1MH19LCJJc1Zpc2libGUiOnRydWUsIldpZHRoIjowLjAsIkhlaWdodCI6MC4wLCJCb3JkZXJTdHlsZSI6eyIkaWQiOiI3MjMiLCJMaW5lQ29sb3IiOnsiJGlkIjoiNzI0IiwiJHR5cGUiOiJOTFJFLkNvbW1vbi5Eb20uU29saWRDb2xvckJydXNoLCBOTFJFLkNvbW1vbiIsIkNvbG9yIjp7IiRpZCI6IjcyNSIsIkEiOjI1NSwiUiI6MjU1LCJHIjoyNTUsIkIiOjI1NX19LCJMaW5lV2VpZ2h0IjowLjAsIkxpbmVUeXBlIjowLCJQYXJlbnRTdHlsZSI6bnVsbH0sIlBhcmVudFN0eWxlIjpudWxsfSwiTWFyZ2luIjp7IiRpZCI6IjcyNiIsIlRvcCI6MC4wLCJMZWZ0IjowLjAsIlJpZ2h0IjowLjAsIkJvdHRvbSI6MC4wfSwiUGFkZGluZyI6eyIkaWQiOiI3MjciLCJUb3AiOjAuMCwiTGVmdCI6MC4wLCJSaWdodCI6MC4wLCJCb3R0b20iOjAuMH0sIkJhY2tncm91bmQiOm51bGwsIklzVmlzaWJsZSI6dHJ1ZSwiV2lkdGgiOjAuMCwiSGVpZ2h0IjowLjAsIkJvcmRlclN0eWxlIjpudWxsLCJQYXJlbnRTdHlsZSI6bnVsbH0sIkJhY2tncm91bmRTdHlsZSI6eyIkaWQiOiI3MjgiLCJNYXJnaW4iOnsiJGlkIjoiNzI5IiwiVG9wIjowLjAsIkxlZnQiOjAuMCwiUmlnaHQiOjAuMCwiQm90dG9tIjowLjB9LCJQYWRkaW5nIjp7IiRpZCI6IjczMCIsIlRvcCI6MC4wLCJMZWZ0IjowLjAsIlJpZ2h0IjowLjAsIkJvdHRvbSI6MC4wfSwiQmFja2dyb3VuZCI6eyIkaWQiOiI3MzEiLCJDb2xvciI6eyIkaWQiOiI3MzIiLCJBIjo1MSwiUiI6MjAwLCJHIjoyMDAsIkIiOjIwMH19LCJJc1Zpc2libGUiOnRydWUsIldpZHRoIjowLjAsIkhlaWdodCI6MC4wLCJCb3JkZXJTdHlsZSI6eyIkaWQiOiI3MzMiLCJMaW5lQ29sb3IiOnsiJGlkIjoiNzM0IiwiJHR5cGUiOiJOTFJFLkNvbW1vbi5Eb20uU29saWRDb2xvckJydXNoLCBOTFJFLkNvbW1vbiIsIkNvbG9yIjp7IiRpZCI6IjczNSIsIkEiOjI1NSwiUiI6MjM0LCJHIjoyMiwiQiI6MzB9fSwiTGluZVdlaWdodCI6MC4wLCJMaW5lVHlwZSI6MCwiUGFyZW50U3R5bGUiOm51bGx9LCJQYXJlbnRTdHlsZSI6bnVsbH0sIk1hcmdpbiI6eyIkaWQiOiI3MzYiLCJUb3AiOjAuMCwiTGVmdCI6MC4wLCJSaWdodCI6MC4wLCJCb3R0b20iOjAuMH0sIlBhZGRpbmciOnsiJGlkIjoiNzM3IiwiVG9wIjowLjAsIkxlZnQiOjAuMCwiUmlnaHQiOjAuMCwiQm90dG9tIjowLjB9LCJJc1Zpc2libGUiOnRydWUsIldpZHRoIjowLjAsIkhlaWdodCI6MC4wLCJCb3JkZXJTdHlsZSI6eyIkaWQiOiI3MzgiLCJMaW5lQ29sb3IiOm51bGwsIkxpbmVXZWlnaHQiOjAuMCwiTGluZVR5cGUiOjAsIlBhcmVudFN0eWxlIjpudWxsfSwiUGFyZW50U3R5bGUiOm51bGx9LCJNYXJnaW4iOnsiJGlkIjoiNzM5IiwiVG9wIjowLjAsIkxlZnQiOjAuMCwiUmlnaHQiOjAuMCwiQm90dG9tIjowLjB9LCJQYWRkaW5nIjp7IiRpZCI6Ijc0MCIsIlRvcCI6MC4wLCJMZWZ0IjowLjAsIlJpZ2h0IjowLjAsIkJvdHRvbSI6MC4wfSwiSXNWaXNpYmxlIjp0cnVlLCJXaWR0aCI6MC4wLCJIZWlnaHQiOjAuMCwiQm9yZGVyU3R5bGUiOnsiJGlkIjoiNzQxIiwiTGluZUNvbG9yIjpudWxsLCJMaW5lV2VpZ2h0IjowLjAsIkxpbmVUeXBlIjowLCJQYXJlbnRTdHlsZSI6bnVsbH0sIlBhcmVudFN0eWxlIjpudWxsfSx7IiRpZCI6Ijc0MiIsIlN0eWxlSWQiOiJiMjRmODA0NS1mNjliLTRhNDMtODI5Zi1hNTY1MDNmZGNkNjkiLCJIZWFkZXJTdHlsZSI6eyIkaWQiOiI3NDMiLCJUZXh0SXNWZXJ0aWNhbCI6ZmFsc2UsIlRleHRTdHlsZSI6eyIkaWQiOiI3NDQiLCJGb250U2V0dGluZ3MiOnsiJGlkIjoiNzQ1IiwiRm9udFNpemUiOjExLCJGb250TmFtZSI6IkNhbGlicmkiLCJJc0JvbGQiOmZhbHNlLCJJc0l0YWxpYyI6ZmFsc2UsIklzVW5kZXJsaW5lZCI6ZmFsc2UsIlBhcmVudFN0eWxlIjpudWxsfSwiQXV0b1NpemUiOjIsIkZvcmVncm91bmQiOnsiJGlkIjoiNzQ2IiwiQ29sb3IiOnsiJGlkIjoiNzQ3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NzQ4IiwiVG9wIjowLjAsIkxlZnQiOjAuMCwiUmlnaHQiOjAuMCwiQm90dG9tIjowLjB9LCJQYWRkaW5nIjp7IiRpZCI6Ijc0OSIsIlRvcCI6MC4wLCJMZWZ0IjowLjAsIlJpZ2h0IjowLjAsIkJvdHRvbSI6MC4wfSwiQmFja2dyb3VuZCI6eyIkaWQiOiI3NTAiLCJDb2xvciI6eyIkaWQiOiI3NTEiLCJBIjoyNTUsIlIiOjI1NSwiRyI6MjU1LCJCIjoyNTV9fSwiSXNWaXNpYmxlIjp0cnVlLCJXaWR0aCI6MC4wLCJIZWlnaHQiOjAuMCwiQm9yZGVyU3R5bGUiOm51bGwsIlBhcmVudFN0eWxlIjpudWxsfSwiUmVjdGFuZ2xlU3R5bGUiOnsiJGlkIjoiNzUyIiwiTWFyZ2luIjp7IiRpZCI6Ijc1MyIsIlRvcCI6MC4wLCJMZWZ0IjowLjAsIlJpZ2h0IjowLjAsIkJvdHRvbSI6MC4wfSwiUGFkZGluZyI6eyIkaWQiOiI3NTQiLCJUb3AiOjAuMCwiTGVmdCI6MC4wLCJSaWdodCI6MC4wLCJCb3R0b20iOjAuMH0sIkJhY2tncm91bmQiOnsiJGlkIjoiNzU1IiwiQ29sb3IiOnsiJGlkIjoiNzU2IiwiQSI6MjU1LCJSIjoyNSwiRyI6MTA3LCJCIjozNn19LCJJc1Zpc2libGUiOnRydWUsIldpZHRoIjowLjAsIkhlaWdodCI6MC4wLCJCb3JkZXJTdHlsZSI6eyIkaWQiOiI3NTciLCJMaW5lQ29sb3IiOnsiJGlkIjoiNzU4IiwiJHR5cGUiOiJOTFJFLkNvbW1vbi5Eb20uU29saWRDb2xvckJydXNoLCBOTFJFLkNvbW1vbiIsIkNvbG9yIjp7IiRpZCI6Ijc1OSIsIkEiOjI1NSwiUiI6MjU1LCJHIjoyNTUsIkIiOjI1NX19LCJMaW5lV2VpZ2h0IjowLjAsIkxpbmVUeXBlIjowLCJQYXJlbnRTdHlsZSI6bnVsbH0sIlBhcmVudFN0eWxlIjpudWxsfSwiTWFyZ2luIjp7IiRpZCI6Ijc2MCIsIlRvcCI6MC4wLCJMZWZ0IjowLjAsIlJpZ2h0IjowLjAsIkJvdHRvbSI6MC4wfSwiUGFkZGluZyI6eyIkaWQiOiI3NjEiLCJUb3AiOjAuMCwiTGVmdCI6MC4wLCJSaWdodCI6MC4wLCJCb3R0b20iOjAuMH0sIkJhY2tncm91bmQiOm51bGwsIklzVmlzaWJsZSI6dHJ1ZSwiV2lkdGgiOjAuMCwiSGVpZ2h0IjowLjAsIkJvcmRlclN0eWxlIjpudWxsLCJQYXJlbnRTdHlsZSI6bnVsbH0sIkJhY2tncm91bmRTdHlsZSI6eyIkaWQiOiI3NjIiLCJNYXJnaW4iOnsiJGlkIjoiNzYzIiwiVG9wIjowLjAsIkxlZnQiOjAuMCwiUmlnaHQiOjAuMCwiQm90dG9tIjowLjB9LCJQYWRkaW5nIjp7IiRpZCI6Ijc2NCIsIlRvcCI6MC4wLCJMZWZ0IjowLjAsIlJpZ2h0IjowLjAsIkJvdHRvbSI6MC4wfSwiQmFja2dyb3VuZCI6eyIkaWQiOiI3NjUiLCJDb2xvciI6eyIkaWQiOiI3NjYiLCJBIjo1MSwiUiI6MjAwLCJHIjoyMDAsIkIiOjIwMH19LCJJc1Zpc2libGUiOnRydWUsIldpZHRoIjowLjAsIkhlaWdodCI6MC4wLCJCb3JkZXJTdHlsZSI6eyIkaWQiOiI3NjciLCJMaW5lQ29sb3IiOnsiJGlkIjoiNzY4IiwiJHR5cGUiOiJOTFJFLkNvbW1vbi5Eb20uU29saWRDb2xvckJydXNoLCBOTFJFLkNvbW1vbiIsIkNvbG9yIjp7IiRpZCI6Ijc2OSIsIkEiOjI1NSwiUiI6MjM0LCJHIjoyMiwiQiI6MzB9fSwiTGluZVdlaWdodCI6MC4wLCJMaW5lVHlwZSI6MCwiUGFyZW50U3R5bGUiOm51bGx9LCJQYXJlbnRTdHlsZSI6bnVsbH0sIklzQWJvdmVUaW1lYmFuZCI6ZmFsc2UsIlNwYWNpbmciOjMsIkRlZmF1bHRTd2ltbGFuZVRhc2tTdHlsZSI6eyIkaWQiOiI3NzAiLCIkdHlwZSI6Ik5MUkUuQ29tbW9uLkRvbS5TdHlsZXMuRXhwbGljaXRTZXRhYmxlVGFza1N0eWxlLCBOTFJFLkNvbW1vbiIsIlNoYXBlIjoxLCJTaGFwZVRoaWNrbmVzcyI6MCwiRHVyYXRpb25Gb3JtYXQiOjAsIkluY2x1ZGVOb25Xb3JraW5nRGF5c0luRHVyYXRpb24iOmZhbHNlLCJQZXJjZW50YWdlQ29tcGxldGVTdHlsZSI6eyIkaWQiOiI3NzEiLCJGb250U2V0dGluZ3MiOnsiJGlkIjoiNzcyIiwiRm9udFNpemUiOjEwLCJGb250TmFtZSI6IkNhbGlicmkiLCJJc0JvbGQiOmZhbHNlLCJJc0l0YWxpYyI6ZmFsc2UsIklzVW5kZXJsaW5lZCI6ZmFsc2UsIlBhcmVudFN0eWxlIjpudWxsfSwiQXV0b1NpemUiOjAsIkZvcmVncm91bmQiOnsiJGlkIjoiNzczIiwiQ29sb3IiOnsiJGlkIjoiNzc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c3NSIsIlRvcCI6MC4wLCJMZWZ0IjowLjAsIlJpZ2h0IjowLjAsIkJvdHRvbSI6MC4wfSwiUGFkZGluZyI6eyIkaWQiOiI3NzYiLCJUb3AiOjAuMCwiTGVmdCI6MC4wLCJSaWdodCI6MC4wLCJCb3R0b20iOjAuMH0sIkJhY2tncm91bmQiOnsiJGlkIjoiNzc3IiwiQ29sb3IiOnsiJGlkIjoiNzc4IiwiQSI6ODksIlIiOjAsIkciOjAsIkIiOjB9fSwiSXNWaXNpYmxlIjp0cnVlLCJXaWR0aCI6MC4wLCJIZWlnaHQiOjAuMCwiQm9yZGVyU3R5bGUiOnsiJGlkIjoiNzc5IiwiTGluZUNvbG9yIjpudWxsLCJMaW5lV2VpZ2h0IjowLjAsIkxpbmVUeXBlIjowLCJQYXJlbnRTdHlsZSI6bnVsbH0sIlBhcmVudFN0eWxlIjpudWxsfSwiRHVyYXRpb25TdHlsZSI6eyIkaWQiOiI3ODAiLCJGb250U2V0dGluZ3MiOnsiJGlkIjoiNzgxIiwiRm9udFNpemUiOjEwLCJGb250TmFtZSI6IkNhbGlicmkiLCJJc0JvbGQiOmZhbHNlLCJJc0l0YWxpYyI6ZmFsc2UsIklzVW5kZXJsaW5lZCI6ZmFsc2UsIlBhcmVudFN0eWxlIjpudWxsfSwiQXV0b1NpemUiOjAsIkZvcmVncm91bmQiOnsiJGlkIjoiNzgyIiwiQ29sb3IiOnsiJGlkIjoiNzg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Nzg0IiwiVG9wIjowLjAsIkxlZnQiOjAuMCwiUmlnaHQiOjAuMCwiQm90dG9tIjowLjB9LCJQYWRkaW5nIjp7IiRpZCI6Ijc4NSIsIlRvcCI6MC4wLCJMZWZ0IjowLjAsIlJpZ2h0IjowLjAsIkJvdHRvbSI6MC4wfSwiQmFja2dyb3VuZCI6eyIkaWQiOiI3ODYiLCJDb2xvciI6eyIkaWQiOiI3ODciLCJBIjoyNTUsIlIiOjIzNywiRyI6MTI1LCJCIjo0OX19LCJJc1Zpc2libGUiOnRydWUsIldpZHRoIjowLjAsIkhlaWdodCI6MC4wLCJCb3JkZXJTdHlsZSI6eyIkaWQiOiI3ODgiLCJMaW5lQ29sb3IiOm51bGwsIkxpbmVXZWlnaHQiOjAuMCwiTGluZVR5cGUiOjAsIlBhcmVudFN0eWxlIjpudWxsfSwiUGFyZW50U3R5bGUiOm51bGx9LCJIb3Jpem9udGFsQ29ubmVjdG9yU3R5bGUiOnsiJGlkIjoiNzg5IiwiTGluZUNvbG9yIjp7IiRpZCI6Ijc5MCIsIiR0eXBlIjoiTkxSRS5Db21tb24uRG9tLlNvbGlkQ29sb3JCcnVzaCwgTkxSRS5Db21tb24iLCJDb2xvciI6eyIkaWQiOiI3OTEiLCJBIjoyNTUsIlIiOjAsIkciOjAsIkIiOjB9fSwiTGluZVdlaWdodCI6MC4wLCJMaW5lVHlwZSI6MCwiUGFyZW50U3R5bGUiOm51bGx9LCJWZXJ0aWNhbENvbm5lY3RvclN0eWxlIjp7IiRpZCI6Ijc5MiIsIkxpbmVDb2xvciI6eyIkaWQiOiI3OTMiLCIkdHlwZSI6Ik5MUkUuQ29tbW9uLkRvbS5Tb2xpZENvbG9yQnJ1c2gsIE5MUkUuQ29tbW9uIiwiQ29sb3IiOnsiJGlkIjoiNzk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Nzk1IiwiU2hhcGVTdHlsZSI6eyIkaWQiOiI3OTYiLCJNYXJnaW4iOnsiJGlkIjoiNzk3IiwiVG9wIjowLjAsIkxlZnQiOjAuMCwiUmlnaHQiOjAuMCwiQm90dG9tIjowLjB9LCJQYWRkaW5nIjp7IiRpZCI6Ijc5OCIsIlRvcCI6MC4wLCJMZWZ0IjowLjAsIlJpZ2h0IjowLjAsIkJvdHRvbSI6MC4wfSwiQmFja2dyb3VuZCI6eyIkaWQiOiI3OTkiLCJDb2xvciI6eyIkaWQiOiI4MDAiLCJBIjoxNTMsIlIiOjAsIkciOjAsIkIiOjB9fSwiSXNWaXNpYmxlIjp0cnVlLCJXaWR0aCI6MC4wLCJIZWlnaHQiOjAuMCwiQm9yZGVyU3R5bGUiOnsiJGlkIjoiODAxIiwiTGluZUNvbG9yIjp7IiRpZCI6IjgwMiIsIiR0eXBlIjoiTkxSRS5Db21tb24uRG9tLlNvbGlkQ29sb3JCcnVzaCwgTkxSRS5Db21tb24iLCJDb2xvciI6eyIkaWQiOiI4MDMiLCJBIjoyNTUsIlIiOjI1NSwiRyI6MCwiQiI6MH19LCJMaW5lV2VpZ2h0IjowLjAsIkxpbmVUeXBlIjowLCJQYXJlbnRTdHlsZSI6bnVsbH0sIlBhcmVudFN0eWxlIjpudWxsfSwiTWFyZ2luIjp7IiRpZCI6IjgwNCIsIlRvcCI6MC4wLCJMZWZ0IjowLjAsIlJpZ2h0IjowLjAsIkJvdHRvbSI6MC4wfSwiUGFkZGluZyI6eyIkaWQiOiI4MDUiLCJUb3AiOjAuMCwiTGVmdCI6MC4wLCJSaWdodCI6MC4wLCJCb3R0b20iOjAuMH0sIkJhY2tncm91bmQiOm51bGwsIklzVmlzaWJsZSI6dHJ1ZSwiV2lkdGgiOjAuMCwiSGVpZ2h0IjowLjAsIkJvcmRlclN0eWxlIjpudWxsLCJQYXJlbnRTdHlsZSI6bnVsbH0sIlNoYXBlU3R5bGUiOnsiJGlkIjoiODA2IiwiTWFyZ2luIjp7IiRpZCI6IjgwNyIsIlRvcCI6MC4wLCJMZWZ0Ijo0LjAsIlJpZ2h0Ijo0LjAsIkJvdHRvbSI6MC4wfSwiUGFkZGluZyI6eyIkaWQiOiI4MDgiLCJUb3AiOjAuMCwiTGVmdCI6MC4wLCJSaWdodCI6MC4wLCJCb3R0b20iOjAuMH0sIkJhY2tncm91bmQiOnsiJGlkIjoiODA5IiwiQ29sb3IiOnsiJGlkIjoiODEwIiwiQSI6MjU1LCJSIjoyNSwiRyI6MTA3LCJCIjozNn19LCJJc1Zpc2libGUiOnRydWUsIldpZHRoIjowLjAsIkhlaWdodCI6MTAuMCwiQm9yZGVyU3R5bGUiOnsiJGlkIjoiODExIiwiTGluZUNvbG9yIjp7IiRpZCI6IjgxMiIsIiR0eXBlIjoiTkxSRS5Db21tb24uRG9tLlNvbGlkQ29sb3JCcnVzaCwgTkxSRS5Db21tb24iLCJDb2xvciI6eyIkaWQiOiI4MTMiLCJBIjoyNTUsIlIiOjIzNCwiRyI6MjIsIkIiOjMwfX0sIkxpbmVXZWlnaHQiOjAuMCwiTGluZVR5cGUiOjAsIlBhcmVudFN0eWxlIjpudWxsfSwiUGFyZW50U3R5bGUiOm51bGx9LCJUaXRsZVN0eWxlIjp7IiRpZCI6IjgxNCIsIkZvbnRTZXR0aW5ncyI6eyIkaWQiOiI4MTUiLCJGb250U2l6ZSI6MTEsIkZvbnROYW1lIjoiQ2FsaWJyaSIsIklzQm9sZCI6ZmFsc2UsIklzSXRhbGljIjpmYWxzZSwiSXNVbmRlcmxpbmVkIjpmYWxzZSwiUGFyZW50U3R5bGUiOm51bGx9LCJBdXRvU2l6ZSI6MCwiRm9yZWdyb3VuZCI6eyIkaWQiOiI4MTYiLCJDb2xvciI6eyIkaWQiOiI4M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E4IiwiVG9wIjowLjAsIkxlZnQiOjAuMCwiUmlnaHQiOjAuMCwiQm90dG9tIjowLjB9LCJQYWRkaW5nIjp7IiRpZCI6IjgxOSIsIlRvcCI6MC4wLCJMZWZ0IjowLjAsIlJpZ2h0IjowLjAsIkJvdHRvbSI6MC4wfSwiQmFja2dyb3VuZCI6eyIkaWQiOiI4MjAiLCJDb2xvciI6eyIkaWQiOiI4MjEiLCJBIjoyNTUsIlIiOjAsIkciOjAsIkIiOjB9fSwiSXNWaXNpYmxlIjp0cnVlLCJXaWR0aCI6MC4wLCJIZWlnaHQiOjAuMCwiQm9yZGVyU3R5bGUiOnsiJGlkIjoiODIyIiwiTGluZUNvbG9yIjpudWxsLCJMaW5lV2VpZ2h0IjowLjAsIkxpbmVUeXBlIjowLCJQYXJlbnRTdHlsZSI6bnVsbH0sIlBhcmVudFN0eWxlIjpudWxsfSwiRGF0ZVN0eWxlIjp7IiRpZCI6IjgyMyIsIkZvbnRTZXR0aW5ncyI6eyIkaWQiOiI4MjQiLCJGb250U2l6ZSI6MTAsIkZvbnROYW1lIjoiQ2FsaWJyaSIsIklzQm9sZCI6ZmFsc2UsIklzSXRhbGljIjpmYWxzZSwiSXNVbmRlcmxpbmVkIjpmYWxzZSwiUGFyZW50U3R5bGUiOm51bGx9LCJBdXRvU2l6ZSI6MCwiRm9yZWdyb3VuZCI6eyIkaWQiOiI4MjUiLCJDb2xvciI6eyIkaWQiOiI4Mj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ODI3IiwiVG9wIjowLjAsIkxlZnQiOjAuMCwiUmlnaHQiOjAuMCwiQm90dG9tIjowLjB9LCJQYWRkaW5nIjp7IiRpZCI6IjgyOCIsIlRvcCI6MC4wLCJMZWZ0IjowLjAsIlJpZ2h0IjowLjAsIkJvdHRvbSI6MC4wfSwiQmFja2dyb3VuZCI6eyIkaWQiOiI4MjkiLCJDb2xvciI6eyIkaWQiOiI4MzAiLCJBIjoyNTUsIlIiOjE0LCJHIjo0MCwiQiI6NjV9fSwiSXNWaXNpYmxlIjp0cnVlLCJXaWR0aCI6MC4wLCJIZWlnaHQiOjAuMCwiQm9yZGVyU3R5bGUiOnsiJGlkIjoiODMxIiwiTGluZUNvbG9yIjpudWxsLCJMaW5lV2VpZ2h0IjowLjAsIkxpbmVUeXBlIjowLCJQYXJlbnRTdHlsZSI6bnVsbH0sIlBhcmVudFN0eWxlIjpudWxsfSwiRGF0ZUZvcm1hdCI6eyIkaWQiOiI4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MzIiwiRm9ybWF0IjowLCJJc1Zpc2libGUiOmZhbHNlLCJMYXN0S25vd25WaXNpYmlsaXR5U3RhdGUiOmZhbHNlfSwiSXNWaXNpYmxlIjp0cnVlLCJWYXJpYW5jZVN0eWxlIjp7IiRpZCI6IjgzNCIsIlRleHRTdHlsZSI6eyIkaWQiOiI4MzUiLCJGb250U2V0dGluZ3MiOnsiJGlkIjoiODM2IiwiRm9udFNpemUiOjEwLCJGb250TmFtZSI6IkNhbGlicmkiLCJJc0JvbGQiOmZhbHNlLCJJc0l0YWxpYyI6ZmFsc2UsIklzVW5kZXJsaW5lZCI6ZmFsc2UsIlBhcmVudFN0eWxlIjpudWxsfSwiQXV0b1NpemUiOjAsIkZvcmVncm91bmQiOnsiJGlkIjoiODM3IiwiQ29sb3IiOnsiJGlkIjoiODM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zOSIsIlRvcCI6MC4wLCJMZWZ0IjowLjAsIlJpZ2h0IjowLjAsIkJvdHRvbSI6MC4wfSwiUGFkZGluZyI6eyIkaWQiOiI4NDAiLCJUb3AiOjAuMCwiTGVmdCI6MC4wLCJSaWdodCI6MC4wLCJCb3R0b20iOjAuMH0sIkJhY2tncm91bmQiOnsiJGlkIjoiODQxIiwiQ29sb3IiOnsiJGlkIjoiODQyIiwiQSI6MjU1LCJSIjowLCJHIjowLCJCIjowfX0sIklzVmlzaWJsZSI6dHJ1ZSwiV2lkdGgiOjAuMCwiSGVpZ2h0IjowLjAsIkJvcmRlclN0eWxlIjp7IiRpZCI6Ijg0MyIsIkxpbmVDb2xvciI6bnVsbCwiTGluZVdlaWdodCI6MC4wLCJMaW5lVHlwZSI6MCwiUGFyZW50U3R5bGUiOm51bGx9LCJQYXJlbnRTdHlsZSI6bnVsbH0sIlBhcmVudFN0eWxlIjpudWxsfSwiUGFyZW50U3R5bGUiOm51bGwsIl9leHBsaWNpdGx5U2V0Ijp7IiRpZCI6Ij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g0NSIsIlNoYXBlIjoxLCJDb25uZWN0b3JNYXJnaW4iOnsiJGlkIjoiODQ2IiwiVG9wIjowLjAsIkxlZnQiOjIuMCwiUmlnaHQiOjIuMCwiQm90dG9tIjowLjB9LCJDb25uZWN0b3JTdHlsZSI6eyIkaWQiOiI4NDciLCJMaW5lQ29sb3IiOnsiJGlkIjoiODQ4IiwiJHR5cGUiOiJOTFJFLkNvbW1vbi5Eb20uU29saWRDb2xvckJydXNoLCBOTFJFLkNvbW1vbiIsIkNvbG9yIjp7IiRpZCI6Ijg0OSIsIkEiOjEyNywiUiI6MTMsIkciOjUzLCJCIjoxOH19LCJMaW5lV2VpZ2h0IjoxLjAsIkxpbmVUeXBlIjowLCJQYXJlbnRTdHlsZSI6bnVsbH0sIklzQmVsb3dUaW1lYmFuZCI6ZmFsc2UsIlBvc2l0aW9uT25UYXNrIjoxLCJIaWRlRGF0ZSI6ZmFsc2UsIlNoYXBlU2l6ZSI6MCwiU3BhY2luZyI6MC4wLCJQYWRkaW5nIjp7IiRpZCI6Ijg1MCIsIlRvcCI6NS4wLCJMZWZ0IjozLjAsIlJpZ2h0IjowLjAsIkJvdHRvbSI6Mi4wfSwiU2hhcGVTdHlsZSI6eyIkaWQiOiI4NTEiLCJNYXJnaW4iOnsiJGlkIjoiODUyIiwiVG9wIjowLjAsIkxlZnQiOjAuMCwiUmlnaHQiOjAuMCwiQm90dG9tIjowLjB9LCJQYWRkaW5nIjp7IiRpZCI6Ijg1MyIsIlRvcCI6MC4wLCJMZWZ0IjowLjAsIlJpZ2h0IjowLjAsIkJvdHRvbSI6MC4wfSwiQmFja2dyb3VuZCI6eyIkaWQiOiI4NTQiLCJDb2xvciI6eyIkaWQiOiI4NTUiLCJBIjoyNTUsIlIiOjEzLCJHIjo1MywiQiI6MTh9fSwiSXNWaXNpYmxlIjp0cnVlLCJXaWR0aCI6MTIuMCwiSGVpZ2h0IjoxNC4wLCJCb3JkZXJTdHlsZSI6eyIkaWQiOiI4NTYiLCJMaW5lQ29sb3IiOnsiJGlkIjoiODU3IiwiJHR5cGUiOiJOTFJFLkNvbW1vbi5Eb20uU29saWRDb2xvckJydXNoLCBOTFJFLkNvbW1vbiIsIkNvbG9yIjp7IiRpZCI6Ijg1OCIsIkEiOjI1NSwiUiI6MjU1LCJHIjoyNTUsIkIiOjI1NX19LCJMaW5lV2VpZ2h0IjowLjAsIkxpbmVUeXBlIjowLCJQYXJlbnRTdHlsZSI6bnVsbH0sIlBhcmVudFN0eWxlIjpudWxsfSwiVGl0bGVTdHlsZSI6eyIkaWQiOiI4NTkiLCJGb250U2V0dGluZ3MiOnsiJGlkIjoiODYwIiwiRm9udFNpemUiOjExLCJGb250TmFtZSI6IkNhbGlicmkiLCJJc0JvbGQiOmZhbHNlLCJJc0l0YWxpYyI6ZmFsc2UsIklzVW5kZXJsaW5lZCI6ZmFsc2UsIlBhcmVudFN0eWxlIjpudWxsfSwiQXV0b1NpemUiOjAsIkZvcmVncm91bmQiOnsiJGlkIjoiODYxIiwiQ29sb3IiOnsiJGlkIjoi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g2MyIsIlRvcCI6MC4wLCJMZWZ0IjowLjAsIlJpZ2h0IjowLjAsIkJvdHRvbSI6MC4wfSwiUGFkZGluZyI6eyIkaWQiOiI4NjQiLCJUb3AiOjAuMCwiTGVmdCI6MC4wLCJSaWdodCI6MC4wLCJCb3R0b20iOjAuMH0sIkJhY2tncm91bmQiOnsiJGlkIjoiODY1IiwiQ29sb3IiOnsiJGlkIjoiODY2IiwiQSI6MjU1LCJSIjowLCJHIjowLCJCIjowfX0sIklzVmlzaWJsZSI6dHJ1ZSwiV2lkdGgiOjAuMCwiSGVpZ2h0IjowLjAsIkJvcmRlclN0eWxlIjp7IiRpZCI6Ijg2NyIsIkxpbmVDb2xvciI6bnVsbCwiTGluZVdlaWdodCI6MC4wLCJMaW5lVHlwZSI6MCwiUGFyZW50U3R5bGUiOm51bGx9LCJQYXJlbnRTdHlsZSI6bnVsbH0sIkRhdGVTdHlsZSI6eyIkaWQiOiI4NjgiLCJGb250U2V0dGluZ3MiOnsiJGlkIjoiODY5IiwiRm9udFNpemUiOjEwLCJGb250TmFtZSI6IkNhbGlicmkiLCJJc0JvbGQiOmZhbHNlLCJJc0l0YWxpYyI6ZmFsc2UsIklzVW5kZXJsaW5lZCI6ZmFsc2UsIlBhcmVudFN0eWxlIjpudWxsfSwiQXV0b1NpemUiOjAsIkZvcmVncm91bmQiOnsiJGlkIjoiODcwIiwiQ29sb3IiOnsiJGlkIjoiODc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g3MiIsIlRvcCI6MC4wLCJMZWZ0IjowLjAsIlJpZ2h0IjowLjAsIkJvdHRvbSI6MC4wfSwiUGFkZGluZyI6eyIkaWQiOiI4NzMiLCJUb3AiOjAuMCwiTGVmdCI6MC4wLCJSaWdodCI6MC4wLCJCb3R0b20iOjAuMH0sIkJhY2tncm91bmQiOnsiJGlkIjoiODc0IiwiQ29sb3IiOnsiJGlkIjoiODc1IiwiQSI6MjU1LCJSIjoxNCwiRyI6NDAsIkIiOjY1fX0sIklzVmlzaWJsZSI6dHJ1ZSwiV2lkdGgiOjAuMCwiSGVpZ2h0IjowLjAsIkJvcmRlclN0eWxlIjp7IiRpZCI6Ijg3NiIsIkxpbmVDb2xvciI6bnVsbCwiTGluZVdlaWdodCI6MC4wLCJMaW5lVHlwZSI6MCwiUGFyZW50U3R5bGUiOm51bGx9LCJQYXJlbnRTdHlsZSI6bnVsbH0sIkRhdGVGb3JtYXQiOnsiJGlkIjoi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3OCIsIkZvcm1hdCI6MCwiSXNWaXNpYmxlIjpmYWxzZSwiTGFzdEtub3duVmlzaWJpbGl0eVN0YXRlIjpmYWxzZX0sIklzVmlzaWJsZSI6ZmFsc2UsIlZhcmlhbmNlU3R5bGUiOnsiJGlkIjoiODc5IiwiVGV4dFN0eWxlIjp7IiRpZCI6Ijg4MCIsIkZvbnRTZXR0aW5ncyI6eyIkaWQiOiI4ODEiLCJGb250U2l6ZSI6MTAsIkZvbnROYW1lIjoiQ2FsaWJyaSIsIklzQm9sZCI6ZmFsc2UsIklzSXRhbGljIjpmYWxzZSwiSXNVbmRlcmxpbmVkIjpmYWxzZSwiUGFyZW50U3R5bGUiOm51bGx9LCJBdXRvU2l6ZSI6MCwiRm9yZWdyb3VuZCI6eyIkaWQiOiI4ODIiLCJDb2xvciI6eyIkaWQiOiI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g0IiwiVG9wIjowLjAsIkxlZnQiOjAuMCwiUmlnaHQiOjAuMCwiQm90dG9tIjowLjB9LCJQYWRkaW5nIjp7IiRpZCI6Ijg4NSIsIlRvcCI6MC4wLCJMZWZ0IjowLjAsIlJpZ2h0IjowLjAsIkJvdHRvbSI6MC4wfSwiQmFja2dyb3VuZCI6eyIkaWQiOiI4ODYiLCJDb2xvciI6eyIkaWQiOiI4ODciLCJBIjoyNTUsIlIiOjAsIkciOjAsIkIiOjB9fSwiSXNWaXNpYmxlIjp0cnVlLCJXaWR0aCI6MC4wLCJIZWlnaHQiOjAuMCwiQm9yZGVyU3R5bGUiOnsiJGlkIjoiODg4IiwiTGluZUNvbG9yIjpudWxsLCJMaW5lV2VpZ2h0IjowLjAsIkxpbmVUeXBlIjowLCJQYXJlbnRTdHlsZSI6bnVsbH0sIlBhcmVudFN0eWxlIjpudWxsfSwiUGFyZW50U3R5bGUiOm51bGx9LCJQYXJlbnRTdHlsZSI6bnVsbH0sIkRlZmF1bHRTd2ltbGFuZU1pbGVzdG9uZVN0eWxlIjp7IiRpZCI6Ijg4OSIsIlRpdGxlUG9zaXRpb24iOiJMZWZ0IiwiRGF0ZVBvc2l0aW9uIjoiUmlnaHQiLCJWYXJpYW5jZVBvc2l0aW9uIjoiUmlnaHQiLCJTaGFwZVR5cGUiOjEsIlNoYXBlU2l6ZSI6MCwiU3BhY2luZyI6NSwiU2hhcGVTdHlsZSI6eyIkaWQiOiI4OTAiLCJNYXJnaW4iOnsiJGlkIjoiODkxIiwiVG9wIjowLjAsIkxlZnQiOjAuMCwiUmlnaHQiOjAuMCwiQm90dG9tIjowLjB9LCJQYWRkaW5nIjp7IiRpZCI6Ijg5MiIsIlRvcCI6MC4wLCJMZWZ0IjowLjAsIlJpZ2h0IjowLjAsIkJvdHRvbSI6MC4wfSwiQmFja2dyb3VuZCI6eyIkaWQiOiI4OTMiLCJDb2xvciI6eyIkaWQiOiI4OTQiLCJBIjoyNTUsIlIiOjI1LCJHIjoxMDcsIkIiOjM2fX0sIklzVmlzaWJsZSI6dHJ1ZSwiV2lkdGgiOjEyLjAsIkhlaWdodCI6MTQuMCwiQm9yZGVyU3R5bGUiOnsiJGlkIjoiODk1IiwiTGluZUNvbG9yIjp7IiRpZCI6Ijg5NiIsIiR0eXBlIjoiTkxSRS5Db21tb24uRG9tLlNvbGlkQ29sb3JCcnVzaCwgTkxSRS5Db21tb24iLCJDb2xvciI6eyIkaWQiOiI4OTciLCJBIjoyNTUsIlIiOjIzNCwiRyI6MjIsIkIiOjMwfX0sIkxpbmVXZWlnaHQiOjAuMCwiTGluZVR5cGUiOjAsIlBhcmVudFN0eWxlIjpudWxsfSwiUGFyZW50U3R5bGUiOm51bGx9LCJUaXRsZVN0eWxlIjp7IiRpZCI6Ijg5OCIsIkZvbnRTZXR0aW5ncyI6eyIkaWQiOiI4OTkiLCJGb250U2l6ZSI6MTEsIkZvbnROYW1lIjoiQ2FsaWJyaSIsIklzQm9sZCI6ZmFsc2UsIklzSXRhbGljIjpmYWxzZSwiSXNVbmRlcmxpbmVkIjpmYWxzZSwiUGFyZW50U3R5bGUiOm51bGx9LCJBdXRvU2l6ZSI6MCwiRm9yZWdyb3VuZCI6eyIkaWQiOiI5MDAiLCJDb2xvciI6eyIkaWQiOiI5MDE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OTAyIiwiVG9wIjowLjAsIkxlZnQiOjAuMCwiUmlnaHQiOjAuMCwiQm90dG9tIjowLjB9LCJQYWRkaW5nIjp7IiRpZCI6IjkwMyIsIlRvcCI6MC4wLCJMZWZ0IjowLjAsIlJpZ2h0IjowLjAsIkJvdHRvbSI6MC4wfSwiQmFja2dyb3VuZCI6eyIkaWQiOiI5MDQiLCJDb2xvciI6eyIkaWQiOiI5MDUiLCJBIjoyNTUsIlIiOjAsIkciOjAsIkIiOjB9fSwiSXNWaXNpYmxlIjp0cnVlLCJXaWR0aCI6MC4wLCJIZWlnaHQiOjAuMCwiQm9yZGVyU3R5bGUiOnsiJGlkIjoiOTA2IiwiTGluZUNvbG9yIjpudWxsLCJMaW5lV2VpZ2h0IjowLjAsIkxpbmVUeXBlIjowLCJQYXJlbnRTdHlsZSI6bnVsbH0sIlBhcmVudFN0eWxlIjpudWxsfSwiRGF0ZVN0eWxlIjp7IiRpZCI6IjkwNyIsIkZvbnRTZXR0aW5ncyI6eyIkaWQiOiI5MDgiLCJGb250U2l6ZSI6MTAsIkZvbnROYW1lIjoiQ2FsaWJyaSIsIklzQm9sZCI6ZmFsc2UsIklzSXRhbGljIjpmYWxzZSwiSXNVbmRlcmxpbmVkIjpmYWxzZSwiUGFyZW50U3R5bGUiOm51bGx9LCJBdXRvU2l6ZSI6MCwiRm9yZWdyb3VuZCI6eyIkaWQiOiI5MDkiLCJDb2xvciI6eyIkaWQiOiI5MTA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yNTUsIlIiOjE0LCJHIjo0MCwiQiI6NjV9fSwiSXNWaXNpYmxlIjp0cnVlLCJXaWR0aCI6MC4wLCJIZWlnaHQiOjAuMCwiQm9yZGVyU3R5bGUiOnsiJGlkIjoiOTE1IiwiTGluZUNvbG9yIjpudWxsLCJMaW5lV2VpZ2h0IjowLjAsIkxpbmVUeXBlIjowLCJQYXJlbnRTdHlsZSI6bnVsbH0sIlBhcmVudFN0eWxlIjpudWxsfSwiRGF0ZUZvcm1hdCI6eyIkaWQiOiI5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3IiwiRm9ybWF0IjowLCJJc1Zpc2libGUiOmZhbHNlLCJMYXN0S25vd25WaXNpYmlsaXR5U3RhdGUiOmZhbHNlfSwiSXNWaXNpYmxlIjp0cnVlLCJWYXJpYW5jZVN0eWxlIjp7IiRpZCI6IjkxOCIsIlRleHRTdHlsZSI6eyIkaWQiOiI5MTkiLCJGb250U2V0dGluZ3MiOnsiJGlkIjoiOTIwIiwiRm9udFNpemUiOjEwLCJGb250TmFtZSI6IkNhbGlicmkiLCJJc0JvbGQiOmZhbHNlLCJJc0l0YWxpYyI6ZmFsc2UsIklzVW5kZXJsaW5lZCI6ZmFsc2UsIlBhcmVudFN0eWxlIjpudWxsfSwiQXV0b1NpemUiOjAsIkZvcmVncm91bmQiOnsiJGlkIjoiOTIxIiwiQ29sb3IiOnsiJGlkIjoiOTI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yMyIsIlRvcCI6MC4wLCJMZWZ0IjowLjAsIlJpZ2h0IjowLjAsIkJvdHRvbSI6MC4wfSwiUGFkZGluZyI6eyIkaWQiOiI5MjQiLCJUb3AiOjAuMCwiTGVmdCI6MC4wLCJSaWdodCI6MC4wLCJCb3R0b20iOjAuMH0sIkJhY2tncm91bmQiOnsiJGlkIjoiOTI1IiwiQ29sb3IiOnsiJGlkIjoiOTI2IiwiQSI6MjU1LCJSIjowLCJHIjowLCJCIjowfX0sIklzVmlzaWJsZSI6dHJ1ZSwiV2lkdGgiOjAuMCwiSGVpZ2h0IjowLjAsIkJvcmRlclN0eWxlIjp7IiRpZCI6IjkyNyIsIkxpbmVDb2xvciI6bnVsbCwiTGluZVdlaWdodCI6MC4wLCJMaW5lVHlwZSI6MCwiUGFyZW50U3R5bGUiOm51bGx9LCJQYXJlbnRTdHlsZSI6bnVsbH0sIlBhcmVudFN0eWxlIjpudWxsfSwiUGFyZW50U3R5bGUiOm51bGx9LCJEZWZhdWx0U3dpbWxhbmVBY3Rpdml0eVN0eWxlIjp7IiRpZCI6IjkyOCIsIkhlYWRlclN0eWxlIjp7IiRpZCI6IjkyOSIsIlRleHRTdHlsZSI6eyIkaWQiOiI5MzAiLCJGb250U2V0dGluZ3MiOnsiJGlkIjoiOTMxIiwiRm9udFNpemUiOjExLCJGb250TmFtZSI6IkNhbGlicmkiLCJJc0JvbGQiOmZhbHNlLCJJc0l0YWxpYyI6ZmFsc2UsIklzVW5kZXJsaW5lZCI6ZmFsc2UsIlBhcmVudFN0eWxlIjpudWxsfSwiQXV0b1NpemUiOjIsIkZvcmVncm91bmQiOnsiJGlkIjoiOTMyIiwiQ29sb3IiOnsiJGlkIjoiOTM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M0IiwiVG9wIjowLjAsIkxlZnQiOjAuMCwiUmlnaHQiOjAuMCwiQm90dG9tIjowLjB9LCJQYWRkaW5nIjp7IiRpZCI6IjkzNSIsIlRvcCI6MC4wLCJMZWZ0IjowLjAsIlJpZ2h0IjowLjAsIkJvdHRvbSI6MC4wfSwiQmFja2dyb3VuZCI6eyIkaWQiOiI5MzYiLCJDb2xvciI6eyIkaWQiOiI5MzciLCJBIjoyNTUsIlIiOjAsIkciOjAsIkIiOjB9fSwiSXNWaXNpYmxlIjp0cnVlLCJXaWR0aCI6MC4wLCJIZWlnaHQiOjAuMCwiQm9yZGVyU3R5bGUiOm51bGwsIlBhcmVudFN0eWxlIjpudWxsfSwiUmVjdGFuZ2xlU3R5bGUiOnsiJGlkIjoiOTM4IiwiTWFyZ2luIjp7IiRpZCI6IjkzOSIsIlRvcCI6MC4wLCJMZWZ0IjowLjAsIlJpZ2h0IjowLjAsIkJvdHRvbSI6MC4wfSwiUGFkZGluZyI6eyIkaWQiOiI5NDAiLCJUb3AiOjAuMCwiTGVmdCI6MC4wLCJSaWdodCI6MC4wLCJCb3R0b20iOjAuMH0sIkJhY2tncm91bmQiOnsiJGlkIjoiOTQxIiwiQ29sb3IiOnsiJGlkIjoiOTQyIiwiQSI6NjMsIlIiOjI1LCJHIjoxMDcsIkIiOjM2fX0sIklzVmlzaWJsZSI6dHJ1ZSwiV2lkdGgiOjAuMCwiSGVpZ2h0IjowLjAsIkJvcmRlclN0eWxlIjp7IiRpZCI6Ijk0MyIsIkxpbmVDb2xvciI6eyIkaWQiOiI5NDQiLCIkdHlwZSI6Ik5MUkUuQ29tbW9uLkRvbS5Tb2xpZENvbG9yQnJ1c2gsIE5MUkUuQ29tbW9uIiwiQ29sb3IiOnsiJGlkIjoiOTQ1IiwiQSI6MjU1LCJSIjoyNTUsIkciOjI1NSwiQiI6MjU1fX0sIkxpbmVXZWlnaHQiOjAuMCwiTGluZVR5cGUiOjAsIlBhcmVudFN0eWxlIjpudWxsfSwiUGFyZW50U3R5bGUiOm51bGx9LCJNYXJnaW4iOnsiJGlkIjoiOTQ2IiwiVG9wIjowLjAsIkxlZnQiOjAuMCwiUmlnaHQiOjAuMCwiQm90dG9tIjowLjB9LCJQYWRkaW5nIjp7IiRpZCI6Ijk0NyIsIlRvcCI6MC4wLCJMZWZ0IjowLjAsIlJpZ2h0IjowLjAsIkJvdHRvbSI6MC4wfSwiQmFja2dyb3VuZCI6bnVsbCwiSXNWaXNpYmxlIjp0cnVlLCJXaWR0aCI6MC4wLCJIZWlnaHQiOjAuMCwiQm9yZGVyU3R5bGUiOm51bGwsIlBhcmVudFN0eWxlIjpudWxsfSwiQmFja2dyb3VuZFN0eWxlIjp7IiRpZCI6Ijk0OCIsIk1hcmdpbiI6eyIkaWQiOiI5NDkiLCJUb3AiOjAuMCwiTGVmdCI6MC4wLCJSaWdodCI6MC4wLCJCb3R0b20iOjAuMH0sIlBhZGRpbmciOnsiJGlkIjoiOTUwIiwiVG9wIjowLjAsIkxlZnQiOjAuMCwiUmlnaHQiOjAuMCwiQm90dG9tIjowLjB9LCJCYWNrZ3JvdW5kIjp7IiRpZCI6Ijk1MSIsIkNvbG9yIjp7IiRpZCI6Ijk1MiIsIkEiOjUxLCJSIjoyMDAsIkciOjIwMCwiQiI6MjAwfX0sIklzVmlzaWJsZSI6dHJ1ZSwiV2lkdGgiOjAuMCwiSGVpZ2h0IjowLjAsIkJvcmRlclN0eWxlIjp7IiRpZCI6Ijk1MyIsIkxpbmVDb2xvciI6eyIkaWQiOiI5NTQiLCIkdHlwZSI6Ik5MUkUuQ29tbW9uLkRvbS5Tb2xpZENvbG9yQnJ1c2gsIE5MUkUuQ29tbW9uIiwiQ29sb3IiOnsiJGlkIjoiOTU1IiwiQSI6MjU1LCJSIjoyMzQsIkciOjIyLCJCIjozMH19LCJMaW5lV2VpZ2h0IjowLjAsIkxpbmVUeXBlIjowLCJQYXJlbnRTdHlsZSI6bnVsbH0sIlBhcmVudFN0eWxlIjpudWxsfSwiTWFyZ2luIjp7IiRpZCI6Ijk1NiIsIlRvcCI6MC4wLCJMZWZ0IjowLjAsIlJpZ2h0IjowLjAsIkJvdHRvbSI6MC4wfSwiUGFkZGluZyI6eyIkaWQiOiI5NTciLCJUb3AiOjAuMCwiTGVmdCI6MC4wLCJSaWdodCI6MC4wLCJCb3R0b20iOjAuMH0sIklzVmlzaWJsZSI6dHJ1ZSwiV2lkdGgiOjAuMCwiSGVpZ2h0IjowLjAsIkJvcmRlclN0eWxlIjp7IiRpZCI6Ijk1OCIsIkxpbmVDb2xvciI6bnVsbCwiTGluZVdlaWdodCI6MC4wLCJMaW5lVHlwZSI6MCwiUGFyZW50U3R5bGUiOm51bGx9LCJQYXJlbnRTdHlsZSI6bnVsbH0sIk1hcmdpbiI6eyIkaWQiOiI5NTkiLCJUb3AiOjAuMCwiTGVmdCI6MC4wLCJSaWdodCI6MC4wLCJCb3R0b20iOjAuMH0sIlBhZGRpbmciOnsiJGlkIjoiOTYwIiwiVG9wIjowLjAsIkxlZnQiOjAuMCwiUmlnaHQiOjAuMCwiQm90dG9tIjowLjB9LCJJc1Zpc2libGUiOnRydWUsIldpZHRoIjowLjAsIkhlaWdodCI6MC4wLCJCb3JkZXJTdHlsZSI6eyIkaWQiOiI5NjEiLCJMaW5lQ29sb3IiOm51bGwsIkxpbmVXZWlnaHQiOjAuMCwiTGluZVR5cGUiOjAsIlBhcmVudFN0eWxlIjpudWxsfSwiUGFyZW50U3R5bGUiOm51bGx9LHsiJGlkIjoiOTYyIiwiU3R5bGVJZCI6IjA3MDJkZWE4LWMxMTQtNGQ3MS1iZTQwLWNkMzA2MmM0Njk3MCIsIkhlYWRlclN0eWxlIjp7IiRpZCI6Ijk2MyIsIlRleHRJc1ZlcnRpY2FsIjpmYWxzZSwiVGV4dFN0eWxlIjp7IiRpZCI6Ijk2NCIsIkZvbnRTZXR0aW5ncyI6eyIkaWQiOiI5NjUiLCJGb250U2l6ZSI6MTEsIkZvbnROYW1lIjoiQ2FsaWJyaSIsIklzQm9sZCI6ZmFsc2UsIklzSXRhbGljIjpmYWxzZSwiSXNVbmRlcmxpbmVkIjpmYWxzZSwiUGFyZW50U3R5bGUiOm51bGx9LCJBdXRvU2l6ZSI6MiwiRm9yZWdyb3VuZCI6eyIkaWQiOiI5NjYiLCJDb2xvciI6eyIkaWQiOiI5Njc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5NjgiLCJUb3AiOjAuMCwiTGVmdCI6MC4wLCJSaWdodCI6MC4wLCJCb3R0b20iOjAuMH0sIlBhZGRpbmciOnsiJGlkIjoiOTY5IiwiVG9wIjowLjAsIkxlZnQiOjAuMCwiUmlnaHQiOjAuMCwiQm90dG9tIjowLjB9LCJCYWNrZ3JvdW5kIjp7IiRpZCI6Ijk3MCIsIkNvbG9yIjp7IiRpZCI6Ijk3MSIsIkEiOjI1NSwiUiI6MjU1LCJHIjoyNTUsIkIiOjI1NX19LCJJc1Zpc2libGUiOnRydWUsIldpZHRoIjowLjAsIkhlaWdodCI6MC4wLCJCb3JkZXJTdHlsZSI6bnVsbCwiUGFyZW50U3R5bGUiOm51bGx9LCJSZWN0YW5nbGVTdHlsZSI6eyIkaWQiOiI5NzIiLCJNYXJnaW4iOnsiJGlkIjoiOTczIiwiVG9wIjowLjAsIkxlZnQiOjAuMCwiUmlnaHQiOjAuMCwiQm90dG9tIjowLjB9LCJQYWRkaW5nIjp7IiRpZCI6Ijk3NCIsIlRvcCI6MC4wLCJMZWZ0IjowLjAsIlJpZ2h0IjowLjAsIkJvdHRvbSI6MC4wfSwiQmFja2dyb3VuZCI6eyIkaWQiOiI5NzUiLCJDb2xvciI6eyIkaWQiOiI5NzYiLCJBIjoyNTUsIlIiOjE1LCJHIjoxNTgsIkIiOjIxM319LCJJc1Zpc2libGUiOnRydWUsIldpZHRoIjowLjAsIkhlaWdodCI6MC4wLCJCb3JkZXJTdHlsZSI6eyIkaWQiOiI5NzciLCJMaW5lQ29sb3IiOnsiJGlkIjoiOTc4IiwiJHR5cGUiOiJOTFJFLkNvbW1vbi5Eb20uU29saWRDb2xvckJydXNoLCBOTFJFLkNvbW1vbiIsIkNvbG9yIjp7IiRpZCI6Ijk3OSIsIkEiOjI1NSwiUiI6MjU1LCJHIjoyNTUsIkIiOjI1NX19LCJMaW5lV2VpZ2h0IjowLjAsIkxpbmVUeXBlIjowLCJQYXJlbnRTdHlsZSI6bnVsbH0sIlBhcmVudFN0eWxlIjpudWxsfSwiTWFyZ2luIjp7IiRpZCI6Ijk4MCIsIlRvcCI6MC4wLCJMZWZ0IjowLjAsIlJpZ2h0IjowLjAsIkJvdHRvbSI6MC4wfSwiUGFkZGluZyI6eyIkaWQiOiI5ODEiLCJUb3AiOjAuMCwiTGVmdCI6MC4wLCJSaWdodCI6MC4wLCJCb3R0b20iOjAuMH0sIkJhY2tncm91bmQiOm51bGwsIklzVmlzaWJsZSI6dHJ1ZSwiV2lkdGgiOjAuMCwiSGVpZ2h0IjowLjAsIkJvcmRlclN0eWxlIjpudWxsLCJQYXJlbnRTdHlsZSI6bnVsbH0sIkJhY2tncm91bmRTdHlsZSI6eyIkaWQiOiI5ODIiLCJNYXJnaW4iOnsiJGlkIjoiOTgzIiwiVG9wIjowLjAsIkxlZnQiOjAuMCwiUmlnaHQiOjAuMCwiQm90dG9tIjowLjB9LCJQYWRkaW5nIjp7IiRpZCI6Ijk4NCIsIlRvcCI6MC4wLCJMZWZ0IjowLjAsIlJpZ2h0IjowLjAsIkJvdHRvbSI6MC4wfSwiQmFja2dyb3VuZCI6eyIkaWQiOiI5ODUiLCJDb2xvciI6eyIkaWQiOiI5ODYiLCJBIjo1MSwiUiI6MjAwLCJHIjoyMDAsIkIiOjIwMH19LCJJc1Zpc2libGUiOnRydWUsIldpZHRoIjowLjAsIkhlaWdodCI6MC4wLCJCb3JkZXJTdHlsZSI6eyIkaWQiOiI5ODciLCJMaW5lQ29sb3IiOnsiJGlkIjoiOTg4IiwiJHR5cGUiOiJOTFJFLkNvbW1vbi5Eb20uU29saWRDb2xvckJydXNoLCBOTFJFLkNvbW1vbiIsIkNvbG9yIjp7IiRpZCI6Ijk4OSIsIkEiOjI1NSwiUiI6MjM0LCJHIjoyMiwiQiI6MzB9fSwiTGluZVdlaWdodCI6MC4wLCJMaW5lVHlwZSI6MCwiUGFyZW50U3R5bGUiOm51bGx9LCJQYXJlbnRTdHlsZSI6bnVsbH0sIklzQWJvdmVUaW1lYmFuZCI6ZmFsc2UsIlNwYWNpbmciOjMsIkRlZmF1bHRTd2ltbGFuZVRhc2tTdHlsZSI6eyIkaWQiOiI5OTAiLCIkdHlwZSI6Ik5MUkUuQ29tbW9uLkRvbS5TdHlsZXMuRXhwbGljaXRTZXRhYmxlVGFza1N0eWxlLCBOTFJFLkNvbW1vbiIsIlNoYXBlIjoxLCJTaGFwZVRoaWNrbmVzcyI6MCwiRHVyYXRpb25Gb3JtYXQiOjAsIkluY2x1ZGVOb25Xb3JraW5nRGF5c0luRHVyYXRpb24iOmZhbHNlLCJQZXJjZW50YWdlQ29tcGxldGVTdHlsZSI6eyIkaWQiOiI5OTEiLCJGb250U2V0dGluZ3MiOnsiJGlkIjoiOTkyIiwiRm9udFNpemUiOjEwLCJGb250TmFtZSI6IkNhbGlicmkiLCJJc0JvbGQiOmZhbHNlLCJJc0l0YWxpYyI6ZmFsc2UsIklzVW5kZXJsaW5lZCI6ZmFsc2UsIlBhcmVudFN0eWxlIjpudWxsfSwiQXV0b1NpemUiOjAsIkZvcmVncm91bmQiOnsiJGlkIjoiOTkzIiwiQ29sb3IiOnsiJGlkIjoiOTk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SIsIlRvcCI6MC4wLCJMZWZ0IjowLjAsIlJpZ2h0IjowLjAsIkJvdHRvbSI6MC4wfSwiUGFkZGluZyI6eyIkaWQiOiI5OTYiLCJUb3AiOjAuMCwiTGVmdCI6MC4wLCJSaWdodCI6MC4wLCJCb3R0b20iOjAuMH0sIkJhY2tncm91bmQiOnsiJGlkIjoiOTk3IiwiQ29sb3IiOnsiJGlkIjoiOTk4IiwiQSI6ODksIlIiOjAsIkciOjAsIkIiOjB9fSwiSXNWaXNpYmxlIjp0cnVlLCJXaWR0aCI6MC4wLCJIZWlnaHQiOjAuMCwiQm9yZGVyU3R5bGUiOnsiJGlkIjoiOTk5IiwiTGluZUNvbG9yIjpudWxsLCJMaW5lV2VpZ2h0IjowLjAsIkxpbmVUeXBlIjowLCJQYXJlbnRTdHlsZSI6bnVsbH0sIlBhcmVudFN0eWxlIjpudWxsfSwiRHVyYXRpb25TdHlsZSI6eyIkaWQiOiIxMDAwIiwiRm9udFNldHRpbmdzIjp7IiRpZCI6IjEwMDEiLCJGb250U2l6ZSI6MTAsIkZvbnROYW1lIjoiQ2FsaWJyaSIsIklzQm9sZCI6ZmFsc2UsIklzSXRhbGljIjpmYWxzZSwiSXNVbmRlcmxpbmVkIjpmYWxzZSwiUGFyZW50U3R5bGUiOm51bGx9LCJBdXRvU2l6ZSI6MCwiRm9yZWdyb3VuZCI6eyIkaWQiOiIxMDAyIiwiQ29sb3IiOnsiJGlkIjoiMTAw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wMDQiLCJUb3AiOjAuMCwiTGVmdCI6MC4wLCJSaWdodCI6MC4wLCJCb3R0b20iOjAuMH0sIlBhZGRpbmciOnsiJGlkIjoiMTAwNSIsIlRvcCI6MC4wLCJMZWZ0IjowLjAsIlJpZ2h0IjowLjAsIkJvdHRvbSI6MC4wfSwiQmFja2dyb3VuZCI6eyIkaWQiOiIxMDA2IiwiQ29sb3IiOnsiJGlkIjoiMTAwNyIsIkEiOjI1NSwiUiI6MjM3LCJHIjoxMjUsIkIiOjQ5fX0sIklzVmlzaWJsZSI6dHJ1ZSwiV2lkdGgiOjAuMCwiSGVpZ2h0IjowLjAsIkJvcmRlclN0eWxlIjp7IiRpZCI6IjEwMDgiLCJMaW5lQ29sb3IiOm51bGwsIkxpbmVXZWlnaHQiOjAuMCwiTGluZVR5cGUiOjAsIlBhcmVudFN0eWxlIjpudWxsfSwiUGFyZW50U3R5bGUiOm51bGx9LCJIb3Jpem9udGFsQ29ubmVjdG9yU3R5bGUiOnsiJGlkIjoiMTAwOSIsIkxpbmVDb2xvciI6eyIkaWQiOiIxMDEwIiwiJHR5cGUiOiJOTFJFLkNvbW1vbi5Eb20uU29saWRDb2xvckJydXNoLCBOTFJFLkNvbW1vbiIsIkNvbG9yIjp7IiRpZCI6IjEwMTEiLCJBIjoyNTUsIlIiOjAsIkciOjAsIkIiOjB9fSwiTGluZVdlaWdodCI6MC4wLCJMaW5lVHlwZSI6MCwiUGFyZW50U3R5bGUiOm51bGx9LCJWZXJ0aWNhbENvbm5lY3RvclN0eWxlIjp7IiRpZCI6IjEwMTIiLCJMaW5lQ29sb3IiOnsiJGlkIjoiMTAxMyIsIiR0eXBlIjoiTkxSRS5Db21tb24uRG9tLlNvbGlkQ29sb3JCcnVzaCwgTkxSRS5Db21tb24iLCJDb2xvciI6eyIkaWQiOiIxMDE0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MTAxNSIsIlNoYXBlU3R5bGUiOnsiJGlkIjoiMTAxNiIsIk1hcmdpbiI6eyIkaWQiOiIxMDE3IiwiVG9wIjowLjAsIkxlZnQiOjAuMCwiUmlnaHQiOjAuMCwiQm90dG9tIjowLjB9LCJQYWRkaW5nIjp7IiRpZCI6IjEwMTgiLCJUb3AiOjAuMCwiTGVmdCI6MC4wLCJSaWdodCI6MC4wLCJCb3R0b20iOjAuMH0sIkJhY2tncm91bmQiOnsiJGlkIjoiMTAxOSIsIkNvbG9yIjp7IiRpZCI6IjEwMjAiLCJBIjoxNTMsIlIiOjAsIkciOjAsIkIiOjB9fSwiSXNWaXNpYmxlIjp0cnVlLCJXaWR0aCI6MC4wLCJIZWlnaHQiOjAuMCwiQm9yZGVyU3R5bGUiOnsiJGlkIjoiMTAyMSIsIkxpbmVDb2xvciI6eyIkaWQiOiIxMDIyIiwiJHR5cGUiOiJOTFJFLkNvbW1vbi5Eb20uU29saWRDb2xvckJydXNoLCBOTFJFLkNvbW1vbiIsIkNvbG9yIjp7IiRpZCI6IjEwMjMiLCJBIjoyNTUsIlIiOjI1NSwiRyI6MCwiQiI6MH19LCJMaW5lV2VpZ2h0IjowLjAsIkxpbmVUeXBlIjowLCJQYXJlbnRTdHlsZSI6bnVsbH0sIlBhcmVudFN0eWxlIjpudWxsfSwiTWFyZ2luIjp7IiRpZCI6IjEwMjQiLCJUb3AiOjAuMCwiTGVmdCI6MC4wLCJSaWdodCI6MC4wLCJCb3R0b20iOjAuMH0sIlBhZGRpbmciOnsiJGlkIjoiMTAyNSIsIlRvcCI6MC4wLCJMZWZ0IjowLjAsIlJpZ2h0IjowLjAsIkJvdHRvbSI6MC4wfSwiQmFja2dyb3VuZCI6bnVsbCwiSXNWaXNpYmxlIjp0cnVlLCJXaWR0aCI6MC4wLCJIZWlnaHQiOjAuMCwiQm9yZGVyU3R5bGUiOm51bGwsIlBhcmVudFN0eWxlIjpudWxsfSwiU2hhcGVTdHlsZSI6eyIkaWQiOiIxMDI2IiwiTWFyZ2luIjp7IiRpZCI6IjEwMjciLCJUb3AiOjAuMCwiTGVmdCI6NC4wLCJSaWdodCI6NC4wLCJCb3R0b20iOjAuMH0sIlBhZGRpbmciOnsiJGlkIjoiMTAyOCIsIlRvcCI6MC4wLCJMZWZ0IjowLjAsIlJpZ2h0IjowLjAsIkJvdHRvbSI6MC4wfSwiQmFja2dyb3VuZCI6eyIkaWQiOiIxMDI5IiwiQ29sb3IiOnsiJGlkIjoiMTAzMCIsIkEiOjI1NSwiUiI6MTUsIkciOjE1OCwiQiI6MjEzfX0sIklzVmlzaWJsZSI6dHJ1ZSwiV2lkdGgiOjAuMCwiSGVpZ2h0IjoxMC4wLCJCb3JkZXJTdHlsZSI6eyIkaWQiOiIxMDMxIiwiTGluZUNvbG9yIjp7IiRpZCI6IjEwMzIiLCIkdHlwZSI6Ik5MUkUuQ29tbW9uLkRvbS5Tb2xpZENvbG9yQnJ1c2gsIE5MUkUuQ29tbW9uIiwiQ29sb3IiOnsiJGlkIjoiMTAzMyIsIkEiOjI1NSwiUiI6MjM0LCJHIjoyMiwiQiI6MzB9fSwiTGluZVdlaWdodCI6MC4wLCJMaW5lVHlwZSI6MCwiUGFyZW50U3R5bGUiOm51bGx9LCJQYXJlbnRTdHlsZSI6bnVsbH0sIlRpdGxlU3R5bGUiOnsiJGlkIjoiMTAzNCIsIkZvbnRTZXR0aW5ncyI6eyIkaWQiOiIxMDM1IiwiRm9udFNpemUiOjExLCJGb250TmFtZSI6IkNhbGlicmkiLCJJc0JvbGQiOmZhbHNlLCJJc0l0YWxpYyI6ZmFsc2UsIklzVW5kZXJsaW5lZCI6ZmFsc2UsIlBhcmVudFN0eWxlIjpudWxsfSwiQXV0b1NpemUiOjAsIkZvcmVncm91bmQiOnsiJGlkIjoiMTAzNiIsIkNvbG9yIjp7IiRpZCI6IjEwMz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AzOCIsIlRvcCI6MC4wLCJMZWZ0IjowLjAsIlJpZ2h0IjowLjAsIkJvdHRvbSI6MC4wfSwiUGFkZGluZyI6eyIkaWQiOiIxMDM5IiwiVG9wIjowLjAsIkxlZnQiOjAuMCwiUmlnaHQiOjAuMCwiQm90dG9tIjowLjB9LCJCYWNrZ3JvdW5kIjp7IiRpZCI6IjEwNDAiLCJDb2xvciI6eyIkaWQiOiIxMDQxIiwiQSI6MjU1LCJSIjowLCJHIjowLCJCIjowfX0sIklzVmlzaWJsZSI6dHJ1ZSwiV2lkdGgiOjAuMCwiSGVpZ2h0IjowLjAsIkJvcmRlclN0eWxlIjp7IiRpZCI6IjEwNDIiLCJMaW5lQ29sb3IiOm51bGwsIkxpbmVXZWlnaHQiOjAuMCwiTGluZVR5cGUiOjAsIlBhcmVudFN0eWxlIjpudWxsfSwiUGFyZW50U3R5bGUiOm51bGx9LCJEYXRlU3R5bGUiOnsiJGlkIjoiMTA0MyIsIkZvbnRTZXR0aW5ncyI6eyIkaWQiOiIxMDQ0IiwiRm9udFNpemUiOjEwLCJGb250TmFtZSI6IkNhbGlicmkiLCJJc0JvbGQiOmZhbHNlLCJJc0l0YWxpYyI6ZmFsc2UsIklzVW5kZXJsaW5lZCI6ZmFsc2UsIlBhcmVudFN0eWxlIjpudWxsfSwiQXV0b1NpemUiOjAsIkZvcmVncm91bmQiOnsiJGlkIjoiMTA0NSIsIkNvbG9yIjp7IiRpZCI6IjEwNDY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MTA0NyIsIlRvcCI6MC4wLCJMZWZ0IjowLjAsIlJpZ2h0IjowLjAsIkJvdHRvbSI6MC4wfSwiUGFkZGluZyI6eyIkaWQiOiIxMDQ4IiwiVG9wIjowLjAsIkxlZnQiOjAuMCwiUmlnaHQiOjAuMCwiQm90dG9tIjowLjB9LCJCYWNrZ3JvdW5kIjp7IiRpZCI6IjEwNDkiLCJDb2xvciI6eyIkaWQiOiIxMDUwIiwiQSI6MjU1LCJSIjoxNCwiRyI6NDAsIkIiOjY1fX0sIklzVmlzaWJsZSI6dHJ1ZSwiV2lkdGgiOjAuMCwiSGVpZ2h0IjowLjAsIkJvcmRlclN0eWxlIjp7IiRpZCI6IjEwNTEiLCJMaW5lQ29sb3IiOm51bGwsIkxpbmVXZWlnaHQiOjAuMCwiTGluZVR5cGUiOjAsIlBhcmVudFN0eWxlIjpudWxsfSwiUGFyZW50U3R5bGUiOm51bGx9LCJEYXRlRm9ybWF0Ijp7IiRpZCI6IjEw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yIsIkZvcm1hdCI6MCwiSXNWaXNpYmxlIjpmYWxzZSwiTGFzdEtub3duVmlzaWJpbGl0eVN0YXRlIjpmYWxzZX0sIklzVmlzaWJsZSI6dHJ1ZSwiVmFyaWFuY2VTdHlsZSI6eyIkaWQiOiIxMDU0IiwiVGV4dFN0eWxlIjp7IiRpZCI6IjEwNTUiLCJGb250U2V0dGluZ3MiOnsiJGlkIjoiMTA1NiIsIkZvbnRTaXplIjoxMCwiRm9udE5hbWUiOiJDYWxpYnJpIiwiSXNCb2xkIjpmYWxzZSwiSXNJdGFsaWMiOmZhbHNlLCJJc1VuZGVybGluZWQiOmZhbHNlLCJQYXJlbnRTdHlsZSI6bnVsbH0sIkF1dG9TaXplIjowLCJGb3JlZ3JvdW5kIjp7IiRpZCI6IjEwNTciLCJDb2xvciI6eyIkaWQiOiIxM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kiLCJUb3AiOjAuMCwiTGVmdCI6MC4wLCJSaWdodCI6MC4wLCJCb3R0b20iOjAuMH0sIlBhZGRpbmciOnsiJGlkIjoiMTA2MCIsIlRvcCI6MC4wLCJMZWZ0IjowLjAsIlJpZ2h0IjowLjAsIkJvdHRvbSI6MC4wfSwiQmFja2dyb3VuZCI6eyIkaWQiOiIxMDYxIiwiQ29sb3IiOnsiJGlkIjoiMTA2MiIsIkEiOjI1NSwiUiI6MCwiRyI6MCwiQiI6MH19LCJJc1Zpc2libGUiOnRydWUsIldpZHRoIjowLjAsIkhlaWdodCI6MC4wLCJCb3JkZXJTdHlsZSI6eyIkaWQiOiIxMDYzIiwiTGluZUNvbG9yIjpudWxsLCJMaW5lV2VpZ2h0IjowLjAsIkxpbmVUeXBlIjowLCJQYXJlbnRTdHlsZSI6bnVsbH0sIlBhcmVudFN0eWxlIjpudWxsfSwiUGFyZW50U3R5bGUiOm51bGx9LCJQYXJlbnRTdHlsZSI6bnVsbCwiX2V4cGxpY2l0bHlTZXQiOnsiJGlkIjoiMTA2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wNjUiLCJTaGFwZSI6MSwiQ29ubmVjdG9yTWFyZ2luIjp7IiRpZCI6IjEwNjYiLCJUb3AiOjAuMCwiTGVmdCI6Mi4wLCJSaWdodCI6Mi4wLCJCb3R0b20iOjAuMH0sIkNvbm5lY3RvclN0eWxlIjp7IiRpZCI6IjEwNjciLCJMaW5lQ29sb3IiOnsiJGlkIjoiMTA2OCIsIiR0eXBlIjoiTkxSRS5Db21tb24uRG9tLlNvbGlkQ29sb3JCcnVzaCwgTkxSRS5Db21tb24iLCJDb2xvciI6eyIkaWQiOiIxMDY5IiwiQSI6MTI3LCJSIjoxMSwiRyI6MTE4LCJCIjoxNTl9fSwiTGluZVdlaWdodCI6MS4wLCJMaW5lVHlwZSI6MCwiUGFyZW50U3R5bGUiOm51bGx9LCJJc0JlbG93VGltZWJhbmQiOmZhbHNlLCJQb3NpdGlvbk9uVGFzayI6MSwiSGlkZURhdGUiOmZhbHNlLCJTaGFwZVNpemUiOjAsIlNwYWNpbmciOjAuMCwiUGFkZGluZyI6eyIkaWQiOiIxMDcwIiwiVG9wIjo1LjAsIkxlZnQiOjMuMCwiUmlnaHQiOjAuMCwiQm90dG9tIjoyLjB9LCJTaGFwZVN0eWxlIjp7IiRpZCI6IjEwNzEiLCJNYXJnaW4iOnsiJGlkIjoiMTA3MiIsIlRvcCI6MC4wLCJMZWZ0IjowLjAsIlJpZ2h0IjowLjAsIkJvdHRvbSI6MC4wfSwiUGFkZGluZyI6eyIkaWQiOiIxMDczIiwiVG9wIjowLjAsIkxlZnQiOjAuMCwiUmlnaHQiOjAuMCwiQm90dG9tIjowLjB9LCJCYWNrZ3JvdW5kIjp7IiRpZCI6IjEwNzQiLCJDb2xvciI6eyIkaWQiOiIxMDc1IiwiQSI6MjU1LCJSIjoxMSwiRyI6MTE4LCJCIjoxNTl9fSwiSXNWaXNpYmxlIjp0cnVlLCJXaWR0aCI6MTIuMCwiSGVpZ2h0IjoxNC4wLCJCb3JkZXJTdHlsZSI6eyIkaWQiOiIxMDc2IiwiTGluZUNvbG9yIjp7IiRpZCI6IjEwNzciLCIkdHlwZSI6Ik5MUkUuQ29tbW9uLkRvbS5Tb2xpZENvbG9yQnJ1c2gsIE5MUkUuQ29tbW9uIiwiQ29sb3IiOnsiJGlkIjoiMTA3OCIsIkEiOjI1NSwiUiI6MjU1LCJHIjowLCJCIjowfX0sIkxpbmVXZWlnaHQiOjAuMCwiTGluZVR5cGUiOjAsIlBhcmVudFN0eWxlIjpudWxsfSwiUGFyZW50U3R5bGUiOm51bGx9LCJUaXRsZVN0eWxlIjp7IiRpZCI6IjEwNzkiLCJGb250U2V0dGluZ3MiOnsiJGlkIjoiMTA4MCIsIkZvbnRTaXplIjoxMSwiRm9udE5hbWUiOiJDYWxpYnJpIiwiSXNCb2xkIjpmYWxzZSwiSXNJdGFsaWMiOmZhbHNlLCJJc1VuZGVybGluZWQiOmZhbHNlLCJQYXJlbnRTdHlsZSI6bnVsbH0sIkF1dG9TaXplIjowLCJGb3JlZ3JvdW5kIjp7IiRpZCI6IjEwODEiLCJDb2xvciI6eyIkaWQiOiIxMDg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wODMiLCJUb3AiOjAuMCwiTGVmdCI6MC4wLCJSaWdodCI6MC4wLCJCb3R0b20iOjAuMH0sIlBhZGRpbmciOnsiJGlkIjoiMTA4NCIsIlRvcCI6MC4wLCJMZWZ0IjowLjAsIlJpZ2h0IjowLjAsIkJvdHRvbSI6MC4wfSwiQmFja2dyb3VuZCI6eyIkaWQiOiIxMDg1IiwiQ29sb3IiOnsiJGlkIjoiMTA4NiIsIkEiOjI1NSwiUiI6MCwiRyI6MCwiQiI6MH19LCJJc1Zpc2libGUiOnRydWUsIldpZHRoIjowLjAsIkhlaWdodCI6MC4wLCJCb3JkZXJTdHlsZSI6eyIkaWQiOiIxMDg3IiwiTGluZUNvbG9yIjpudWxsLCJMaW5lV2VpZ2h0IjowLjAsIkxpbmVUeXBlIjowLCJQYXJlbnRTdHlsZSI6bnVsbH0sIlBhcmVudFN0eWxlIjpudWxsfSwiRGF0ZVN0eWxlIjp7IiRpZCI6IjEwODgiLCJGb250U2V0dGluZ3MiOnsiJGlkIjoiMTA4OSIsIkZvbnRTaXplIjoxMCwiRm9udE5hbWUiOiJDYWxpYnJpIiwiSXNCb2xkIjpmYWxzZSwiSXNJdGFsaWMiOmZhbHNlLCJJc1VuZGVybGluZWQiOmZhbHNlLCJQYXJlbnRTdHlsZSI6bnVsbH0sIkF1dG9TaXplIjowLCJGb3JlZ3JvdW5kIjp7IiRpZCI6IjEwOTAiLCJDb2xvciI6eyIkaWQiOiIxMDkx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EwOTIiLCJUb3AiOjAuMCwiTGVmdCI6MC4wLCJSaWdodCI6MC4wLCJCb3R0b20iOjAuMH0sIlBhZGRpbmciOnsiJGlkIjoiMTA5MyIsIlRvcCI6MC4wLCJMZWZ0IjowLjAsIlJpZ2h0IjowLjAsIkJvdHRvbSI6MC4wfSwiQmFja2dyb3VuZCI6eyIkaWQiOiIxMDk0IiwiQ29sb3IiOnsiJGlkIjoiMTA5NSIsIkEiOjI1NSwiUiI6MTQsIkciOjQwLCJCIjo2NX19LCJJc1Zpc2libGUiOnRydWUsIldpZHRoIjowLjAsIkhlaWdodCI6MC4wLCJCb3JkZXJTdHlsZSI6eyIkaWQiOiIxMDk2IiwiTGluZUNvbG9yIjpudWxsLCJMaW5lV2VpZ2h0IjowLjAsIkxpbmVUeXBlIjowLCJQYXJlbnRTdHlsZSI6bnVsbH0sIlBhcmVudFN0eWxlIjpudWxsfSwiRGF0ZUZvcm1hdCI6eyIkaWQiOiIxMD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giLCJGb3JtYXQiOjAsIklzVmlzaWJsZSI6ZmFsc2UsIkxhc3RLbm93blZpc2liaWxpdHlTdGF0ZSI6ZmFsc2V9LCJJc1Zpc2libGUiOmZhbHNlLCJWYXJpYW5jZVN0eWxlIjp7IiRpZCI6IjEwOTkiLCJUZXh0U3R5bGUiOnsiJGlkIjoiMTEwMCIsIkZvbnRTZXR0aW5ncyI6eyIkaWQiOiIxMTAxIiwiRm9udFNpemUiOjEwLCJGb250TmFtZSI6IkNhbGlicmkiLCJJc0JvbGQiOmZhbHNlLCJJc0l0YWxpYyI6ZmFsc2UsIklzVW5kZXJsaW5lZCI6ZmFsc2UsIlBhcmVudFN0eWxlIjpudWxsfSwiQXV0b1NpemUiOjAsIkZvcmVncm91bmQiOnsiJGlkIjoiMTEwMiIsIkNvbG9yIjp7IiRpZCI6IjExM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wNCIsIlRvcCI6MC4wLCJMZWZ0IjowLjAsIlJpZ2h0IjowLjAsIkJvdHRvbSI6MC4wfSwiUGFkZGluZyI6eyIkaWQiOiIxMTA1IiwiVG9wIjowLjAsIkxlZnQiOjAuMCwiUmlnaHQiOjAuMCwiQm90dG9tIjowLjB9LCJCYWNrZ3JvdW5kIjp7IiRpZCI6IjExMDYiLCJDb2xvciI6eyIkaWQiOiIxMTA3IiwiQSI6MjU1LCJSIjowLCJHIjowLCJCIjowfX0sIklzVmlzaWJsZSI6dHJ1ZSwiV2lkdGgiOjAuMCwiSGVpZ2h0IjowLjAsIkJvcmRlclN0eWxlIjp7IiRpZCI6IjExMDgiLCJMaW5lQ29sb3IiOm51bGwsIkxpbmVXZWlnaHQiOjAuMCwiTGluZVR5cGUiOjAsIlBhcmVudFN0eWxlIjpudWxsfSwiUGFyZW50U3R5bGUiOm51bGx9LCJQYXJlbnRTdHlsZSI6bnVsbH0sIlBhcmVudFN0eWxlIjpudWxsfSwiRGVmYXVsdFN3aW1sYW5lTWlsZXN0b25lU3R5bGUiOnsiJGlkIjoiMTEwOSIsIlRpdGxlUG9zaXRpb24iOiJMZWZ0IiwiRGF0ZVBvc2l0aW9uIjoiUmlnaHQiLCJWYXJpYW5jZVBvc2l0aW9uIjoiUmlnaHQiLCJTaGFwZVR5cGUiOjEsIlNoYXBlU2l6ZSI6MCwiU3BhY2luZyI6NSwiU2hhcGVTdHlsZSI6eyIkaWQiOiIxMTEwIiwiTWFyZ2luIjp7IiRpZCI6IjExMTEiLCJUb3AiOjAuMCwiTGVmdCI6MC4wLCJSaWdodCI6MC4wLCJCb3R0b20iOjAuMH0sIlBhZGRpbmciOnsiJGlkIjoiMTExMiIsIlRvcCI6MC4wLCJMZWZ0IjowLjAsIlJpZ2h0IjowLjAsIkJvdHRvbSI6MC4wfSwiQmFja2dyb3VuZCI6eyIkaWQiOiIxMTEzIiwiQ29sb3IiOnsiJGlkIjoiMTExNCIsIkEiOjI1NSwiUiI6MTUsIkciOjE1OCwiQiI6MjEzfX0sIklzVmlzaWJsZSI6dHJ1ZSwiV2lkdGgiOjEyLjAsIkhlaWdodCI6MTQ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UaXRsZVN0eWxlIjp7IiRpZCI6IjExMTgiLCJGb250U2V0dGluZ3MiOnsiJGlkIjoiMTExOSIsIkZvbnRTaXplIjoxMSwiRm9udE5hbWUiOiJDYWxpYnJpIiwiSXNCb2xkIjpmYWxzZSwiSXNJdGFsaWMiOmZhbHNlLCJJc1VuZGVybGluZWQiOmZhbHNlLCJQYXJlbnRTdHlsZSI6bnVsbH0sIkF1dG9TaXplIjowLCJGb3JlZ3JvdW5kIjp7IiRpZCI6IjExMjAiLCJDb2xvciI6eyIkaWQiOiIxMTI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xMjIiLCJUb3AiOjAuMCwiTGVmdCI6MC4wLCJSaWdodCI6MC4wLCJCb3R0b20iOjAuMH0sIlBhZGRpbmciOnsiJGlkIjoiMTEyMyIsIlRvcCI6MC4wLCJMZWZ0IjowLjAsIlJpZ2h0IjowLjAsIkJvdHRvbSI6MC4wfSwiQmFja2dyb3VuZCI6eyIkaWQiOiIxMTI0IiwiQ29sb3IiOnsiJGlkIjoiMTEyNSIsIkEiOjI1NSwiUiI6MCwiRyI6MCwiQiI6MH19LCJJc1Zpc2libGUiOnRydWUsIldpZHRoIjowLjAsIkhlaWdodCI6MC4wLCJCb3JkZXJTdHlsZSI6eyIkaWQiOiIxMTI2IiwiTGluZUNvbG9yIjpudWxsLCJMaW5lV2VpZ2h0IjowLjAsIkxpbmVUeXBlIjowLCJQYXJlbnRTdHlsZSI6bnVsbH0sIlBhcmVudFN0eWxlIjpudWxsfSwiRGF0ZVN0eWxlIjp7IiRpZCI6IjExMjciLCJGb250U2V0dGluZ3MiOnsiJGlkIjoiMTEyOCIsIkZvbnRTaXplIjoxMCwiRm9udE5hbWUiOiJDYWxpYnJpIiwiSXNCb2xkIjpmYWxzZSwiSXNJdGFsaWMiOmZhbHNlLCJJc1VuZGVybGluZWQiOmZhbHNlLCJQYXJlbnRTdHlsZSI6bnVsbH0sIkF1dG9TaXplIjowLCJGb3JlZ3JvdW5kIjp7IiRpZCI6IjExMjkiLCJDb2xvciI6eyIkaWQiOiIxMTMw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xMzEiLCJUb3AiOjAuMCwiTGVmdCI6MC4wLCJSaWdodCI6MC4wLCJCb3R0b20iOjAuMH0sIlBhZGRpbmciOnsiJGlkIjoiMTEzMiIsIlRvcCI6MC4wLCJMZWZ0IjowLjAsIlJpZ2h0IjowLjAsIkJvdHRvbSI6MC4wfSwiQmFja2dyb3VuZCI6eyIkaWQiOiIxMTMzIiwiQ29sb3IiOnsiJGlkIjoiMTEzNCIsIkEiOjI1NSwiUiI6MTQsIkciOjQwLCJCIjo2NX19LCJJc1Zpc2libGUiOnRydWUsIldpZHRoIjowLjAsIkhlaWdodCI6MC4wLCJCb3JkZXJTdHlsZSI6eyIkaWQiOiIxMTM1IiwiTGluZUNvbG9yIjpudWxsLCJMaW5lV2VpZ2h0IjowLjAsIkxpbmVUeXBlIjowLCJQYXJlbnRTdHlsZSI6bnVsbH0sIlBhcmVudFN0eWxlIjpudWxsfSwiRGF0ZUZvcm1hdCI6eyIkaWQiOiIxMT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zciLCJGb3JtYXQiOjAsIklzVmlzaWJsZSI6ZmFsc2UsIkxhc3RLbm93blZpc2liaWxpdHlTdGF0ZSI6ZmFsc2V9LCJJc1Zpc2libGUiOnRydWUsIlZhcmlhbmNlU3R5bGUiOnsiJGlkIjoiMTEzOCIsIlRleHRTdHlsZSI6eyIkaWQiOiIxMTM5IiwiRm9udFNldHRpbmdzIjp7IiRpZCI6IjExNDAiLCJGb250U2l6ZSI6MTAsIkZvbnROYW1lIjoiQ2FsaWJyaSIsIklzQm9sZCI6ZmFsc2UsIklzSXRhbGljIjpmYWxzZSwiSXNVbmRlcmxpbmVkIjpmYWxzZSwiUGFyZW50U3R5bGUiOm51bGx9LCJBdXRvU2l6ZSI6MCwiRm9yZWdyb3VuZCI6eyIkaWQiOiIxMTQxIiwiQ29sb3IiOnsiJGlkIjoiMTE0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QzIiwiVG9wIjowLjAsIkxlZnQiOjAuMCwiUmlnaHQiOjAuMCwiQm90dG9tIjowLjB9LCJQYWRkaW5nIjp7IiRpZCI6IjExNDQiLCJUb3AiOjAuMCwiTGVmdCI6MC4wLCJSaWdodCI6MC4wLCJCb3R0b20iOjAuMH0sIkJhY2tncm91bmQiOnsiJGlkIjoiMTE0NSIsIkNvbG9yIjp7IiRpZCI6IjExNDYiLCJBIjoyNTUsIlIiOjAsIkciOjAsIkIiOjB9fSwiSXNWaXNpYmxlIjp0cnVlLCJXaWR0aCI6MC4wLCJIZWlnaHQiOjAuMCwiQm9yZGVyU3R5bGUiOnsiJGlkIjoiMTE0NyIsIkxpbmVDb2xvciI6bnVsbCwiTGluZVdlaWdodCI6MC4wLCJMaW5lVHlwZSI6MCwiUGFyZW50U3R5bGUiOm51bGx9LCJQYXJlbnRTdHlsZSI6bnVsbH0sIlBhcmVudFN0eWxlIjpudWxsfSwiUGFyZW50U3R5bGUiOm51bGx9LCJEZWZhdWx0U3dpbWxhbmVBY3Rpdml0eVN0eWxlIjp7IiRpZCI6IjExNDgiLCJIZWFkZXJTdHlsZSI6eyIkaWQiOiIxMTQ5IiwiVGV4dFN0eWxlIjp7IiRpZCI6IjExNTAiLCJGb250U2V0dGluZ3MiOnsiJGlkIjoiMTE1MSIsIkZvbnRTaXplIjoxMSwiRm9udE5hbWUiOiJDYWxpYnJpIiwiSXNCb2xkIjpmYWxzZSwiSXNJdGFsaWMiOmZhbHNlLCJJc1VuZGVybGluZWQiOmZhbHNlLCJQYXJlbnRTdHlsZSI6bnVsbH0sIkF1dG9TaXplIjoyLCJGb3JlZ3JvdW5kIjp7IiRpZCI6IjExNTIiLCJDb2xvciI6eyIkaWQiOiIxMTU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E1NCIsIlRvcCI6MC4wLCJMZWZ0IjowLjAsIlJpZ2h0IjowLjAsIkJvdHRvbSI6MC4wfSwiUGFkZGluZyI6eyIkaWQiOiIxMTU1IiwiVG9wIjowLjAsIkxlZnQiOjAuMCwiUmlnaHQiOjAuMCwiQm90dG9tIjowLjB9LCJCYWNrZ3JvdW5kIjp7IiRpZCI6IjExNTYiLCJDb2xvciI6eyIkaWQiOiIxMTU3IiwiQSI6MjU1LCJSIjowLCJHIjowLCJCIjowfX0sIklzVmlzaWJsZSI6dHJ1ZSwiV2lkdGgiOjAuMCwiSGVpZ2h0IjowLjAsIkJvcmRlclN0eWxlIjpudWxsLCJQYXJlbnRTdHlsZSI6bnVsbH0sIlJlY3RhbmdsZVN0eWxlIjp7IiRpZCI6IjExNTgiLCJNYXJnaW4iOnsiJGlkIjoiMTE1OSIsIlRvcCI6MC4wLCJMZWZ0IjowLjAsIlJpZ2h0IjowLjAsIkJvdHRvbSI6MC4wfSwiUGFkZGluZyI6eyIkaWQiOiIxMTYwIiwiVG9wIjowLjAsIkxlZnQiOjAuMCwiUmlnaHQiOjAuMCwiQm90dG9tIjowLjB9LCJCYWNrZ3JvdW5kIjp7IiRpZCI6IjExNjEiLCJDb2xvciI6eyIkaWQiOiIxMTYyIiwiQSI6MTI3LCJSIjoxNSwiRyI6MTU4LCJCIjoyMTN9fSwiSXNWaXNpYmxlIjp0cnVlLCJXaWR0aCI6MC4wLCJIZWlnaHQiOjAuMCwiQm9yZGVyU3R5bGUiOnsiJGlkIjoiMTE2MyIsIkxpbmVDb2xvciI6eyIkaWQiOiIxMTY0IiwiJHR5cGUiOiJOTFJFLkNvbW1vbi5Eb20uU29saWRDb2xvckJydXNoLCBOTFJFLkNvbW1vbiIsIkNvbG9yIjp7IiRpZCI6IjExNjUiLCJBIjoyNTUsIlIiOjI1NSwiRyI6MCwiQiI6MH19LCJMaW5lV2VpZ2h0IjowLjAsIkxpbmVUeXBlIjowLCJQYXJlbnRTdHlsZSI6bnVsbH0sIlBhcmVudFN0eWxlIjpudWxsfSwiTWFyZ2luIjp7IiRpZCI6IjExNjYiLCJUb3AiOjAuMCwiTGVmdCI6MC4wLCJSaWdodCI6MC4wLCJCb3R0b20iOjAuMH0sIlBhZGRpbmciOnsiJGlkIjoiMTE2NyIsIlRvcCI6MC4wLCJMZWZ0IjowLjAsIlJpZ2h0IjowLjAsIkJvdHRvbSI6MC4wfSwiQmFja2dyb3VuZCI6bnVsbCwiSXNWaXNpYmxlIjp0cnVlLCJXaWR0aCI6MC4wLCJIZWlnaHQiOjAuMCwiQm9yZGVyU3R5bGUiOm51bGwsIlBhcmVudFN0eWxlIjpudWxsfSwiQmFja2dyb3VuZFN0eWxlIjp7IiRpZCI6IjExNjgiLCJNYXJnaW4iOnsiJGlkIjoiMTE2OSIsIlRvcCI6MC4wLCJMZWZ0IjowLjAsIlJpZ2h0IjowLjAsIkJvdHRvbSI6MC4wfSwiUGFkZGluZyI6eyIkaWQiOiIxMTcwIiwiVG9wIjowLjAsIkxlZnQiOjAuMCwiUmlnaHQiOjAuMCwiQm90dG9tIjowLjB9LCJCYWNrZ3JvdW5kIjp7IiRpZCI6IjExNzEiLCJDb2xvciI6eyIkaWQiOiIxMTcyIiwiQSI6NTEsIlIiOjIwMCwiRyI6MjAwLCJCIjoyMDB9fSwiSXNWaXNpYmxlIjp0cnVlLCJXaWR0aCI6MC4wLCJIZWlnaHQiOjAuMCwiQm9yZGVyU3R5bGUiOnsiJGlkIjoiMTE3MyIsIkxpbmVDb2xvciI6eyIkaWQiOiIxMTc0IiwiJHR5cGUiOiJOTFJFLkNvbW1vbi5Eb20uU29saWRDb2xvckJydXNoLCBOTFJFLkNvbW1vbiIsIkNvbG9yIjp7IiRpZCI6IjExNzUiLCJBIjoyNTUsIlIiOjIzNCwiRyI6MjIsIkIiOjMwfX0sIkxpbmVXZWlnaHQiOjAuMCwiTGluZVR5cGUiOjAsIlBhcmVudFN0eWxlIjpudWxsfSwiUGFyZW50U3R5bGUiOm51bGx9LCJNYXJnaW4iOnsiJGlkIjoiMTE3NiIsIlRvcCI6MC4wLCJMZWZ0IjowLjAsIlJpZ2h0IjowLjAsIkJvdHRvbSI6MC4wfSwiUGFkZGluZyI6eyIkaWQiOiIxMTc3IiwiVG9wIjowLjAsIkxlZnQiOjAuMCwiUmlnaHQiOjAuMCwiQm90dG9tIjowLjB9LCJJc1Zpc2libGUiOnRydWUsIldpZHRoIjowLjAsIkhlaWdodCI6MC4wLCJCb3JkZXJTdHlsZSI6eyIkaWQiOiIxMTc4IiwiTGluZUNvbG9yIjpudWxsLCJMaW5lV2VpZ2h0IjowLjAsIkxpbmVUeXBlIjowLCJQYXJlbnRTdHlsZSI6bnVsbH0sIlBhcmVudFN0eWxlIjpudWxsfSwiTWFyZ2luIjp7IiRpZCI6IjExNzkiLCJUb3AiOjAuMCwiTGVmdCI6MC4wLCJSaWdodCI6MC4wLCJCb3R0b20iOjAuMH0sIlBhZGRpbmciOnsiJGlkIjoiMTE4MCIsIlRvcCI6MC4wLCJMZWZ0IjowLjAsIlJpZ2h0IjowLjAsIkJvdHRvbSI6MC4wfSwiSXNWaXNpYmxlIjp0cnVlLCJXaWR0aCI6MC4wLCJIZWlnaHQiOjAuMCwiQm9yZGVyU3R5bGUiOnsiJGlkIjoiMTE4MSIsIkxpbmVDb2xvciI6bnVsbCwiTGluZVdlaWdodCI6MC4wLCJMaW5lVHlwZSI6MCwiUGFyZW50U3R5bGUiOm51bGx9LCJQYXJlbnRTdHlsZSI6bnVsbH1dLCJDb25kaXRpb25hbEZvcm1hdHRpbmciOnsiJGlkIjoiMTE4MiIsIlB2QUZvcm1hdHRpbmciOnsiJGlkIjoiMTE4MyIsIkRlbGF5VGFza1N0eWxlIjp7IiRpZCI6IjExODQiLCJTdHlsZU9wdGlvbnMiOjI0LCJUaXRsZUZvcmVncm91bmQiOnsiJGlkIjoiMTE4NSIsIkNvbG9yIjp7IiRpZCI6IjExODYiLCJBIjoyNTUsIlIiOjE3NSwiRyI6MCwiQiI6MH19LCJBY3R1YWxTaGFwZXNCYWNrZ3JvdW5kIjp7IiRpZCI6IjExODciLCJDb2xvciI6eyIkaWQiOiIxMTg4IiwiQSI6NjIsIlIiOjI1NSwiRyI6MCwiQiI6MH19LCJBY3R1YWxTaGFwZXNCb3JkZXJTdHlsZSI6eyIkaWQiOiIxMTg5IiwiTGluZUNvbG9yIjp7IiRpZCI6IjExOTAiLCIkdHlwZSI6Ik5MUkUuQ29tbW9uLkRvbS5Tb2xpZENvbG9yQnJ1c2gsIE5MUkUuQ29tbW9uIiwiQ29sb3IiOnsiJGlkIjoiMTE5MSIsIkEiOjE2MywiUiI6MjU1LCJHIjowLCJCIjowfX0sIkxpbmVXZWlnaHQiOjMuMCwiTGluZVR5cGUiOjAsIlBhcmVudFN0eWxlIjpudWxsfSwiQmFzZWxpbmVTaGFwZXNCYWNrZ3JvdW5kIjp7IiRpZCI6IjExOTIiLCJDb2xvciI6eyIkaWQiOiIxMTkzIiwiQSI6MTg0LCJSIjoyNTUsIkciOjAsIkIiOjB9fSwiVmFyaWFuY2VGb3JlZ3JvdW5kIjp7IiRpZCI6IjExOTQiLCJDb2xvciI6eyIkaWQiOiIxMTk1IiwiQSI6MjU1LCJSIjoxNzUsIkciOjAsIkIiOjB9fSwiSXNWaXNpYmxlIjp0cnVlfSwiRGVsYXlNaWxlc3RvbmVTdHlsZSI6eyIkaWQiOiIxMTk2IiwiU3R5bGVPcHRpb25zIjoxOCwiVGl0bGVGb3JlZ3JvdW5kIjp7IiRpZCI6IjExOTciLCJDb2xvciI6eyIkaWQiOiIxMTk4IiwiQSI6MjU1LCJSIjoxNzUsIkciOjAsIkIiOjB9fSwiQWN0dWFsU2hhcGVzQmFja2dyb3VuZCI6eyIkaWQiOiIxMTk5IiwiQ29sb3IiOnsiJGlkIjoiMTIwMCIsIkEiOjI1NSwiUiI6MjIyLCJHIjo4MCwiQiI6NTB9fSwiQWN0dWFsU2hhcGVzQm9yZGVyU3R5bGUiOnsiJGlkIjoiMTIwMSIsIkxpbmVDb2xvciI6eyIkaWQiOiIxMjAyIiwiJHR5cGUiOiJOTFJFLkNvbW1vbi5Eb20uU29saWRDb2xvckJydXNoLCBOTFJFLkNvbW1vbiIsIkNvbG9yIjp7IiRpZCI6IjEyMDMiLCJBIjoxNjMsIlIiOjI1NSwiRyI6MCwiQiI6MH19LCJMaW5lV2VpZ2h0IjozLjAsIkxpbmVUeXBlIjowLCJQYXJlbnRTdHlsZSI6bnVsbH0sIkJhc2VsaW5lU2hhcGVzQmFja2dyb3VuZCI6eyIkaWQiOiIxMjA0IiwiQ29sb3IiOnsiJGlkIjoiMTIwNSIsIkEiOjE4NCwiUiI6MjU1LCJHIjowLCJCIjowfX0sIlZhcmlhbmNlRm9yZWdyb3VuZCI6eyIkaWQiOiIxMjA2IiwiQ29sb3IiOnsiJGlkIjoiMTIwNyIsIkEiOjI1NSwiUiI6MTc1LCJHIjowLCJCIjowfX0sIklzVmlzaWJsZSI6dHJ1ZX0sIkFkdmFuY2VUYXNrU3R5bGUiOnsiJGlkIjoiMTIwOCIsIlN0eWxlT3B0aW9ucyI6MjQsIlRpdGxlRm9yZWdyb3VuZCI6eyIkaWQiOiIxMjA5IiwiQ29sb3IiOnsiJGlkIjoiMTIxMCIsIkEiOjI1NSwiUiI6MCwiRyI6MTEwLCJCIjowfX0sIkFjdHVhbFNoYXBlc0JhY2tncm91bmQiOnsiJGlkIjoiMTIxMSIsIkNvbG9yIjp7IiRpZCI6IjEyMTIiLCJBIjo2MSwiUiI6MCwiRyI6MTI4LCJCIjowfX0sIkFjdHVhbFNoYXBlc0JvcmRlclN0eWxlIjp7IiRpZCI6IjEyMTMiLCJMaW5lQ29sb3IiOnsiJGlkIjoiMTIxNCIsIiR0eXBlIjoiTkxSRS5Db21tb24uRG9tLlNvbGlkQ29sb3JCcnVzaCwgTkxSRS5Db21tb24iLCJDb2xvciI6eyIkaWQiOiIxMjE1IiwiQSI6MTYzLCJSIjowLCJHIjoxMjgsIkIiOjB9fSwiTGluZVdlaWdodCI6My4wLCJMaW5lVHlwZSI6MCwiUGFyZW50U3R5bGUiOm51bGx9LCJCYXNlbGluZVNoYXBlc0JhY2tncm91bmQiOnsiJGlkIjoiMTIxNiIsIkNvbG9yIjp7IiRpZCI6IjEyMTciLCJBIjoxODQsIlIiOjAsIkciOjEyOCwiQiI6MH19LCJWYXJpYW5jZUZvcmVncm91bmQiOnsiJGlkIjoiMTIxOCIsIkNvbG9yIjp7IiRpZCI6IjEyMTkiLCJBIjoyNTUsIlIiOjAsIkciOjExMCwiQiI6MH19LCJJc1Zpc2libGUiOnRydWV9LCJBZHZhbmNlTWlsZXN0b25lU3R5bGUiOnsiJGlkIjoiMTIyMCIsIlN0eWxlT3B0aW9ucyI6MTgsIlRpdGxlRm9yZWdyb3VuZCI6eyIkaWQiOiIxMjIxIiwiQ29sb3IiOnsiJGlkIjoiMTIyMiIsIkEiOjI1NSwiUiI6MCwiRyI6MTEwLCJCIjowfX0sIkFjdHVhbFNoYXBlc0JhY2tncm91bmQiOnsiJGlkIjoiMTIyMyIsIkNvbG9yIjp7IiRpZCI6IjEyMjQiLCJBIjoyNTUsIlIiOjIwLCJHIjoxMDAsIkIiOjB9fSwiQWN0dWFsU2hhcGVzQm9yZGVyU3R5bGUiOnsiJGlkIjoiMTIyNSIsIkxpbmVDb2xvciI6eyIkaWQiOiIxMjI2IiwiJHR5cGUiOiJOTFJFLkNvbW1vbi5Eb20uU29saWRDb2xvckJydXNoLCBOTFJFLkNvbW1vbiIsIkNvbG9yIjp7IiRpZCI6IjEyMjciLCJBIjoxNjMsIlIiOjAsIkciOjEyOCwiQiI6MH19LCJMaW5lV2VpZ2h0IjozLjAsIkxpbmVUeXBlIjowLCJQYXJlbnRTdHlsZSI6bnVsbH0sIkJhc2VsaW5lU2hhcGVzQmFja2dyb3VuZCI6eyIkaWQiOiIxMjI4IiwiQ29sb3IiOnsiJGlkIjoiMTIyOSIsIkEiOjE4NCwiUiI6MCwiRyI6MTI4LCJCIjowfX0sIlZhcmlhbmNlRm9yZWdyb3VuZCI6eyIkaWQiOiIxMjMwIiwiQ29sb3IiOnsiJGlkIjoiMTIzMSIsIkEiOjI1NSwiUiI6MCwiRyI6MTEwLCJCIjowfX0sIklzVmlzaWJsZSI6dHJ1ZX19LCJWYXJpYW5jZURpc3BsYXlTZXR0aW5ncyI6eyIkaWQiOiIxMjMyIiwiVGFza1ZhcmlhbmNlRGlzcGxheU9wdGlvbnMiOnsiJGlkIjoiMTIzMyIsIlNob3dEZWxheVZhcmlhbmNlIjp0cnVlLCJTaG93QWR2YW5jZVZhcmlhbmNlIjp0cnVlLCJTaG93XzBfVmFyaWFuY2UiOmZhbHNlfSwiTWlsZXN0b25lVmFyaWFuY2VEaXNwbGF5T3B0aW9ucyI6eyIkaWQiOiIxMjM0IiwiU2hvd0RlbGF5VmFyaWFuY2UiOnRydWUsIlNob3dBZHZhbmNlVmFyaWFuY2UiOnRydWUsIlNob3dfMF9WYXJpYW5jZSI6ZmFsc2V9fX19LCJTY2FsZSI6bnVsbCwiU2NhbGVWMiI6eyIkaWQiOiIxMjM1IiwiU3RhcnREYXRlIjoiMDAwMS0wMS0wMVQwMDowMDowMCIsIkVuZERhdGUiOiIyMDI2LTA4LTA3VDIzOjU5OjAwIiwiQXV0b0RhdGVSYW5nZSI6dHJ1ZSwiV29ya2luZ0RheXMiOjMxLCJGaXNjYWxZZWFyIjp7IiRpZCI6IjEyMzYiLCJTdGFydE1vbnRoIjoxLCJVc2VTdGFydGluZ1llYXJGb3JOdW1iZXJpbmciOnRydWUsIlNob3dGaXNjYWxZZWFyTGFiZWwiOnRydWV9LCJUb2RheU1hcmtlclRleHQiOiJUb2RheSIsIkF1dG9TY2FsZVR5cGUiOnRydWUsIlRpbWViYW5kU2NhbGVzIjp7IiRpZCI6IjEyMzciLCJUb3BTY2FsZUxheWVyIjp7IiRpZCI6IjEyMzgiLCJGb3JtYXQiOiJNTU0iLCJUeXBlIjoyLCJHcm91cGluZ0ludGVydmFscyI6eyIkaWQiOiIxMjM5IiwiSXNTZXQiOmZhbHNlLCJHcm91cGluZ1N0ZXBDb3VudCI6MX19LCJNaWRkbGVTY2FsZUxheWVyIjp7IiRpZCI6IjEyNDAiLCJGb3JtYXQiOm51bGwsIlR5cGUiOjAsIkdyb3VwaW5nSW50ZXJ2YWxzIjp7IiRpZCI6IjEyNDEiLCJJc1NldCI6ZmFsc2UsIkdyb3VwaW5nU3RlcENvdW50IjoxfX0sIkJvdHRvbVNjYWxlTGF5ZXIiOnsiJGlkIjoiMTI0MiIsIkZvcm1hdCI6bnVsbCwiVHlwZSI6MCwiR3JvdXBpbmdJbnRlcnZhbHMiOnsiJGlkIjoiMTI0MyIsIklzU2V0IjpmYWxzZSwiR3JvdXBpbmdTdGVwQ291bnQiOjF9fX19LCJNaWxlc3RvbmVzIjpbXSwiVGFza3MiOlt7IiRpZCI6IjEyNDQiLCJHcm91cE5hbWUiOm51bGwsIlN0YXJ0RGF0ZSI6IjIwMjUtMTEtMjFUMDA6MDA6MDAiLCJFbmREYXRlIjoiMjAyNi0wOC0wN1QyMzo1OTowMFoiLCJQZXJjZW50YWdlQ29tcGxldGUiOm51bGwsIlN0eWxlIjp7IiRpZCI6IjEyNDUiLCJTaGFwZSI6MywiU2hhcGVUaGlja25lc3MiOjMsIkR1cmF0aW9uRm9ybWF0IjowLCJJbmNsdWRlTm9uV29ya2luZ0RheXNJbkR1cmF0aW9uIjpmYWxzZSwiUGVyY2VudGFnZUNvbXBsZXRlU3R5bGUiOnsiJGlkIjoiMTI0NiIsIkZvbnRTZXR0aW5ncyI6eyIkaWQiOiIxMjQ3IiwiRm9udFNpemUiOjEwLCJGb250TmFtZSI6IkNhbGlicmkiLCJJc0JvbGQiOmZhbHNlLCJJc0l0YWxpYyI6ZmFsc2UsIklzVW5kZXJsaW5lZCI6ZmFsc2UsIlBhcmVudFN0eWxlIjpudWxsfSwiQXV0b1NpemUiOjAsIkZvcmVncm91bmQiOnsiJGlkIjoiMTI0OCIsIkNvbG9yIjp7IiRpZCI6IjEy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I1MCIsIlRvcCI6MC4wLCJMZWZ0IjowLjAsIlJpZ2h0IjowLjAsIkJvdHRvbSI6MC4wfSwiUGFkZGluZyI6eyIkaWQiOiIxMjUxIiwiVG9wIjowLjAsIkxlZnQiOjAuMCwiUmlnaHQiOjAuMCwiQm90dG9tIjowLjB9LCJCYWNrZ3JvdW5kIjp7IiRpZCI6IjEyNTIiLCJDb2xvciI6eyIkaWQiOiIxMjUzIiwiQSI6ODksIlIiOjAsIkciOjAsIkIiOjB9fSwiSXNWaXNpYmxlIjp0cnVlLCJXaWR0aCI6MC4wLCJIZWlnaHQiOjAuMCwiQm9yZGVyU3R5bGUiOnsiJGlkIjoiMTI1NCIsIkxpbmVDb2xvciI6bnVsbCwiTGluZVdlaWdodCI6MC4wLCJMaW5lVHlwZSI6MCwiUGFyZW50U3R5bGUiOm51bGx9LCJQYXJlbnRTdHlsZSI6bnVsbH0sIkR1cmF0aW9uU3R5bGUiOnsiJGlkIjoiMTI1NSIsIkZvbnRTZXR0aW5ncyI6eyIkaWQiOiIxMjU2IiwiRm9udFNpemUiOjEwLCJGb250TmFtZSI6IkNhbGlicmkiLCJJc0JvbGQiOmZhbHNlLCJJc0l0YWxpYyI6ZmFsc2UsIklzVW5kZXJsaW5lZCI6ZmFsc2UsIlBhcmVudFN0eWxlIjpudWxsfSwiQXV0b1NpemUiOjAsIkZvcmVncm91bmQiOnsiJGlkIjoiMTI1NyIsIkNvbG9yIjp7IiRpZCI6IjEy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jU5IiwiVG9wIjowLjAsIkxlZnQiOjAuMCwiUmlnaHQiOjAuMCwiQm90dG9tIjowLjB9LCJQYWRkaW5nIjp7IiRpZCI6IjEyNjAiLCJUb3AiOjAuMCwiTGVmdCI6MC4wLCJSaWdodCI6MC4wLCJCb3R0b20iOjAuMH0sIkJhY2tncm91bmQiOnsiJGlkIjoiMTI2MSIsIkNvbG9yIjp7IiRpZCI6IjEyNjIiLCJBIjoyNTUsIlIiOjIzNywiRyI6MTI1LCJCIjo0OX19LCJJc1Zpc2libGUiOnRydWUsIldpZHRoIjowLjAsIkhlaWdodCI6MC4wLCJCb3JkZXJTdHlsZSI6eyIkaWQiOiIxMjYzIiwiTGluZUNvbG9yIjpudWxsLCJMaW5lV2VpZ2h0IjowLjAsIkxpbmVUeXBlIjowLCJQYXJlbnRTdHlsZSI6bnVsbH0sIlBhcmVudFN0eWxlIjpudWxsfSwiSG9yaXpvbnRhbENvbm5lY3RvclN0eWxlIjp7IiRpZCI6IjEyNjQiLCJMaW5lQ29sb3IiOnsiJGlkIjoiMTI2NSIsIiR0eXBlIjoiTkxSRS5Db21tb24uRG9tLlNvbGlkQ29sb3JCcnVzaCwgTkxSRS5Db21tb24iLCJDb2xvciI6eyIkaWQiOiIxMjY2IiwiQSI6NTEsIlIiOjIxLCJHIjo5NiwiQiI6MTMwfX0sIkxpbmVXZWlnaHQiOjEuMCwiTGluZVR5cGUiOjAsIlBhcmVudFN0eWxlIjpudWxsfSwiVmVydGljYWxDb25uZWN0b3JTdHlsZSI6eyIkaWQiOiIxMjY3IiwiTGluZUNvbG9yIjp7IiRpZCI6IjEyNjgiLCIkdHlwZSI6Ik5MUkUuQ29tbW9uLkRvbS5Tb2xpZENvbG9yQnJ1c2gsIE5MUkUuQ29tbW9uIiwiQ29sb3IiOnsiJGlkIjoiMTI2OSIsIkEiOjUxLCJSIjoyMSwiRyI6OTYsIkIiOjEzMH19LCJMaW5lV2VpZ2h0IjowLjAsIkxpbmVUeXBlIjowLCJQYXJlbnRTdHlsZSI6bnVsbH0sIk1hcmdpbiI6bnVsbCwiU3RhcnREYXRlUG9zaXRpb24iOjQsIkVuZERhdGVQb3NpdGlvbiI6NCwiRGF0ZUlzVmlzaWJsZSI6dHJ1ZSwiVGl0bGVQb3NpdGlvbiI6NSwiRHVyYXRpb25Qb3NpdGlvbiI6NiwiUGVyY2VudGFnZUNvbXBsZXRlZFBvc2l0aW9uIjoyLCJWYXJpYW5jZVBvc2l0aW9uIjo2LCJTcGFjaW5nIjozLCJJc0JlbG93VGltZWJhbmQiOmZhbHNlLCJQZXJjZW50YWdlQ29tcGxldGVTaGFwZU9wYWNpdHkiOjM1LCJCYXNlbGluZVN0eWxlIjp7IiRpZCI6IjEyNzAiLCJTaGFwZVN0eWxlIjp7IiRpZCI6IjEyNzEiLCJNYXJnaW4iOnsiJGlkIjoiMTI3MiIsIlRvcCI6MC4wLCJMZWZ0IjowLjAsIlJpZ2h0IjowLjAsIkJvdHRvbSI6MC4wfSwiUGFkZGluZyI6eyIkaWQiOiIxMjczIiwiVG9wIjowLjAsIkxlZnQiOjAuMCwiUmlnaHQiOjAuMCwiQm90dG9tIjowLjB9LCJCYWNrZ3JvdW5kIjp7IiRpZCI6IjEyNzQiLCJDb2xvciI6eyIkaWQiOiIxMjc1IiwiQSI6MTUzLCJSIjowLCJHIjowLCJCIjowfX0sIklzVmlzaWJsZSI6dHJ1ZSwiV2lkdGgiOjAuMCwiSGVpZ2h0IjowLjAsIkJvcmRlclN0eWxlIjpudWxsLCJQYXJlbnRTdHlsZSI6bnVsbH0sIk1hcmdpbiI6eyIkaWQiOiIxMjc2IiwiVG9wIjowLjAsIkxlZnQiOjAuMCwiUmlnaHQiOjAuMCwiQm90dG9tIjowLjB9LCJQYWRkaW5nIjp7IiRpZCI6IjEyNzciLCJUb3AiOjAuMCwiTGVmdCI6MC4wLCJSaWdodCI6MC4wLCJCb3R0b20iOjAuMH0sIkJhY2tncm91bmQiOm51bGwsIklzVmlzaWJsZSI6dHJ1ZSwiV2lkdGgiOjAuMCwiSGVpZ2h0IjowLjAsIkJvcmRlclN0eWxlIjpudWxsLCJQYXJlbnRTdHlsZSI6bnVsbH0sIlNoYXBlU3R5bGUiOnsiJGlkIjoiMTI3OCIsIk1hcmdpbiI6eyIkaWQiOiIxMjc5IiwiVG9wIjowLjAsIkxlZnQiOjQuMCwiUmlnaHQiOjQuMCwiQm90dG9tIjowLjB9LCJQYWRkaW5nIjp7IiRpZCI6IjEyODAiLCJUb3AiOjAuMCwiTGVmdCI6MC4wLCJSaWdodCI6MC4wLCJCb3R0b20iOjAuMH0sIkJhY2tncm91bmQiOnsiJGlkIjoiMTI4MSIsIkNvbG9yIjp7IiRpZCI6IjEyODIiLCJBIjoyNTUsIlIiOjIxLCJHIjo5NiwiQiI6MTMwfX0sIklzVmlzaWJsZSI6dHJ1ZSwiV2lkdGgiOjAuMCwiSGVpZ2h0IjoyOC43MTk1MDU2MjcyMTE2NzQsIkJvcmRlclN0eWxlIjp7IiRpZCI6IjEyODMiLCJMaW5lQ29sb3IiOnsiJGlkIjoiMTI4NCIsIiR0eXBlIjoiTkxSRS5Db21tb24uRG9tLlNvbGlkQ29sb3JCcnVzaCwgTkxSRS5Db21tb24iLCJDb2xvciI6eyIkaWQiOiIxMjg1IiwiQSI6MjU1LCJSIjoyMzQsIkciOjIyLCJCIjozMH19LCJMaW5lV2VpZ2h0IjowLjAsIkxpbmVUeXBlIjowLCJQYXJlbnRTdHlsZSI6bnVsbH0sIlBhcmVudFN0eWxlIjpudWxsfSwiVGl0bGVTdHlsZSI6eyIkaWQiOiIxMjg2IiwiRm9udFNldHRpbmdzIjp7IiRpZCI6IjEyODciLCJGb250U2l6ZSI6MTEsIkZvbnROYW1lIjoiQ2FsaWJyaSIsIklzQm9sZCI6ZmFsc2UsIklzSXRhbGljIjpmYWxzZSwiSXNVbmRlcmxpbmVkIjpmYWxzZSwiUGFyZW50U3R5bGUiOm51bGx9LCJBdXRvU2l6ZSI6MCwiRm9yZWdyb3VuZCI6eyIkaWQiOiIxMjg4IiwiQ29sb3IiOnsiJGlkIjoiMTI4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kwIiwiVG9wIjowLjAsIkxlZnQiOjAuMCwiUmlnaHQiOjAuMCwiQm90dG9tIjowLjB9LCJQYWRkaW5nIjp7IiRpZCI6IjEyOTEiLCJUb3AiOjAuMCwiTGVmdCI6MC4wLCJSaWdodCI6MC4wLCJCb3R0b20iOjAuMH0sIkJhY2tncm91bmQiOnsiJGlkIjoiMTI5MiIsIkNvbG9yIjp7IiRpZCI6IjEyOTMiLCJBIjowLCJSIjoyNTUsIkciOjI1NSwiQiI6MjU1fX0sIklzVmlzaWJsZSI6dHJ1ZSwiV2lkdGgiOjAuMCwiSGVpZ2h0IjowLjAsIkJvcmRlclN0eWxlIjp7IiRpZCI6IjEyOTQiLCJMaW5lQ29sb3IiOm51bGwsIkxpbmVXZWlnaHQiOjAuMCwiTGluZVR5cGUiOjAsIlBhcmVudFN0eWxlIjpudWxsfSwiUGFyZW50U3R5bGUiOm51bGx9LCJEYXRlU3R5bGUiOnsiJGlkIjoiMTI5NSIsIkZvbnRTZXR0aW5ncyI6eyIkaWQiOiIxMjk2IiwiRm9udFNpemUiOjEwLCJGb250TmFtZSI6IkNhbGlicmkiLCJJc0JvbGQiOmZhbHNlLCJJc0l0YWxpYyI6ZmFsc2UsIklzVW5kZXJsaW5lZCI6ZmFsc2UsIlBhcmVudFN0eWxlIjpudWxsfSwiQXV0b1NpemUiOjAsIkZvcmVncm91bmQiOnsiJGlkIjoiMTI5NyIsIkNvbG9yIjp7IiRpZCI6IjEyOT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I5OSIsIlRvcCI6MC4wLCJMZWZ0IjowLjAsIlJpZ2h0IjowLjAsIkJvdHRvbSI6MC4wfSwiUGFkZGluZyI6eyIkaWQiOiIxMzAwIiwiVG9wIjowLjAsIkxlZnQiOjAuMCwiUmlnaHQiOjAuMCwiQm90dG9tIjowLjB9LCJCYWNrZ3JvdW5kIjp7IiRpZCI6IjEzMDEiLCJDb2xvciI6eyIkaWQiOiIxMzAyIiwiQSI6MCwiUiI6MjU1LCJHIjoyNTUsIkIiOjI1NX19LCJJc1Zpc2libGUiOnRydWUsIldpZHRoIjowLjAsIkhlaWdodCI6MC4wLCJCb3JkZXJTdHlsZSI6eyIkaWQiOiIxMzAzIiwiTGluZUNvbG9yIjpudWxsLCJMaW5lV2VpZ2h0IjowLjAsIkxpbmVUeXBlIjowLCJQYXJlbnRTdHlsZSI6bnVsbH0sIlBhcmVudFN0eWxlIjpudWxsfSwiRGF0ZUZvcm1hdCI6eyIkaWQiOiIxMz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UiLCJGb3JtYXQiOjAsIklzVmlzaWJsZSI6ZmFsc2UsIkxhc3RLbm93blZpc2liaWxpdHlTdGF0ZSI6ZmFsc2V9LCJJc1Zpc2libGUiOnRydWUsIlZhcmlhbmNlU3R5bGUiOnsiJGlkIjoiMTMwNiIsIlRleHRTdHlsZSI6eyIkaWQiOiIxMzA3IiwiRm9udFNldHRpbmdzIjp7IiRpZCI6IjEzMDgiLCJGb250U2l6ZSI6MTAsIkZvbnROYW1lIjoiQ2FsaWJyaSIsIklzQm9sZCI6ZmFsc2UsIklzSXRhbGljIjpmYWxzZSwiSXNVbmRlcmxpbmVkIjpmYWxzZSwiUGFyZW50U3R5bGUiOm51bGx9LCJBdXRvU2l6ZSI6MCwiRm9yZWdyb3VuZCI6eyIkaWQiOiIxMzA5IiwiQ29sb3IiOnsiJGlkIjoiMTMx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zExIiwiVG9wIjowLjAsIkxlZnQiOjAuMCwiUmlnaHQiOjAuMCwiQm90dG9tIjowLjB9LCJQYWRkaW5nIjp7IiRpZCI6IjEzMTIiLCJUb3AiOjAuMCwiTGVmdCI6MC4wLCJSaWdodCI6MC4wLCJCb3R0b20iOjAuMH0sIkJhY2tncm91bmQiOnsiJGlkIjoiMTMxMyIsIkNvbG9yIjp7IiRpZCI6IjEzMTQiLCJBIjoyNTUsIlIiOjAsIkciOjAsIkIiOjB9fSwiSXNWaXNpYmxlIjp0cnVlLCJXaWR0aCI6MC4wLCJIZWlnaHQiOjAuMCwiQm9yZGVyU3R5bGUiOnsiJGlkIjoiMTMxNSIsIkxpbmVDb2xvciI6bnVsbCwiTGluZVdlaWdodCI6MC4wLCJMaW5lVHlwZSI6MCwiUGFyZW50U3R5bGUiOm51bGx9LCJQYXJlbnRTdHlsZSI6bnVsbH0sIlBhcmVudFN0eWxlIjpudWxsfSwiUGFyZW50U3R5bGUiOm51bGx9LCJJbmRleCI6MCwiU21hcnREdXJhdGlvbkFjdGl2YXRlZCI6ZmFsc2UsIkRhdGVGb3JtYXQiOnsiJHJlZiI6IjEzMDQifSwiV2Vla051bWJlcmluZyI6eyIkaWQiOiIxMzE2IiwiRm9ybWF0IjowLCJJc1Zpc2libGUiOmZhbHNlLCJMYXN0S25vd25WaXNpYmlsaXR5U3RhdGUiOmZhbHNlfSwiQmFzZWxpbmVEYXRhIjp7IiRpZCI6IjEzMTciLCJTdGFydERhdGUiOiIyMDI1LTExLTIxVDAwOjAwOjAwIiwiRW5kRGF0ZSI6IjIwMjYtMDgtMDdUMjM6NTk6MDAifSwiSWQiOiI3YTZhOWQwOS1jMGZjLTQ1NjAtODExMi05ZWUzNjQ1YTViZTEiLCJJbXBvcnRJZCI6bnVsbCwiVGl0bGUiOiJGdWxsIFN5c3RlbSBEb2N1bWVudGF0aW9uIiwiTm90ZSI6bnVsbCwiSHlwZXJsaW5rIjp7IiRpZCI6IjEzMTgiLCJBZGRyZXNzIjoiIiwiU3ViQWRkcmVzcyI6IiJ9LCJJc0NoYW5nZWQiOmZhbHNlLCJJc05ldyI6ZmFsc2V9LHsiJGlkIjoiMTMxOSIsIkdyb3VwTmFtZSI6bnVsbCwiU3RhcnREYXRlIjoiMjAyNS0xMS0yMVQwMDowMDowMCIsIkVuZERhdGUiOiIyMDI1LTEyLTA0VDIzOjU5OjAwWiIsIlBlcmNlbnRhZ2VDb21wbGV0ZSI6bnVsbCwiU3R5bGUiOnsiJGlkIjoiMTMyMCIsIlNoYXBlIjozLCJTaGFwZVRoaWNrbmVzcyI6MywiRHVyYXRpb25Gb3JtYXQiOjAsIkluY2x1ZGVOb25Xb3JraW5nRGF5c0luRHVyYXRpb24iOmZhbHNlLCJQZXJjZW50YWdlQ29tcGxldGVTdHlsZSI6eyIkaWQiOiIxMzIxIiwiRm9udFNldHRpbmdzIjp7IiRpZCI6IjEzMjIiLCJGb250U2l6ZSI6MTAsIkZvbnROYW1lIjoiQ2FsaWJyaSIsIklzQm9sZCI6ZmFsc2UsIklzSXRhbGljIjpmYWxzZSwiSXNVbmRlcmxpbmVkIjpmYWxzZSwiUGFyZW50U3R5bGUiOm51bGx9LCJBdXRvU2l6ZSI6MCwiRm9yZWdyb3VuZCI6eyIkaWQiOiIxMzIzIiwiQ29sb3IiOnsiJGlkIjoiMTMyNC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MzI1IiwiVG9wIjowLjAsIkxlZnQiOjAuMCwiUmlnaHQiOjAuMCwiQm90dG9tIjowLjB9LCJQYWRkaW5nIjp7IiRpZCI6IjEzMjYiLCJUb3AiOjAuMCwiTGVmdCI6MC4wLCJSaWdodCI6MC4wLCJCb3R0b20iOjAuMH0sIkJhY2tncm91bmQiOnsiJGlkIjoiMTMyNyIsIkNvbG9yIjp7IiRpZCI6IjEzMjgiLCJBIjo4OSwiUiI6MCwiRyI6MCwiQiI6MH19LCJJc1Zpc2libGUiOnRydWUsIldpZHRoIjowLjAsIkhlaWdodCI6MC4wLCJCb3JkZXJTdHlsZSI6eyIkaWQiOiIxMzI5IiwiTGluZUNvbG9yIjpudWxsLCJMaW5lV2VpZ2h0IjowLjAsIkxpbmVUeXBlIjowLCJQYXJlbnRTdHlsZSI6bnVsbH0sIlBhcmVudFN0eWxlIjpudWxsfSwiRHVyYXRpb25TdHlsZSI6eyIkaWQiOiIxMzMwIiwiRm9udFNldHRpbmdzIjp7IiRpZCI6IjEzMzEiLCJGb250U2l6ZSI6MTAsIkZvbnROYW1lIjoiQ2FsaWJyaSIsIklzQm9sZCI6ZmFsc2UsIklzSXRhbGljIjpmYWxzZSwiSXNVbmRlcmxpbmVkIjpmYWxzZSwiUGFyZW50U3R5bGUiOm51bGx9LCJBdXRvU2l6ZSI6MCwiRm9yZWdyb3VuZCI6eyIkaWQiOiIxMzMyIiwiQ29sb3IiOnsiJGlkIjoiMTMzMy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zMzQiLCJUb3AiOjAuMCwiTGVmdCI6MC4wLCJSaWdodCI6MC4wLCJCb3R0b20iOjAuMH0sIlBhZGRpbmciOnsiJGlkIjoiMTMzNSIsIlRvcCI6MC4wLCJMZWZ0IjowLjAsIlJpZ2h0IjowLjAsIkJvdHRvbSI6MC4wfSwiQmFja2dyb3VuZCI6eyIkaWQiOiIxMzM2IiwiQ29sb3IiOnsiJGlkIjoiMTMzNyIsIkEiOjI1NSwiUiI6MjM3LCJHIjoxMjUsIkIiOjQ5fX0sIklzVmlzaWJsZSI6dHJ1ZSwiV2lkdGgiOjAuMCwiSGVpZ2h0IjowLjAsIkJvcmRlclN0eWxlIjp7IiRpZCI6IjEzMzgiLCJMaW5lQ29sb3IiOm51bGwsIkxpbmVXZWlnaHQiOjAuMCwiTGluZVR5cGUiOjAsIlBhcmVudFN0eWxlIjpudWxsfSwiUGFyZW50U3R5bGUiOm51bGx9LCJIb3Jpem9udGFsQ29ubmVjdG9yU3R5bGUiOnsiJGlkIjoiMTMzOSIsIkxpbmVDb2xvciI6eyIkaWQiOiIxMzQwIiwiJHR5cGUiOiJOTFJFLkNvbW1vbi5Eb20uU29saWRDb2xvckJydXNoLCBOTFJFLkNvbW1vbiIsIkNvbG9yIjp7IiRpZCI6IjEzNDEiLCJBIjo1MSwiUiI6MjEsIkciOjk2LCJCIjoxMzB9fSwiTGluZVdlaWdodCI6MS4wLCJMaW5lVHlwZSI6MCwiUGFyZW50U3R5bGUiOm51bGx9LCJWZXJ0aWNhbENvbm5lY3RvclN0eWxlIjp7IiRpZCI6IjEzNDIiLCJMaW5lQ29sb3IiOnsiJGlkIjoiMTM0MyIsIiR0eXBlIjoiTkxSRS5Db21tb24uRG9tLlNvbGlkQ29sb3JCcnVzaCwgTkxSRS5Db21tb24iLCJDb2xvciI6eyIkaWQiOiIxMzQ0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ZmFsc2UsIlBlcmNlbnRhZ2VDb21wbGV0ZVNoYXBlT3BhY2l0eSI6MzUsIkJhc2VsaW5lU3R5bGUiOnsiJGlkIjoiMTM0NSIsIlNoYXBlU3R5bGUiOnsiJGlkIjoiMTM0NiIsIk1hcmdpbiI6eyIkaWQiOiIxMzQ3IiwiVG9wIjowLjAsIkxlZnQiOjAuMCwiUmlnaHQiOjAuMCwiQm90dG9tIjowLjB9LCJQYWRkaW5nIjp7IiRpZCI6IjEzNDgiLCJUb3AiOjAuMCwiTGVmdCI6MC4wLCJSaWdodCI6MC4wLCJCb3R0b20iOjAuMH0sIkJhY2tncm91bmQiOnsiJGlkIjoiMTM0OSIsIkNvbG9yIjp7IiRpZCI6IjEzNTAiLCJBIjoxNTMsIlIiOjAsIkciOjAsIkIiOjB9fSwiSXNWaXNpYmxlIjp0cnVlLCJXaWR0aCI6MC4wLCJIZWlnaHQiOjAuMCwiQm9yZGVyU3R5bGUiOm51bGwsIlBhcmVudFN0eWxlIjpudWxsfSwiTWFyZ2luIjp7IiRpZCI6IjEzNTEiLCJUb3AiOjAuMCwiTGVmdCI6MC4wLCJSaWdodCI6MC4wLCJCb3R0b20iOjAuMH0sIlBhZGRpbmciOnsiJGlkIjoiMTM1MiIsIlRvcCI6MC4wLCJMZWZ0IjowLjAsIlJpZ2h0IjowLjAsIkJvdHRvbSI6MC4wfSwiQmFja2dyb3VuZCI6bnVsbCwiSXNWaXNpYmxlIjp0cnVlLCJXaWR0aCI6MC4wLCJIZWlnaHQiOjAuMCwiQm9yZGVyU3R5bGUiOm51bGwsIlBhcmVudFN0eWxlIjpudWxsfSwiU2hhcGVTdHlsZSI6eyIkaWQiOiIxMzUzIiwiTWFyZ2luIjp7IiRpZCI6IjEzNTQiLCJUb3AiOjAuMCwiTGVmdCI6NC4wLCJSaWdodCI6NC4wLCJCb3R0b20iOjAuMH0sIlBhZGRpbmciOnsiJGlkIjoiMTM1NSIsIlRvcCI6MC4wLCJMZWZ0IjowLjAsIlJpZ2h0IjowLjAsIkJvdHRvbSI6MC4wfSwiQmFja2dyb3VuZCI6eyIkaWQiOiIxMzU2IiwiQ29sb3IiOnsiJGlkIjoiMTM1NyIsIkEiOjI1NSwiUiI6MjEsIkciOjk2LCJCIjoxMzB9fSwiSXNWaXNpYmxlIjp0cnVlLCJXaWR0aCI6MC4wLCJIZWlnaHQiOjIxLjc5MTYwMTY1OTAyMjM0OCwiQm9yZGVyU3R5bGUiOnsiJGlkIjoiMTM1OCIsIkxpbmVDb2xvciI6eyIkaWQiOiIxMzU5IiwiJHR5cGUiOiJOTFJFLkNvbW1vbi5Eb20uU29saWRDb2xvckJydXNoLCBOTFJFLkNvbW1vbiIsIkNvbG9yIjp7IiRpZCI6IjEzNjAiLCJBIjoyNTUsIlIiOjIzNCwiRyI6MjIsIkIiOjMwfX0sIkxpbmVXZWlnaHQiOjAuMCwiTGluZVR5cGUiOjAsIlBhcmVudFN0eWxlIjpudWxsfSwiUGFyZW50U3R5bGUiOm51bGx9LCJUaXRsZVN0eWxlIjp7IiRpZCI6IjEzNjEiLCJGb250U2V0dGluZ3MiOnsiJGlkIjoiMTM2MiIsIkZvbnRTaXplIjoxMSwiRm9udE5hbWUiOiJDYWxpYnJpIiwiSXNCb2xkIjpmYWxzZSwiSXNJdGFsaWMiOmZhbHNlLCJJc1VuZGVybGluZWQiOmZhbHNlLCJQYXJlbnRTdHlsZSI6bnVsbH0sIkF1dG9TaXplIjowLCJGb3JlZ3JvdW5kIjp7IiRpZCI6IjEzNjMiLCJDb2xvciI6eyIkaWQiOiIxMzY0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zNjUiLCJUb3AiOjAuMCwiTGVmdCI6MC4wLCJSaWdodCI6MC4wLCJCb3R0b20iOjAuMH0sIlBhZGRpbmciOnsiJGlkIjoiMTM2NiIsIlRvcCI6MC4wLCJMZWZ0IjowLjAsIlJpZ2h0IjowLjAsIkJvdHRvbSI6MC4wfSwiQmFja2dyb3VuZCI6eyIkaWQiOiIxMzY3IiwiQ29sb3IiOnsiJGlkIjoiMTM2OCIsIkEiOjAsIlIiOjI1NSwiRyI6MjU1LCJCIjoyNTV9fSwiSXNWaXNpYmxlIjp0cnVlLCJXaWR0aCI6MC4wLCJIZWlnaHQiOjAuMCwiQm9yZGVyU3R5bGUiOnsiJGlkIjoiMTM2OSIsIkxpbmVDb2xvciI6bnVsbCwiTGluZVdlaWdodCI6MC4wLCJMaW5lVHlwZSI6MCwiUGFyZW50U3R5bGUiOm51bGx9LCJQYXJlbnRTdHlsZSI6bnVsbH0sIkRhdGVTdHlsZSI6eyIkaWQiOiIxMzcwIiwiRm9udFNldHRpbmdzIjp7IiRpZCI6IjEzNzEiLCJGb250U2l6ZSI6MTAsIkZvbnROYW1lIjoiQ2FsaWJyaSIsIklzQm9sZCI6ZmFsc2UsIklzSXRhbGljIjpmYWxzZSwiSXNVbmRlcmxpbmVkIjpmYWxzZSwiUGFyZW50U3R5bGUiOm51bGx9LCJBdXRvU2l6ZSI6MCwiRm9yZWdyb3VuZCI6eyIkaWQiOiIxMzcyIiwiQ29sb3IiOnsiJGlkIjoiMTM3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Mzc0IiwiVG9wIjowLjAsIkxlZnQiOjAuMCwiUmlnaHQiOjAuMCwiQm90dG9tIjowLjB9LCJQYWRkaW5nIjp7IiRpZCI6IjEzNzUiLCJUb3AiOjAuMCwiTGVmdCI6MC4wLCJSaWdodCI6MC4wLCJCb3R0b20iOjAuMH0sIkJhY2tncm91bmQiOnsiJGlkIjoiMTM3NiIsIkNvbG9yIjp7IiRpZCI6IjEzNzciLCJBIjowLCJSIjoyNTUsIkciOjI1NSwiQiI6MjU1fX0sIklzVmlzaWJsZSI6dHJ1ZSwiV2lkdGgiOjAuMCwiSGVpZ2h0IjowLjAsIkJvcmRlclN0eWxlIjp7IiRpZCI6IjEzNzgiLCJMaW5lQ29sb3IiOm51bGwsIkxpbmVXZWlnaHQiOjAuMCwiTGluZVR5cGUiOjAsIlBhcmVudFN0eWxlIjpudWxsfSwiUGFyZW50U3R5bGUiOm51bGx9LCJEYXRlRm9ybWF0Ijp7IiRpZCI6IjEzNz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4MCIsIkZvcm1hdCI6MCwiSXNWaXNpYmxlIjpmYWxzZSwiTGFzdEtub3duVmlzaWJpbGl0eVN0YXRlIjpmYWxzZX0sIklzVmlzaWJsZSI6dHJ1ZSwiVmFyaWFuY2VTdHlsZSI6eyIkaWQiOiIxMzgxIiwiVGV4dFN0eWxlIjp7IiRpZCI6IjEzODIiLCJGb250U2V0dGluZ3MiOnsiJGlkIjoiMTM4MyIsIkZvbnRTaXplIjoxMCwiRm9udE5hbWUiOiJDYWxpYnJpIiwiSXNCb2xkIjpmYWxzZSwiSXNJdGFsaWMiOmZhbHNlLCJJc1VuZGVybGluZWQiOmZhbHNlLCJQYXJlbnRTdHlsZSI6bnVsbH0sIkF1dG9TaXplIjowLCJGb3JlZ3JvdW5kIjp7IiRpZCI6IjEzODQiLCJDb2xvciI6eyIkaWQiOiIxMzg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ODYiLCJUb3AiOjAuMCwiTGVmdCI6MC4wLCJSaWdodCI6MC4wLCJCb3R0b20iOjAuMH0sIlBhZGRpbmciOnsiJGlkIjoiMTM4NyIsIlRvcCI6MC4wLCJMZWZ0IjowLjAsIlJpZ2h0IjowLjAsIkJvdHRvbSI6MC4wfSwiQmFja2dyb3VuZCI6eyIkaWQiOiIxMzg4IiwiQ29sb3IiOnsiJGlkIjoiMTM4OSIsIkEiOjI1NSwiUiI6MCwiRyI6MCwiQiI6MH19LCJJc1Zpc2libGUiOnRydWUsIldpZHRoIjowLjAsIkhlaWdodCI6MC4wLCJCb3JkZXJTdHlsZSI6eyIkaWQiOiIxMzkwIiwiTGluZUNvbG9yIjpudWxsLCJMaW5lV2VpZ2h0IjowLjAsIkxpbmVUeXBlIjowLCJQYXJlbnRTdHlsZSI6bnVsbH0sIlBhcmVudFN0eWxlIjpudWxsfSwiUGFyZW50U3R5bGUiOm51bGx9LCJQYXJlbnRTdHlsZSI6bnVsbH0sIkluZGV4IjoxLCJTbWFydER1cmF0aW9uQWN0aXZhdGVkIjpmYWxzZSwiRGF0ZUZvcm1hdCI6eyIkcmVmIjoiMTM3OSJ9LCJXZWVrTnVtYmVyaW5nIjp7IiRpZCI6IjEzOTEiLCJGb3JtYXQiOjAsIklzVmlzaWJsZSI6ZmFsc2UsIkxhc3RLbm93blZpc2liaWxpdHlTdGF0ZSI6ZmFsc2V9LCJCYXNlbGluZURhdGEiOnsiJGlkIjoiMTM5MiIsIlN0YXJ0RGF0ZSI6IjIwMjUtMTEtMjFUMDA6MDA6MDAiLCJFbmREYXRlIjoiMjAyNS0xMi0wNFQyMzo1OTowMCJ9LCJJZCI6IjhlNTRmYzA5LTE4NDUtNDNkYy05YTI5LTY5YTRhNTdhYmJjYyIsIkltcG9ydElkIjpudWxsLCJUaXRsZSI6IkNvbWluZyB1cCB3aXRoIHByb2plY3QgdGl0bGUgYW5kIERyYWZ0aW5nIENvbmNlcHQgUGFwZXIiLCJOb3RlIjpudWxsLCJIeXBlcmxpbmsiOnsiJGlkIjoiMTM5MyIsIkFkZHJlc3MiOiIiLCJTdWJBZGRyZXNzIjoiIn0sIklzQ2hhbmdlZCI6ZmFsc2UsIklzTmV3IjpmYWxzZX0seyIkaWQiOiIxMzk0IiwiR3JvdXBOYW1lIjpudWxsLCJTdGFydERhdGUiOiIyMDI1LTEyLTA1VDAwOjAwOjAwIiwiRW5kRGF0ZSI6IjIwMjYtMDEtMDFUMjM6NTk6MDBaIiwiUGVyY2VudGFnZUNvbXBsZXRlIjpudWxsLCJTdHlsZSI6eyIkaWQiOiIxMzk1IiwiU2hhcGUiOjMsIlNoYXBlVGhpY2tuZXNzIjozLCJEdXJhdGlvbkZvcm1hdCI6MCwiSW5jbHVkZU5vbldvcmtpbmdEYXlzSW5EdXJhdGlvbiI6ZmFsc2UsIlBlcmNlbnRhZ2VDb21wbGV0ZVN0eWxlIjp7IiRpZCI6IjEzOTYiLCJGb250U2V0dGluZ3MiOnsiJGlkIjoiMTM5NyIsIkZvbnRTaXplIjoxMCwiRm9udE5hbWUiOiJDYWxpYnJpIiwiSXNCb2xkIjpmYWxzZSwiSXNJdGFsaWMiOmZhbHNlLCJJc1VuZGVybGluZWQiOmZhbHNlLCJQYXJlbnRTdHlsZSI6bnVsbH0sIkF1dG9TaXplIjowLCJGb3JlZ3JvdW5kIjp7IiRpZCI6IjEzOTgiLCJDb2xvciI6eyIkaWQiOiIxMzk5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0MDAiLCJUb3AiOjAuMCwiTGVmdCI6MC4wLCJSaWdodCI6MC4wLCJCb3R0b20iOjAuMH0sIlBhZGRpbmciOnsiJGlkIjoiMTQwMSIsIlRvcCI6MC4wLCJMZWZ0IjowLjAsIlJpZ2h0IjowLjAsIkJvdHRvbSI6MC4wfSwiQmFja2dyb3VuZCI6eyIkaWQiOiIxNDAyIiwiQ29sb3IiOnsiJGlkIjoiMTQwMyIsIkEiOjg5LCJSIjowLCJHIjowLCJCIjowfX0sIklzVmlzaWJsZSI6dHJ1ZSwiV2lkdGgiOjAuMCwiSGVpZ2h0IjowLjAsIkJvcmRlclN0eWxlIjp7IiRpZCI6IjE0MDQiLCJMaW5lQ29sb3IiOm51bGwsIkxpbmVXZWlnaHQiOjAuMCwiTGluZVR5cGUiOjAsIlBhcmVudFN0eWxlIjpudWxsfSwiUGFyZW50U3R5bGUiOm51bGx9LCJEdXJhdGlvblN0eWxlIjp7IiRpZCI6IjE0MDUiLCJGb250U2V0dGluZ3MiOnsiJGlkIjoiMTQwNiIsIkZvbnRTaXplIjoxMCwiRm9udE5hbWUiOiJDYWxpYnJpIiwiSXNCb2xkIjpmYWxzZSwiSXNJdGFsaWMiOmZhbHNlLCJJc1VuZGVybGluZWQiOmZhbHNlLCJQYXJlbnRTdHlsZSI6bnVsbH0sIkF1dG9TaXplIjowLCJGb3JlZ3JvdW5kIjp7IiRpZCI6IjE0MDciLCJDb2xvciI6eyIkaWQiOiIxNDA4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QwOSIsIlRvcCI6MC4wLCJMZWZ0IjowLjAsIlJpZ2h0IjowLjAsIkJvdHRvbSI6MC4wfSwiUGFkZGluZyI6eyIkaWQiOiIxNDEwIiwiVG9wIjowLjAsIkxlZnQiOjAuMCwiUmlnaHQiOjAuMCwiQm90dG9tIjowLjB9LCJCYWNrZ3JvdW5kIjp7IiRpZCI6IjE0MTEiLCJDb2xvciI6eyIkaWQiOiIxNDEyIiwiQSI6MjU1LCJSIjoyMzcsIkciOjEyNSwiQiI6NDl9fSwiSXNWaXNpYmxlIjp0cnVlLCJXaWR0aCI6MC4wLCJIZWlnaHQiOjAuMCwiQm9yZGVyU3R5bGUiOnsiJGlkIjoiMTQxMyIsIkxpbmVDb2xvciI6bnVsbCwiTGluZVdlaWdodCI6MC4wLCJMaW5lVHlwZSI6MCwiUGFyZW50U3R5bGUiOm51bGx9LCJQYXJlbnRTdHlsZSI6bnVsbH0sIkhvcml6b250YWxDb25uZWN0b3JTdHlsZSI6eyIkaWQiOiIxNDE0IiwiTGluZUNvbG9yIjp7IiRpZCI6IjE0MTUiLCIkdHlwZSI6Ik5MUkUuQ29tbW9uLkRvbS5Tb2xpZENvbG9yQnJ1c2gsIE5MUkUuQ29tbW9uIiwiQ29sb3IiOnsiJGlkIjoiMTQxNiIsIkEiOjUxLCJSIjoyMSwiRyI6OTYsIkIiOjEzMH19LCJMaW5lV2VpZ2h0IjoxLjAsIkxpbmVUeXBlIjowLCJQYXJlbnRTdHlsZSI6bnVsbH0sIlZlcnRpY2FsQ29ubmVjdG9yU3R5bGUiOnsiJGlkIjoiMTQxNyIsIkxpbmVDb2xvciI6eyIkaWQiOiIxNDE4IiwiJHR5cGUiOiJOTFJFLkNvbW1vbi5Eb20uU29saWRDb2xvckJydXNoLCBOTFJFLkNvbW1vbiIsIkNvbG9yIjp7IiRpZCI6IjE0MTk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mYWxzZSwiUGVyY2VudGFnZUNvbXBsZXRlU2hhcGVPcGFjaXR5IjozNSwiQmFzZWxpbmVTdHlsZSI6eyIkaWQiOiIxNDIwIiwiU2hhcGVTdHlsZSI6eyIkaWQiOiIxNDIxIiwiTWFyZ2luIjp7IiRpZCI6IjE0MjIiLCJUb3AiOjAuMCwiTGVmdCI6MC4wLCJSaWdodCI6MC4wLCJCb3R0b20iOjAuMH0sIlBhZGRpbmciOnsiJGlkIjoiMTQyMyIsIlRvcCI6MC4wLCJMZWZ0IjowLjAsIlJpZ2h0IjowLjAsIkJvdHRvbSI6MC4wfSwiQmFja2dyb3VuZCI6eyIkaWQiOiIxNDI0IiwiQ29sb3IiOnsiJGlkIjoiMTQyNSIsIkEiOjE1MywiUiI6MCwiRyI6MCwiQiI6MH19LCJJc1Zpc2libGUiOnRydWUsIldpZHRoIjowLjAsIkhlaWdodCI6MC4wLCJCb3JkZXJTdHlsZSI6bnVsbCwiUGFyZW50U3R5bGUiOm51bGx9LCJNYXJnaW4iOnsiJGlkIjoiMTQyNiIsIlRvcCI6MC4wLCJMZWZ0IjowLjAsIlJpZ2h0IjowLjAsIkJvdHRvbSI6MC4wfSwiUGFkZGluZyI6eyIkaWQiOiIxNDI3IiwiVG9wIjowLjAsIkxlZnQiOjAuMCwiUmlnaHQiOjAuMCwiQm90dG9tIjowLjB9LCJCYWNrZ3JvdW5kIjpudWxsLCJJc1Zpc2libGUiOnRydWUsIldpZHRoIjowLjAsIkhlaWdodCI6MC4wLCJCb3JkZXJTdHlsZSI6bnVsbCwiUGFyZW50U3R5bGUiOm51bGx9LCJTaGFwZVN0eWxlIjp7IiRpZCI6IjE0MjgiLCJNYXJnaW4iOnsiJGlkIjoiMTQyOSIsIlRvcCI6MC4wLCJMZWZ0Ijo0LjAsIlJpZ2h0Ijo0LjAsIkJvdHRvbSI6MC4wfSwiUGFkZGluZyI6eyIkaWQiOiIxNDMwIiwiVG9wIjowLjAsIkxlZnQiOjAuMCwiUmlnaHQiOjAuMCwiQm90dG9tIjowLjB9LCJCYWNrZ3JvdW5kIjp7IiRpZCI6IjE0MzEiLCJDb2xvciI6eyIkaWQiOiIxNDMyIiwiQSI6MjU1LCJSIjoyMSwiRyI6OTYsIkIiOjEzMH19LCJJc1Zpc2libGUiOnRydWUsIldpZHRoIjowLjAsIkhlaWdodCI6MjcuNDM5OTk5NTU1ODIwNTIxLCJCb3JkZXJTdHlsZSI6eyIkaWQiOiIxNDMzIiwiTGluZUNvbG9yIjp7IiRpZCI6IjE0MzQiLCIkdHlwZSI6Ik5MUkUuQ29tbW9uLkRvbS5Tb2xpZENvbG9yQnJ1c2gsIE5MUkUuQ29tbW9uIiwiQ29sb3IiOnsiJGlkIjoiMTQzNSIsIkEiOjI1NSwiUiI6MjM0LCJHIjoyMiwiQiI6MzB9fSwiTGluZVdlaWdodCI6MC4wLCJMaW5lVHlwZSI6MCwiUGFyZW50U3R5bGUiOm51bGx9LCJQYXJlbnRTdHlsZSI6bnVsbH0sIlRpdGxlU3R5bGUiOnsiJGlkIjoiMTQzNiIsIkZvbnRTZXR0aW5ncyI6eyIkaWQiOiIxNDM3IiwiRm9udFNpemUiOjExLCJGb250TmFtZSI6IkNhbGlicmkiLCJJc0JvbGQiOmZhbHNlLCJJc0l0YWxpYyI6ZmFsc2UsIklzVW5kZXJsaW5lZCI6ZmFsc2UsIlBhcmVudFN0eWxlIjpudWxsfSwiQXV0b1NpemUiOjAsIkZvcmVncm91bmQiOnsiJGlkIjoiMTQzOCIsIkNvbG9yIjp7IiRpZCI6IjE0Mzk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Q0MCIsIlRvcCI6MC4wLCJMZWZ0IjowLjAsIlJpZ2h0IjowLjAsIkJvdHRvbSI6MC4wfSwiUGFkZGluZyI6eyIkaWQiOiIxNDQxIiwiVG9wIjowLjAsIkxlZnQiOjAuMCwiUmlnaHQiOjAuMCwiQm90dG9tIjowLjB9LCJCYWNrZ3JvdW5kIjp7IiRpZCI6IjE0NDIiLCJDb2xvciI6eyIkaWQiOiIxNDQzIiwiQSI6MCwiUiI6MjU1LCJHIjoyNTUsIkIiOjI1NX19LCJJc1Zpc2libGUiOnRydWUsIldpZHRoIjowLjAsIkhlaWdodCI6MC4wLCJCb3JkZXJTdHlsZSI6eyIkaWQiOiIxNDQ0IiwiTGluZUNvbG9yIjpudWxsLCJMaW5lV2VpZ2h0IjowLjAsIkxpbmVUeXBlIjowLCJQYXJlbnRTdHlsZSI6bnVsbH0sIlBhcmVudFN0eWxlIjpudWxsfSwiRGF0ZVN0eWxlIjp7IiRpZCI6IjE0NDUiLCJGb250U2V0dGluZ3MiOnsiJGlkIjoiMTQ0NiIsIkZvbnRTaXplIjoxMCwiRm9udE5hbWUiOiJDYWxpYnJpIiwiSXNCb2xkIjpmYWxzZSwiSXNJdGFsaWMiOmZhbHNlLCJJc1VuZGVybGluZWQiOmZhbHNlLCJQYXJlbnRTdHlsZSI6bnVsbH0sIkF1dG9TaXplIjowLCJGb3JlZ3JvdW5kIjp7IiRpZCI6IjE0NDciLCJDb2xvciI6eyIkaWQiOiIxNDQ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0NDkiLCJUb3AiOjAuMCwiTGVmdCI6MC4wLCJSaWdodCI6MC4wLCJCb3R0b20iOjAuMH0sIlBhZGRpbmciOnsiJGlkIjoiMTQ1MCIsIlRvcCI6MC4wLCJMZWZ0IjowLjAsIlJpZ2h0IjowLjAsIkJvdHRvbSI6MC4wfSwiQmFja2dyb3VuZCI6eyIkaWQiOiIxNDUxIiwiQ29sb3IiOnsiJGlkIjoiMTQ1MiIsIkEiOjAsIlIiOjI1NSwiRyI6MjU1LCJCIjoyNTV9fSwiSXNWaXNpYmxlIjp0cnVlLCJXaWR0aCI6MC4wLCJIZWlnaHQiOjAuMCwiQm9yZGVyU3R5bGUiOnsiJGlkIjoiMTQ1MyIsIkxpbmVDb2xvciI6bnVsbCwiTGluZVdlaWdodCI6MC4wLCJMaW5lVHlwZSI6MCwiUGFyZW50U3R5bGUiOm51bGx9LCJQYXJlbnRTdHlsZSI6bnVsbH0sIkRhdGVGb3JtYXQiOnsiJGlkIjoiMTQ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U1IiwiRm9ybWF0IjowLCJJc1Zpc2libGUiOmZhbHNlLCJMYXN0S25vd25WaXNpYmlsaXR5U3RhdGUiOmZhbHNlfSwiSXNWaXNpYmxlIjp0cnVlLCJWYXJpYW5jZVN0eWxlIjp7IiRpZCI6IjE0NTYiLCJUZXh0U3R5bGUiOnsiJGlkIjoiMTQ1NyIsIkZvbnRTZXR0aW5ncyI6eyIkaWQiOiIxNDU4IiwiRm9udFNpemUiOjEwLCJGb250TmFtZSI6IkNhbGlicmkiLCJJc0JvbGQiOmZhbHNlLCJJc0l0YWxpYyI6ZmFsc2UsIklzVW5kZXJsaW5lZCI6ZmFsc2UsIlBhcmVudFN0eWxlIjpudWxsfSwiQXV0b1NpemUiOjAsIkZvcmVncm91bmQiOnsiJGlkIjoiMTQ1OSIsIkNvbG9yIjp7IiRpZCI6IjE0N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2MSIsIlRvcCI6MC4wLCJMZWZ0IjowLjAsIlJpZ2h0IjowLjAsIkJvdHRvbSI6MC4wfSwiUGFkZGluZyI6eyIkaWQiOiIxNDYyIiwiVG9wIjowLjAsIkxlZnQiOjAuMCwiUmlnaHQiOjAuMCwiQm90dG9tIjowLjB9LCJCYWNrZ3JvdW5kIjp7IiRpZCI6IjE0NjMiLCJDb2xvciI6eyIkaWQiOiIxNDY0IiwiQSI6MjU1LCJSIjowLCJHIjowLCJCIjowfX0sIklzVmlzaWJsZSI6dHJ1ZSwiV2lkdGgiOjAuMCwiSGVpZ2h0IjowLjAsIkJvcmRlclN0eWxlIjp7IiRpZCI6IjE0NjUiLCJMaW5lQ29sb3IiOm51bGwsIkxpbmVXZWlnaHQiOjAuMCwiTGluZVR5cGUiOjAsIlBhcmVudFN0eWxlIjpudWxsfSwiUGFyZW50U3R5bGUiOm51bGx9LCJQYXJlbnRTdHlsZSI6bnVsbH0sIlBhcmVudFN0eWxlIjpudWxsfSwiSW5kZXgiOjIsIlNtYXJ0RHVyYXRpb25BY3RpdmF0ZWQiOmZhbHNlLCJEYXRlRm9ybWF0Ijp7IiRyZWYiOiIxNDU0In0sIldlZWtOdW1iZXJpbmciOnsiJGlkIjoiMTQ2NiIsIkZvcm1hdCI6MCwiSXNWaXNpYmxlIjpmYWxzZSwiTGFzdEtub3duVmlzaWJpbGl0eVN0YXRlIjpmYWxzZX0sIkJhc2VsaW5lRGF0YSI6eyIkaWQiOiIxNDY3IiwiU3RhcnREYXRlIjoiMjAyNS0xMi0wNVQwMDowMDowMCIsIkVuZERhdGUiOiIyMDI2LTAxLTAxVDIzOjU5OjAwIn0sIklkIjoiZmY4NmM4ZWEtOWM5MC00YzZiLThmMDktMGE2NGE0ODM4MDA2IiwiSW1wb3J0SWQiOm51bGwsIlRpdGxlIjoiV3JpdGluZyBDaGFwdGVyIDEgJiBQcm9wb3NhbCIsIk5vdGUiOm51bGwsIkh5cGVybGluayI6eyIkaWQiOiIxNDY4IiwiQWRkcmVzcyI6IiIsIlN1YkFkZHJlc3MiOiIifSwiSXNDaGFuZ2VkIjpmYWxzZSwiSXNOZXciOmZhbHNlfSx7IiRpZCI6IjE0NjkiLCJHcm91cE5hbWUiOm51bGwsIlN0YXJ0RGF0ZSI6IjIwMjYtMDEtMDJUMDA6MDA6MDAiLCJFbmREYXRlIjoiMjAyNi0wMS0yOVQyMzo1OTowMFoiLCJQZXJjZW50YWdlQ29tcGxldGUiOm51bGwsIlN0eWxlIjp7IiRpZCI6IjE0NzAiLCJTaGFwZSI6MywiU2hhcGVUaGlja25lc3MiOjMsIkR1cmF0aW9uRm9ybWF0IjowLCJJbmNsdWRlTm9uV29ya2luZ0RheXNJbkR1cmF0aW9uIjpmYWxzZSwiUGVyY2VudGFnZUNvbXBsZ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ODksIlIiOjAsIkciOjAsIkIiOjB9fSwiSXNWaXNpYmxlIjp0cnVlLCJXaWR0aCI6MC4wLCJIZWlnaHQiOjAuMCwiQm9yZGVyU3R5bGUiOnsiJGlkIjoiMTQ3OSIsIkxpbmVDb2xvciI6bnVsbCwiTGluZVdlaWdodCI6MC4wLCJMaW5lVHlwZSI6MCwiUGFyZW50U3R5bGUiOm51bGx9LCJQYXJlbnRTdHlsZSI6bnVsbH0sIkR1cmF0aW9uU3R5bGUiOnsiJGlkIjoiMTQ4MCIsIkZvbnRTZXR0aW5ncyI6eyIkaWQiOiIxNDgxIiwiRm9udFNpemUiOjEwLCJGb250TmFtZSI6IkNhbGlicmkiLCJJc0JvbGQiOmZhbHNlLCJJc0l0YWxpYyI6ZmFsc2UsIklzVW5kZXJsaW5lZCI6ZmFsc2UsIlBhcmVudFN0eWxlIjpudWxsfSwiQXV0b1NpemUiOjAsIkZvcmVncm91bmQiOnsiJGlkIjoiMTQ4MiIsIkNvbG9yIjp7IiRpZCI6IjE0OD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Dg0IiwiVG9wIjowLjAsIkxlZnQiOjAuMCwiUmlnaHQiOjAuMCwiQm90dG9tIjowLjB9LCJQYWRkaW5nIjp7IiRpZCI6IjE0ODUiLCJUb3AiOjAuMCwiTGVmdCI6MC4wLCJSaWdodCI6MC4wLCJCb3R0b20iOjAuMH0sIkJhY2tncm91bmQiOnsiJGlkIjoiMTQ4NiIsIkNvbG9yIjp7IiRpZCI6IjE0ODciLCJBIjoyNTUsIlIiOjIzNywiRyI6MTI1LCJCIjo0OX19LCJJc1Zpc2libGUiOnRydWUsIldpZHRoIjowLjAsIkhlaWdodCI6MC4wLCJCb3JkZXJTdHlsZSI6eyIkaWQiOiIxNDg4IiwiTGluZUNvbG9yIjpudWxsLCJMaW5lV2VpZ2h0IjowLjAsIkxpbmVUeXBlIjowLCJQYXJlbnRTdHlsZSI6bnVsbH0sIlBhcmVudFN0eWxlIjpudWxsfSwiSG9yaXpvbnRhbENvbm5lY3RvclN0eWxlIjp7IiRpZCI6IjE0ODkiLCJMaW5lQ29sb3IiOnsiJGlkIjoiMTQ5MCIsIiR0eXBlIjoiTkxSRS5Db21tb24uRG9tLlNvbGlkQ29sb3JCcnVzaCwgTkxSRS5Db21tb24iLCJDb2xvciI6eyIkaWQiOiIxNDkxIiwiQSI6NTEsIlIiOjIxLCJHIjo5NiwiQiI6MTMwfX0sIkxpbmVXZWlnaHQiOjEuMCwiTGluZVR5cGUiOjAsIlBhcmVudFN0eWxlIjpudWxsfSwiVmVydGljYWxDb25uZWN0b3JTdHlsZSI6eyIkaWQiOiIxNDkyIiwiTGluZUNvbG9yIjp7IiRpZCI6IjE0OTMiLCIkdHlwZSI6Ik5MUkUuQ29tbW9uLkRvbS5Tb2xpZENvbG9yQnJ1c2gsIE5MUkUuQ29tbW9uIiwiQ29sb3IiOnsiJGlkIjoiMTQ5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mZhbHNlLCJQZXJjZW50YWdlQ29tcGxldGVTaGFwZU9wYWNpdHkiOjM1LCJCYXNlbGluZVN0eWxlIjp7IiRpZCI6IjE0OTUiLCJTaGFwZVN0eWxlIjp7IiRpZCI6IjE0OTYiLCJNYXJnaW4iOnsiJGlkIjoiMTQ5NyIsIlRvcCI6MC4wLCJMZWZ0IjowLjAsIlJpZ2h0IjowLjAsIkJvdHRvbSI6MC4wfSwiUGFkZGluZyI6eyIkaWQiOiIxNDk4IiwiVG9wIjowLjAsIkxlZnQiOjAuMCwiUmlnaHQiOjAuMCwiQm90dG9tIjowLjB9LCJCYWNrZ3JvdW5kIjp7IiRpZCI6IjE0OTkiLCJDb2xvciI6eyIkaWQiOiIxNTAwIiwiQSI6MTUzLCJSIjowLCJHIjowLCJCIjowfX0sIklzVmlzaWJsZSI6dHJ1ZSwiV2lkdGgiOjAuMCwiSGVpZ2h0IjowLjAsIkJvcmRlclN0eWxlIjpudWxsLCJQYXJlbnRTdHlsZSI6bnVsbH0sIk1hcmdpbiI6eyIkaWQiOiIxNTAxIiwiVG9wIjowLjAsIkxlZnQiOjAuMCwiUmlnaHQiOjAuMCwiQm90dG9tIjowLjB9LCJQYWRkaW5nIjp7IiRpZCI6IjE1MDIiLCJUb3AiOjAuMCwiTGVmdCI6MC4wLCJSaWdodCI6MC4wLCJCb3R0b20iOjAuMH0sIkJhY2tncm91bmQiOm51bGwsIklzVmlzaWJsZSI6dHJ1ZSwiV2lkdGgiOjAuMCwiSGVpZ2h0IjowLjAsIkJvcmRlclN0eWxlIjpudWxsLCJQYXJlbnRTdHlsZSI6bnVsbH0sIlNoYXBlU3R5bGUiOnsiJGlkIjoiMTUwMyIsIk1hcmdpbiI6eyIkaWQiOiIxNTA0IiwiVG9wIjowLjAsIkxlZnQiOjQuMCwiUmlnaHQiOjQuMCwiQm90dG9tIjowLjB9LCJQYWRkaW5nIjp7IiRpZCI6IjE1MDUiLCJUb3AiOjAuMCwiTGVmdCI6MC4wLCJSaWdodCI6MC4wLCJCb3R0b20iOjAuMH0sIkJhY2tncm91bmQiOnsiJGlkIjoiMTUwNiIsIkNvbG9yIjp7IiRpZCI6IjE1MDciLCJBIjoyNTUsIlIiOjIxLCJHIjo5NiwiQiI6MTMwfX0sIklzVmlzaWJsZSI6dHJ1ZSwiV2lkdGgiOjAuMCwiSGVpZ2h0IjoyNi4xMjM0NTYyNDE3NTM5LCJCb3JkZXJTdHlsZSI6eyIkaWQiOiIxNTA4IiwiTGluZUNvbG9yIjp7IiRpZCI6IjE1MDkiLCIkdHlwZSI6Ik5MUkUuQ29tbW9uLkRvbS5Tb2xpZENvbG9yQnJ1c2gsIE5MUkUuQ29tbW9uIiwiQ29sb3IiOnsiJGlkIjoiMTUxMCIsIkEiOjI1NSwiUiI6MjM0LCJHIjoyMiwiQiI6MzB9fSwiTGluZVdlaWdodCI6MC4wLCJMaW5lVHlwZSI6MCwiUGFyZW50U3R5bGUiOm51bGx9LCJQYXJlbnRTdHlsZSI6bnVsbH0sIlRpdGxlU3R5bGUiOnsiJGlkIjoiMTUxMSIsIkZvbnRTZXR0aW5ncyI6eyIkaWQiOiIxNTEyIiwiRm9udFNpemUiOjExLCJGb250TmFtZSI6IkNhbGlicmkiLCJJc0JvbGQiOmZhbHNlLCJJc0l0YWxpYyI6ZmFsc2UsIklzVW5kZXJsaW5lZCI6ZmFsc2UsIlBhcmVudFN0eWxlIjpudWxsfSwiQXV0b1NpemUiOjAsIkZvcmVncm91bmQiOnsiJGlkIjoiMTUxMyIsIkNvbG9yIjp7IiRpZCI6IjE1MTQ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UxNSIsIlRvcCI6MC4wLCJMZWZ0IjowLjAsIlJpZ2h0IjowLjAsIkJvdHRvbSI6MC4wfSwiUGFkZGluZyI6eyIkaWQiOiIxNTE2IiwiVG9wIjowLjAsIkxlZnQiOjAuMCwiUmlnaHQiOjAuMCwiQm90dG9tIjowLjB9LCJCYWNrZ3JvdW5kIjp7IiRpZCI6IjE1MTciLCJDb2xvciI6eyIkaWQiOiIxNTE4IiwiQSI6MCwiUiI6MjU1LCJHIjoyNTUsIkIiOjI1NX19LCJJc1Zpc2libGUiOnRydWUsIldpZHRoIjowLjAsIkhlaWdodCI6MC4wLCJCb3JkZXJTdHlsZSI6eyIkaWQiOiIxNTE5IiwiTGluZUNvbG9yIjpudWxsLCJMaW5lV2VpZ2h0IjowLjAsIkxpbmVUeXBlIjowLCJQYXJlbnRTdHlsZSI6bnVsbH0sIlBhcmVudFN0eWxlIjpudWxsfSwiRGF0ZVN0eWxlIjp7IiRpZCI6IjE1MjAiLCJGb250U2V0dGluZ3MiOnsiJGlkIjoiMTUyMSIsIkZvbnRTaXplIjoxMCwiRm9udE5hbWUiOiJDYWxpYnJpIiwiSXNCb2xkIjpmYWxzZSwiSXNJdGFsaWMiOmZhbHNlLCJJc1VuZGVybGluZWQiOmZhbHNlLCJQYXJlbnRTdHlsZSI6bnVsbH0sIkF1dG9TaXplIjowLCJGb3JlZ3JvdW5kIjp7IiRpZCI6IjE1MjIiLCJDb2xvciI6eyIkaWQiOiIxNTI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1MjQiLCJUb3AiOjAuMCwiTGVmdCI6MC4wLCJSaWdodCI6MC4wLCJCb3R0b20iOjAuMH0sIlBhZGRpbmciOnsiJGlkIjoiMTUyNSIsIlRvcCI6MC4wLCJMZWZ0IjowLjAsIlJpZ2h0IjowLjAsIkJvdHRvbSI6MC4wfSwiQmFja2dyb3VuZCI6eyIkaWQiOiIxNTI2IiwiQ29sb3IiOnsiJGlkIjoiMTUyNyIsIkEiOjAsIlIiOjI1NSwiRyI6MjU1LCJCIjoyNTV9fSwiSXNWaXNpYmxlIjp0cnVlLCJXaWR0aCI6MC4wLCJIZWlnaHQiOjAuMCwiQm9yZGVyU3R5bGUiOnsiJGlkIjoiMTUyOCIsIkxpbmVDb2xvciI6bnVsbCwiTGluZVdlaWdodCI6MC4wLCJMaW5lVHlwZSI6MCwiUGFyZW50U3R5bGUiOm51bGx9LCJQYXJlbnRTdHlsZSI6bnVsbH0sIkRhdGVGb3JtYXQiOnsiJGlkIjoiMTUy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MwIiwiRm9ybWF0IjowLCJJc1Zpc2libGUiOmZhbHNlLCJMYXN0S25vd25WaXNpYmlsaXR5U3RhdGUiOmZhbHNlfSwiSXNWaXNpYmxlIjp0cnVlLCJWYXJpYW5jZVN0eWxlIjp7IiRpZCI6IjE1MzEiLCJUZXh0U3R5bGUiOnsiJGlkIjoiMTUzMiIsIkZvbnRTZXR0aW5ncyI6eyIkaWQiOiIxNTMzIiwiRm9udFNpemUiOjEwLCJGb250TmFtZSI6IkNhbGlicmkiLCJJc0JvbGQiOmZhbHNlLCJJc0l0YWxpYyI6ZmFsc2UsIklzVW5kZXJsaW5lZCI6ZmFsc2UsIlBhcmVudFN0eWxlIjpudWxsfSwiQXV0b1NpemUiOjAsIkZvcmVncm91bmQiOnsiJGlkIjoiMTUzNCIsIkNvbG9yIjp7IiRpZCI6IjE1Mz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zNiIsIlRvcCI6MC4wLCJMZWZ0IjowLjAsIlJpZ2h0IjowLjAsIkJvdHRvbSI6MC4wfSwiUGFkZGluZyI6eyIkaWQiOiIxNTM3IiwiVG9wIjowLjAsIkxlZnQiOjAuMCwiUmlnaHQiOjAuMCwiQm90dG9tIjowLjB9LCJCYWNrZ3JvdW5kIjp7IiRpZCI6IjE1MzgiLCJDb2xvciI6eyIkaWQiOiIxNTM5IiwiQSI6MjU1LCJSIjowLCJHIjowLCJCIjowfX0sIklzVmlzaWJsZSI6dHJ1ZSwiV2lkdGgiOjAuMCwiSGVpZ2h0IjowLjAsIkJvcmRlclN0eWxlIjp7IiRpZCI6IjE1NDAiLCJMaW5lQ29sb3IiOm51bGwsIkxpbmVXZWlnaHQiOjAuMCwiTGluZVR5cGUiOjAsIlBhcmVudFN0eWxlIjpudWxsfSwiUGFyZW50U3R5bGUiOm51bGx9LCJQYXJlbnRTdHlsZSI6bnVsbH0sIlBhcmVudFN0eWxlIjpudWxsfSwiSW5kZXgiOjMsIlNtYXJ0RHVyYXRpb25BY3RpdmF0ZWQiOmZhbHNlLCJEYXRlRm9ybWF0Ijp7IiRyZWYiOiIxNTI5In0sIldlZWtOdW1iZXJpbmciOnsiJGlkIjoiMTU0MSIsIkZvcm1hdCI6MCwiSXNWaXNpYmxlIjpmYWxzZSwiTGFzdEtub3duVmlzaWJpbGl0eVN0YXRlIjpmYWxzZX0sIkJhc2VsaW5lRGF0YSI6eyIkaWQiOiIxNTQyIiwiU3RhcnREYXRlIjoiMjAyNi0wMS0wMlQwMDowMDowMCIsIkVuZERhdGUiOiIyMDI2LTAxLTI5VDIzOjU5OjAwIn0sIklkIjoiZWYzNjUwYTctYzVlMi00MzBmLTkwZTItN2M1NWNkMDdmMDYwIiwiSW1wb3J0SWQiOm51bGwsIlRpdGxlIjoiTGl0ZXJhdHVyZSBSZXZpZXcgKENoYXAgMikiLCJOb3RlIjpudWxsLCJIeXBlcmxpbmsiOnsiJGlkIjoiMTU0MyIsIkFkZHJlc3MiOiIiLCJTdWJBZGRyZXNzIjoiIn0sIklzQ2hhbmdlZCI6ZmFsc2UsIklzTmV3IjpmYWxzZX0seyIkaWQiOiIxNTQ0IiwiR3JvdXBOYW1lIjpudWxsLCJTdGFydERhdGUiOiIyMDI2LTAxLTMwVDAwOjAwOjAwWiIsIkVuZERhdGUiOiIyMDI2LTAyLTI2VDIzOjU5OjAwWiIsIlBlcmNlbnRhZ2VDb21wbGV0ZSI6bnVsbCwiU3R5bGUiOnsiJGlkIjoiMTU0NSIsIlNoYXBlIjozLCJTaGFwZVRoaWNrbmVzcyI6MywiRHVyYXRpb25Gb3JtYXQiOjAsIkluY2x1ZGVOb25Xb3JraW5nRGF5c0luRHVyYXRpb24iOmZhbHNlLCJQZXJjZW50YWdlQ29tcGxldGVTdHlsZSI6eyIkaWQiOiIxNTQ2IiwiRm9udFNldHRpbmdzIjp7IiRpZCI6IjE1NDciLCJGb250U2l6ZSI6MTAsIkZvbnROYW1lIjoiQ2FsaWJyaSIsIklzQm9sZCI6ZmFsc2UsIklzSXRhbGljIjpmYWxzZSwiSXNVbmRlcmxpbmVkIjpmYWxzZSwiUGFyZW50U3R5bGUiOm51bGx9LCJBdXRvU2l6ZSI6MCwiRm9yZWdyb3VuZCI6eyIkaWQiOiIxNTQ4IiwiQ29sb3IiOnsiJGlkIjoiMTU0O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TUwIiwiVG9wIjowLjAsIkxlZnQiOjAuMCwiUmlnaHQiOjAuMCwiQm90dG9tIjowLjB9LCJQYWRkaW5nIjp7IiRpZCI6IjE1NTEiLCJUb3AiOjAuMCwiTGVmdCI6MC4wLCJSaWdodCI6MC4wLCJCb3R0b20iOjAuMH0sIkJhY2tncm91bmQiOnsiJGlkIjoiMTU1MiIsIkNvbG9yIjp7IiRpZCI6IjE1NTMiLCJBIjo4OSwiUiI6MCwiRyI6MCwiQiI6MH19LCJJc1Zpc2libGUiOnRydWUsIldpZHRoIjowLjAsIkhlaWdodCI6MC4wLCJCb3JkZXJTdHlsZSI6eyIkaWQiOiIxNTU0IiwiTGluZUNvbG9yIjpudWxsLCJMaW5lV2VpZ2h0IjowLjAsIkxpbmVUeXBlIjowLCJQYXJlbnRTdHlsZSI6bnVsbH0sIlBhcmVudFN0eWxlIjpudWxsfSwiRHVyYXRpb25TdHlsZSI6eyIkaWQiOiIxNTU1IiwiRm9udFNldHRpbmdzIjp7IiRpZCI6IjE1NTYiLCJGb250U2l6ZSI6MTAsIkZvbnROYW1lIjoiQ2FsaWJyaSIsIklzQm9sZCI6ZmFsc2UsIklzSXRhbGljIjpmYWxzZSwiSXNVbmRlcmxpbmVkIjpmYWxzZSwiUGFyZW50U3R5bGUiOm51bGx9LCJBdXRvU2l6ZSI6MCwiRm9yZWdyb3VuZCI6eyIkaWQiOiIxNTU3IiwiQ29sb3IiOnsiJGlkIjoiMTU1OC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I1NSwiUiI6MjM3LCJHIjoxMjUsIkIiOjQ5fX0sIklzVmlzaWJsZSI6dHJ1ZSwiV2lkdGgiOjAuMCwiSGVpZ2h0IjowLjAsIkJvcmRlclN0eWxlIjp7IiRpZCI6IjE1NjMiLCJMaW5lQ29sb3IiOm51bGwsIkxpbmVXZWlnaHQiOjAuMCwiTGluZVR5cGUiOjAsIlBhcmVudFN0eWxlIjpudWxsfSwiUGFyZW50U3R5bGUiOm51bGx9LCJIb3Jpem9udGFsQ29ubmVjdG9yU3R5bGUiOnsiJGlkIjoiMTU2NCIsIkxpbmVDb2xvciI6eyIkaWQiOiIxNTY1IiwiJHR5cGUiOiJOTFJFLkNvbW1vbi5Eb20uU29saWRDb2xvckJydXNoLCBOTFJFLkNvbW1vbiIsIkNvbG9yIjp7IiRpZCI6IjE1NjYiLCJBIjo1MSwiUiI6MjEsIkciOjk2LCJCIjoxMzB9fSwiTGluZVdlaWdodCI6MS4wLCJMaW5lVHlwZSI6MCwiUGFyZW50U3R5bGUiOm51bGx9LCJWZXJ0aWNhbENvbm5lY3RvclN0eWxlIjp7IiRpZCI6IjE1NjciLCJMaW5lQ29sb3IiOnsiJGlkIjoiMTU2OCIsIiR0eXBlIjoiTkxSRS5Db21tb24uRG9tLlNvbGlkQ29sb3JCcnVzaCwgTkxSRS5Db21tb24iLCJDb2xvciI6eyIkaWQiOiIxNTY5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ZmFsc2UsIlBlcmNlbnRhZ2VDb21wbGV0ZVNoYXBlT3BhY2l0eSI6MzUsIkJhc2VsaW5lU3R5bGUiOnsiJGlkIjoiMTU3MCIsIlNoYXBlU3R5bGUiOnsiJGlkIjoiMTU3MSIsIk1hcmdpbiI6eyIkaWQiOiIxNTcyIiwiVG9wIjowLjAsIkxlZnQiOjAuMCwiUmlnaHQiOjAuMCwiQm90dG9tIjowLjB9LCJQYWRkaW5nIjp7IiRpZCI6IjE1NzMiLCJUb3AiOjAuMCwiTGVmdCI6MC4wLCJSaWdodCI6MC4wLCJCb3R0b20iOjAuMH0sIkJhY2tncm91bmQiOnsiJGlkIjoiMTU3NCIsIkNvbG9yIjp7IiRpZCI6IjE1NzUiLCJBIjoxNTMsIlIiOjAsIkciOjAsIkIiOjB9fSwiSXNWaXNpYmxlIjp0cnVlLCJXaWR0aCI6MC4wLCJIZWlnaHQiOjAuMCwiQm9yZGVyU3R5bGUiOm51bGwsIlBhcmVudFN0eWxlIjpudWxsfSwiTWFyZ2luIjp7IiRpZCI6IjE1NzYiLCJUb3AiOjAuMCwiTGVmdCI6MC4wLCJSaWdodCI6MC4wLCJCb3R0b20iOjAuMH0sIlBhZGRpbmciOnsiJGlkIjoiMTU3NyIsIlRvcCI6MC4wLCJMZWZ0IjowLjAsIlJpZ2h0IjowLjAsIkJvdHRvbSI6MC4wfSwiQmFja2dyb3VuZCI6bnVsbCwiSXNWaXNpYmxlIjp0cnVlLCJXaWR0aCI6MC4wLCJIZWlnaHQiOjAuMCwiQm9yZGVyU3R5bGUiOm51bGwsIlBhcmVudFN0eWxlIjpudWxsfSwiU2hhcGVTdHlsZSI6eyIkaWQiOiIxNTc4IiwiTWFyZ2luIjp7IiRpZCI6IjE1NzkiLCJUb3AiOjAuMCwiTGVmdCI6NC4wLCJSaWdodCI6NC4wLCJCb3R0b20iOjAuMH0sIlBhZGRpbmciOnsiJGlkIjoiMTU4MCIsIlRvcCI6MC4wLCJMZWZ0IjowLjAsIlJpZ2h0IjowLjAsIkJvdHRvbSI6MC4wfSwiQmFja2dyb3VuZCI6eyIkaWQiOiIxNTgxIiwiQ29sb3IiOnsiJGlkIjoiMTU4MiIsIkEiOjI1NSwiUiI6MjEsIkciOjk2LCJCIjoxMzB9fSwiSXNWaXNpYmxlIjp0cnVlLCJXaWR0aCI6MC4wLCJIZWlnaHQiOjE5Ljc1OTUwNTkyMzMzMTQ2LCJCb3JkZXJTdHlsZSI6eyIkaWQiOiIxNTgzIiwiTGluZUNvbG9yIjp7IiRpZCI6IjE1ODQiLCIkdHlwZSI6Ik5MUkUuQ29tbW9uLkRvbS5Tb2xpZENvbG9yQnJ1c2gsIE5MUkUuQ29tbW9uIiwiQ29sb3IiOnsiJGlkIjoiMTU4NSIsIkEiOjI1NSwiUiI6MjM0LCJHIjoyMiwiQiI6MzB9fSwiTGluZVdlaWdodCI6MC4wLCJMaW5lVHlwZSI6MCwiUGFyZW50U3R5bGUiOm51bGx9LCJQYXJlbnRTdHlsZSI6bnVsbH0sIlRpdGxlU3R5bGUiOnsiJGlkIjoiMTU4NiIsIkZvbnRTZXR0aW5ncyI6eyIkaWQiOiIxNTg3IiwiRm9udFNpemUiOjExLCJGb250TmFtZSI6IkNhbGlicmkiLCJJc0JvbGQiOmZhbHNlLCJJc0l0YWxpYyI6ZmFsc2UsIklzVW5kZXJsaW5lZCI6ZmFsc2UsIlBhcmVudFN0eWxlIjpudWxsfSwiQXV0b1NpemUiOjAsIkZvcmVncm91bmQiOnsiJGlkIjoiMTU4OCIsIkNvbG9yIjp7IiRpZCI6IjE1ODk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U5MCIsIlRvcCI6MC4wLCJMZWZ0IjowLjAsIlJpZ2h0IjowLjAsIkJvdHRvbSI6MC4wfSwiUGFkZGluZyI6eyIkaWQiOiIxNTkxIiwiVG9wIjowLjAsIkxlZnQiOjAuMCwiUmlnaHQiOjAuMCwiQm90dG9tIjowLjB9LCJCYWNrZ3JvdW5kIjp7IiRpZCI6IjE1OTIiLCJDb2xvciI6eyIkaWQiOiIxNTkzIiwiQSI6MCwiUiI6MjU1LCJHIjoyNTUsIkIiOjI1NX19LCJJc1Zpc2libGUiOnRydWUsIldpZHRoIjowLjAsIkhlaWdodCI6MC4wLCJCb3JkZXJTdHlsZSI6eyIkaWQiOiIxNTk0IiwiTGluZUNvbG9yIjpudWxsLCJMaW5lV2VpZ2h0IjowLjAsIkxpbmVUeXBlIjowLCJQYXJlbnRTdHlsZSI6bnVsbH0sIlBhcmVudFN0eWxlIjpudWxsfSwiRGF0ZVN0eWxlIjp7IiRpZCI6IjE1OTUiLCJGb250U2V0dGluZ3MiOnsiJGlkIjoiMTU5NiIsIkZvbnRTaXplIjoxMCwiRm9udE5hbWUiOiJDYWxpYnJpIiwiSXNCb2xkIjpmYWxzZSwiSXNJdGFsaWMiOmZhbHNlLCJJc1VuZGVybGluZWQiOmZhbHNlLCJQYXJlbnRTdHlsZSI6bnVsbH0sIkF1dG9TaXplIjowLCJGb3JlZ3JvdW5kIjp7IiRpZCI6IjE1OTciLCJDb2xvciI6eyIkaWQiOiIxNTk4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1OTkiLCJUb3AiOjAuMCwiTGVmdCI6MC4wLCJSaWdodCI6MC4wLCJCb3R0b20iOjAuMH0sIlBhZGRpbmciOnsiJGlkIjoiMTYwMCIsIlRvcCI6MC4wLCJMZWZ0IjowLjAsIlJpZ2h0IjowLjAsIkJvdHRvbSI6MC4wfSwiQmFja2dyb3VuZCI6eyIkaWQiOiIxNjAxIiwiQ29sb3IiOnsiJGlkIjoiMTYwMiIsIkEiOjAsIlIiOjI1NSwiRyI6MjU1LCJCIjoyNTV9fSwiSXNWaXNpYmxlIjp0cnVlLCJXaWR0aCI6MC4wLCJIZWlnaHQiOjAuMCwiQm9yZGVyU3R5bGUiOnsiJGlkIjoiMTYwMyIsIkxpbmVDb2xvciI6bnVsbCwiTGluZVdlaWdodCI6MC4wLCJMaW5lVHlwZSI6MCwiUGFyZW50U3R5bGUiOm51bGx9LCJQYXJlbnRTdHlsZSI6bnVsbH0sIkRhdGVGb3JtYXQiOnsiJGlkIjoiMTYw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A1IiwiRm9ybWF0IjowLCJJc1Zpc2libGUiOmZhbHNlLCJMYXN0S25vd25WaXNpYmlsaXR5U3RhdGUiOmZhbHNlfSwiSXNWaXNpYmxlIjp0cnVlLCJWYXJpYW5jZVN0eWxlIjp7IiRpZCI6IjE2MDYiLCJUZXh0U3R5bGUiOnsiJGlkIjoiMTYwNyIsIkZvbnRTZXR0aW5ncyI6eyIkaWQiOiIxNjA4IiwiRm9udFNpemUiOjEwLCJGb250TmFtZSI6IkNhbGlicmkiLCJJc0JvbGQiOmZhbHNlLCJJc0l0YWxpYyI6ZmFsc2UsIklzVW5kZXJsaW5lZCI6ZmFsc2UsIlBhcmVudFN0eWxlIjpudWxsfSwiQXV0b1NpemUiOjAsIkZvcmVncm91bmQiOnsiJGlkIjoiMTYwOSIsIkNvbG9yIjp7IiRpZCI6IjE2MT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YxMSIsIlRvcCI6MC4wLCJMZWZ0IjowLjAsIlJpZ2h0IjowLjAsIkJvdHRvbSI6MC4wfSwiUGFkZGluZyI6eyIkaWQiOiIxNjEyIiwiVG9wIjowLjAsIkxlZnQiOjAuMCwiUmlnaHQiOjAuMCwiQm90dG9tIjowLjB9LCJCYWNrZ3JvdW5kIjp7IiRpZCI6IjE2MTMiLCJDb2xvciI6eyIkaWQiOiIxNjE0IiwiQSI6MjU1LCJSIjowLCJHIjowLCJCIjowfX0sIklzVmlzaWJsZSI6dHJ1ZSwiV2lkdGgiOjAuMCwiSGVpZ2h0IjowLjAsIkJvcmRlclN0eWxlIjp7IiRpZCI6IjE2MTUiLCJMaW5lQ29sb3IiOm51bGwsIkxpbmVXZWlnaHQiOjAuMCwiTGluZVR5cGUiOjAsIlBhcmVudFN0eWxlIjpudWxsfSwiUGFyZW50U3R5bGUiOm51bGx9LCJQYXJlbnRTdHlsZSI6bnVsbH0sIlBhcmVudFN0eWxlIjpudWxsfSwiSW5kZXgiOjQsIlNtYXJ0RHVyYXRpb25BY3RpdmF0ZWQiOmZhbHNlLCJEYXRlRm9ybWF0Ijp7IiRyZWYiOiIxNjA0In0sIldlZWtOdW1iZXJpbmciOnsiJGlkIjoiMTYxNiIsIkZvcm1hdCI6MCwiSXNWaXNpYmxlIjpmYWxzZSwiTGFzdEtub3duVmlzaWJpbGl0eVN0YXRlIjpmYWxzZX0sIkJhc2VsaW5lRGF0YSI6eyIkaWQiOiIxNjE3IiwiU3RhcnREYXRlIjoiMjAyNi0wMS0zMFQwMDowMDowMCIsIkVuZERhdGUiOiIyMDI2LTAyLTI2VDIzOjU5OjAwIn0sIklkIjoiZDVhNWJiMjYtYzM4NS00NjFkLWJjYTUtNjEzZWI1NzA3MWJlIiwiSW1wb3J0SWQiOm51bGwsIlRpdGxlIjoiTWV0aG9kb2xvZ3kgKENoYXAgMykiLCJOb3RlIjpudWxsLCJIeXBlcmxpbmsiOnsiJGlkIjoiMTYxOCIsIkFkZHJlc3MiOiIiLCJTdWJBZGRyZXNzIjoiIn0sIklzQ2hhbmdlZCI6ZmFsc2UsIklzTmV3IjpmYWxzZX0seyIkaWQiOiIxNjE5IiwiR3JvdXBOYW1lIjpudWxsLCJTdGFydERhdGUiOiIyMDI2LTAyLTI3VDAwOjAwOjAwIiwiRW5kRGF0ZSI6IjIwMjYtMDMtMDZUMjM6NTk6MDAiLCJQZXJjZW50YWdlQ29tcGxldGUiOm51bGwsIlN0eWxlIjp7IiRpZCI6IjE2MjAiLCJTaGFwZSI6MywiU2hhcGVUaGlja25lc3MiOjMsIkR1cmF0aW9uRm9ybWF0IjowLCJJbmNsdWRlTm9uV29ya2luZ0RheXNJbkR1cmF0aW9uIjpmYWxzZSwiUGVyY2VudGFnZUNvbXBsZXRlU3R5bGUiOnsiJGlkIjoiMTYyMSIsIkZvbnRTZXR0aW5ncyI6eyIkaWQiOiIxNjIyIiwiRm9udFNpemUiOjEwLCJGb250TmFtZSI6IkNhbGlicmkiLCJJc0JvbGQiOmZhbHNlLCJJc0l0YWxpYyI6ZmFsc2UsIklzVW5kZXJsaW5lZCI6ZmFsc2UsIlBhcmVudFN0eWxlIjpudWxsfSwiQXV0b1NpemUiOjAsIkZvcmVncm91bmQiOnsiJGlkIjoiMTYyMyIsIkNvbG9yIjp7IiRpZCI6IjE2MjQ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YyNSIsIlRvcCI6MC4wLCJMZWZ0IjowLjAsIlJpZ2h0IjowLjAsIkJvdHRvbSI6MC4wfSwiUGFkZGluZyI6eyIkaWQiOiIxNjI2IiwiVG9wIjowLjAsIkxlZnQiOjAuMCwiUmlnaHQiOjAuMCwiQm90dG9tIjowLjB9LCJCYWNrZ3JvdW5kIjp7IiRpZCI6IjE2MjciLCJDb2xvciI6eyIkaWQiOiIxNjI4IiwiQSI6ODksIlIiOjAsIkciOjAsIkIiOjB9fSwiSXNWaXNpYmxlIjp0cnVlLCJXaWR0aCI6MC4wLCJIZWlnaHQiOjAuMCwiQm9yZGVyU3R5bGUiOnsiJGlkIjoiMTYyOSIsIkxpbmVDb2xvciI6bnVsbCwiTGluZVdlaWdodCI6MC4wLCJMaW5lVHlwZSI6MCwiUGFyZW50U3R5bGUiOm51bGx9LCJQYXJlbnRTdHlsZSI6bnVsbH0sIkR1cmF0aW9uU3R5bGUiOnsiJGlkIjoiMTYzMCIsIkZvbnRTZXR0aW5ncyI6eyIkaWQiOiIxNjMxIiwiRm9udFNpemUiOjEwLCJGb250TmFtZSI6IkNhbGlicmkiLCJJc0JvbGQiOmZhbHNlLCJJc0l0YWxpYyI6ZmFsc2UsIklzVW5kZXJsaW5lZCI6ZmFsc2UsIlBhcmVudFN0eWxlIjpudWxsfSwiQXV0b1NpemUiOjAsIkZvcmVncm91bmQiOnsiJGlkIjoiMTYzMiIsIkNvbG9yIjp7IiRpZCI6IjE2MzM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jM0IiwiVG9wIjowLjAsIkxlZnQiOjAuMCwiUmlnaHQiOjAuMCwiQm90dG9tIjowLjB9LCJQYWRkaW5nIjp7IiRpZCI6IjE2MzUiLCJUb3AiOjAuMCwiTGVmdCI6MC4wLCJSaWdodCI6MC4wLCJCb3R0b20iOjAuMH0sIkJhY2tncm91bmQiOnsiJGlkIjoiMTYzNiIsIkNvbG9yIjp7IiRpZCI6IjE2MzciLCJBIjoyNTUsIlIiOjIzNywiRyI6MTI1LCJCIjo0OX19LCJJc1Zpc2libGUiOnRydWUsIldpZHRoIjowLjAsIkhlaWdodCI6MC4wLCJCb3JkZXJTdHlsZSI6eyIkaWQiOiIxNjM4IiwiTGluZUNvbG9yIjpudWxsLCJMaW5lV2VpZ2h0IjowLjAsIkxpbmVUeXBlIjowLCJQYXJlbnRTdHlsZSI6bnVsbH0sIlBhcmVudFN0eWxlIjpudWxsfSwiSG9yaXpvbnRhbENvbm5lY3RvclN0eWxlIjp7IiRpZCI6IjE2MzkiLCJMaW5lQ29sb3IiOnsiJGlkIjoiMTY0MCIsIiR0eXBlIjoiTkxSRS5Db21tb24uRG9tLlNvbGlkQ29sb3JCcnVzaCwgTkxSRS5Db21tb24iLCJDb2xvciI6eyIkaWQiOiIxNjQxIiwiQSI6NTEsIlIiOjIxLCJHIjo5NiwiQiI6MTMwfX0sIkxpbmVXZWlnaHQiOjEuMCwiTGluZVR5cGUiOjAsIlBhcmVudFN0eWxlIjpudWxsfSwiVmVydGljYWxDb25uZWN0b3JTdHlsZSI6eyIkaWQiOiIxNjQyIiwiTGluZUNvbG9yIjp7IiRpZCI6IjE2NDMiLCIkdHlwZSI6Ik5MUkUuQ29tbW9uLkRvbS5Tb2xpZENvbG9yQnJ1c2gsIE5MUkUuQ29tbW9uIiwiQ29sb3IiOnsiJGlkIjoiMTY0NC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mZhbHNlLCJQZXJjZW50YWdlQ29tcGxldGVTaGFwZU9wYWNpdHkiOjM1LCJCYXNlbGluZVN0eWxlIjp7IiRpZCI6IjE2NDUiLCJTaGFwZVN0eWxlIjp7IiRpZCI6IjE2NDYiLCJNYXJnaW4iOnsiJGlkIjoiMTY0NyIsIlRvcCI6MC4wLCJMZWZ0IjowLjAsIlJpZ2h0IjowLjAsIkJvdHRvbSI6MC4wfSwiUGFkZGluZyI6eyIkaWQiOiIxNjQ4IiwiVG9wIjowLjAsIkxlZnQiOjAuMCwiUmlnaHQiOjAuMCwiQm90dG9tIjowLjB9LCJCYWNrZ3JvdW5kIjp7IiRpZCI6IjE2NDkiLCJDb2xvciI6eyIkaWQiOiIxNjUwIiwiQSI6MTUzLCJSIjowLCJHIjowLCJCIjowfX0sIklzVmlzaWJsZSI6dHJ1ZSwiV2lkdGgiOjAuMCwiSGVpZ2h0IjowLjAsIkJvcmRlclN0eWxlIjpudWxsLCJQYXJlbnRTdHlsZSI6bnVsbH0sIk1hcmdpbiI6eyIkaWQiOiIxNjUxIiwiVG9wIjowLjAsIkxlZnQiOjAuMCwiUmlnaHQiOjAuMCwiQm90dG9tIjowLjB9LCJQYWRkaW5nIjp7IiRpZCI6IjE2NTIiLCJUb3AiOjAuMCwiTGVmdCI6MC4wLCJSaWdodCI6MC4wLCJCb3R0b20iOjAuMH0sIkJhY2tncm91bmQiOm51bGwsIklzVmlzaWJsZSI6dHJ1ZSwiV2lkdGgiOjAuMCwiSGVpZ2h0IjowLjAsIkJvcmRlclN0eWxlIjpudWxsLCJQYXJlbnRTdHlsZSI6bnVsbH0sIlNoYXBlU3R5bGUiOnsiJGlkIjoiMTY1MyIsIk1hcmdpbiI6eyIkaWQiOiIxNjU0IiwiVG9wIjowLjAsIkxlZnQiOjQuMCwiUmlnaHQiOjQuMCwiQm90dG9tIjowLjB9LCJQYWRkaW5nIjp7IiRpZCI6IjE2NTUiLCJUb3AiOjAuMCwiTGVmdCI6MC4wLCJSaWdodCI6MC4wLCJCb3R0b20iOjAuMH0sIkJhY2tncm91bmQiOnsiJGlkIjoiMTY1NiIsIkNvbG9yIjp7IiRpZCI6IjE2NTciLCJBIjoyNTUsIlIiOjIxLCJHIjo5NiwiQiI6MTMwfX0sIklzVmlzaWJsZSI6dHJ1ZSwiV2lkdGgiOjAuMCwiSGVpZ2h0IjoyNC4xMTUwNjEyMzIxMjA4MDksIkJvcmRlclN0eWxlIjp7IiRpZCI6IjE2NTgiLCJMaW5lQ29sb3IiOnsiJGlkIjoiMTY1OSIsIiR0eXBlIjoiTkxSRS5Db21tb24uRG9tLlNvbGlkQ29sb3JCcnVzaCwgTkxSRS5Db21tb24iLCJDb2xvciI6eyIkaWQiOiIxNjYwIiwiQSI6MjU1LCJSIjoyMzQsIkciOjIyLCJCIjozMH19LCJMaW5lV2VpZ2h0IjowLjAsIkxpbmVUeXBlIjowLCJQYXJlbnRTdHlsZSI6bnVsbH0sIlBhcmVudFN0eWxlIjpudWxsfSwiVGl0bGVTdHlsZSI6eyIkaWQiOiIxNjYxIiwiRm9udFNldHRpbmdzIjp7IiRpZCI6IjE2NjIiLCJGb250U2l6ZSI6MTEsIkZvbnROYW1lIjoiQ2FsaWJyaSIsIklzQm9sZCI6ZmFsc2UsIklzSXRhbGljIjpmYWxzZSwiSXNVbmRlcmxpbmVkIjpmYWxzZSwiUGFyZW50U3R5bGUiOm51bGx9LCJBdXRvU2l6ZSI6MCwiRm9yZWdyb3VuZCI6eyIkaWQiOiIxNjYzIiwiQ29sb3IiOnsiJGlkIjoiMTY2N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NjY1IiwiVG9wIjowLjAsIkxlZnQiOjAuMCwiUmlnaHQiOjAuMCwiQm90dG9tIjowLjB9LCJQYWRkaW5nIjp7IiRpZCI6IjE2NjYiLCJUb3AiOjAuMCwiTGVmdCI6MC4wLCJSaWdodCI6MC4wLCJCb3R0b20iOjAuMH0sIkJhY2tncm91bmQiOnsiJGlkIjoiMTY2NyIsIkNvbG9yIjp7IiRpZCI6IjE2NjgiLCJBIjowLCJSIjoyNTUsIkciOjI1NSwiQiI6MjU1fX0sIklzVmlzaWJsZSI6dHJ1ZSwiV2lkdGgiOjAuMCwiSGVpZ2h0IjowLjAsIkJvcmRlclN0eWxlIjp7IiRpZCI6IjE2NjkiLCJMaW5lQ29sb3IiOm51bGwsIkxpbmVXZWlnaHQiOjAuMCwiTGluZVR5cGUiOjAsIlBhcmVudFN0eWxlIjpudWxsfSwiUGFyZW50U3R5bGUiOm51bGx9LCJEYXRlU3R5bGUiOnsiJGlkIjoiMTY3MCIsIkZvbnRTZXR0aW5ncyI6eyIkaWQiOiIxNjcxIiwiRm9udFNpemUiOjEwLCJGb250TmFtZSI6IkNhbGlicmkiLCJJc0JvbGQiOmZhbHNlLCJJc0l0YWxpYyI6ZmFsc2UsIklzVW5kZXJsaW5lZCI6ZmFsc2UsIlBhcmVudFN0eWxlIjpudWxsfSwiQXV0b1NpemUiOjAsIkZvcmVncm91bmQiOnsiJGlkIjoiMTY3MiIsIkNvbG9yIjp7IiRpZCI6IjE2Nz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Y3NCIsIlRvcCI6MC4wLCJMZWZ0IjowLjAsIlJpZ2h0IjowLjAsIkJvdHRvbSI6MC4wfSwiUGFkZGluZyI6eyIkaWQiOiIxNjc1IiwiVG9wIjowLjAsIkxlZnQiOjAuMCwiUmlnaHQiOjAuMCwiQm90dG9tIjowLjB9LCJCYWNrZ3JvdW5kIjp7IiRpZCI6IjE2NzYiLCJDb2xvciI6eyIkaWQiOiIxNjc3IiwiQSI6MCwiUiI6MjU1LCJHIjoyNTUsIkIiOjI1NX19LCJJc1Zpc2libGUiOnRydWUsIldpZHRoIjowLjAsIkhlaWdodCI6MC4wLCJCb3JkZXJTdHlsZSI6eyIkaWQiOiIxNjc4IiwiTGluZUNvbG9yIjpudWxsLCJMaW5lV2VpZ2h0IjowLjAsIkxpbmVUeXBlIjowLCJQYXJlbnRTdHlsZSI6bnVsbH0sIlBhcmVudFN0eWxlIjpudWxsfSwiRGF0ZUZvcm1hdCI6eyIkaWQiOiIxNj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ODAiLCJGb3JtYXQiOjAsIklzVmlzaWJsZSI6ZmFsc2UsIkxhc3RLbm93blZpc2liaWxpdHlTdGF0ZSI6ZmFsc2V9LCJJc1Zpc2libGUiOnRydWUsIlZhcmlhbmNlU3R5bGUiOnsiJGlkIjoiMTY4MSIsIlRleHRTdHlsZSI6eyIkaWQiOiIxNjgyIiwiRm9udFNldHRpbmdzIjp7IiRpZCI6IjE2ODMiLCJGb250U2l6ZSI6MTAsIkZvbnROYW1lIjoiQ2FsaWJyaSIsIklzQm9sZCI6ZmFsc2UsIklzSXRhbGljIjpmYWxzZSwiSXNVbmRlcmxpbmVkIjpmYWxzZSwiUGFyZW50U3R5bGUiOm51bGx9LCJBdXRvU2l6ZSI6MCwiRm9yZWdyb3VuZCI6eyIkaWQiOiIxNjg0IiwiQ29sb3IiOnsiJGlkIjoiMTY4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g2IiwiVG9wIjowLjAsIkxlZnQiOjAuMCwiUmlnaHQiOjAuMCwiQm90dG9tIjowLjB9LCJQYWRkaW5nIjp7IiRpZCI6IjE2ODciLCJUb3AiOjAuMCwiTGVmdCI6MC4wLCJSaWdodCI6MC4wLCJCb3R0b20iOjAuMH0sIkJhY2tncm91bmQiOnsiJGlkIjoiMTY4OCIsIkNvbG9yIjp7IiRpZCI6IjE2ODkiLCJBIjoyNTUsIlIiOjAsIkciOjAsIkIiOjB9fSwiSXNWaXNpYmxlIjp0cnVlLCJXaWR0aCI6MC4wLCJIZWlnaHQiOjAuMCwiQm9yZGVyU3R5bGUiOnsiJGlkIjoiMTY5MCIsIkxpbmVDb2xvciI6bnVsbCwiTGluZVdlaWdodCI6MC4wLCJMaW5lVHlwZSI6MCwiUGFyZW50U3R5bGUiOm51bGx9LCJQYXJlbnRTdHlsZSI6bnVsbH0sIlBhcmVudFN0eWxlIjpudWxsfSwiUGFyZW50U3R5bGUiOm51bGx9LCJJbmRleCI6NSwiU21hcnREdXJhdGlvbkFjdGl2YXRlZCI6ZmFsc2UsIkRhdGVGb3JtYXQiOnsiJHJlZiI6IjE2NzkifSwiV2Vla051bWJlcmluZyI6eyIkaWQiOiIxNjkxIiwiRm9ybWF0IjowLCJJc1Zpc2libGUiOmZhbHNlLCJMYXN0S25vd25WaXNpYmlsaXR5U3RhdGUiOmZhbHNlfSwiQmFzZWxpbmVEYXRhIjp7IiRpZCI6IjE2OTIiLCJTdGFydERhdGUiOiIyMDI2LTAyLTI3VDAwOjAwOjAwIiwiRW5kRGF0ZSI6IjIwMjYtMDMtMDZUMjM6NTk6MDAifSwiSWQiOiI1ZmRjMDkzNC05YWY4LTRlOTItOGE2OS1lOTRlYmNkNWUwMWMiLCJJbXBvcnRJZCI6bnVsbCwiVGl0bGUiOiJQcm9qZWN0IEEgUHJlc2VudGF0aW9uIiwiTm90ZSI6bnVsbCwiSHlwZXJsaW5rIjp7IiRpZCI6IjE2OTMiLCJBZGRyZXNzIjoiIiwiU3ViQWRkcmVzcyI6IiJ9LCJJc0NoYW5nZWQiOmZhbHNlLCJJc05ldyI6ZmFsc2V9LHsiJGlkIjoiMTY5NCIsIkdyb3VwTmFtZSI6bnVsbCwiU3RhcnREYXRlIjoiMjAyNi0wMy0wOVQwMDowMDowMCIsIkVuZERhdGUiOiIyMDI2LTA0LTEwVDIzOjU5OjAwWiIsIlBlcmNlbnRhZ2VDb21wbGV0ZSI6bnVsbCwiU3R5bGUiOnsiJGlkIjoiMTY5NSIsIlNoYXBlIjozLCJTaGFwZVRoaWNrbmVzcyI6MywiRHVyYXRpb25Gb3JtYXQiOjAsIkluY2x1ZGVOb25Xb3JraW5nRGF5c0luRHVyYXRpb24iOmZhbHNlLCJQZXJjZW50YWdlQ29tcGxldGVTdHlsZSI6eyIkaWQiOiIxNjk2IiwiRm9udFNldHRpbmdzIjp7IiRpZCI6IjE2OTciLCJGb250U2l6ZSI6MTAsIkZvbnROYW1lIjoiQ2FsaWJyaSIsIklzQm9sZCI6ZmFsc2UsIklzSXRhbGljIjpmYWxzZSwiSXNVbmRlcmxpbmVkIjpmYWxzZSwiUGFyZW50U3R5bGUiOm51bGx9LCJBdXRvU2l6ZSI6MCwiRm9yZWdyb3VuZCI6eyIkaWQiOiIxNjk4IiwiQ29sb3IiOnsiJGlkIjoiMTY5O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zAwIiwiVG9wIjowLjAsIkxlZnQiOjAuMCwiUmlnaHQiOjAuMCwiQm90dG9tIjowLjB9LCJQYWRkaW5nIjp7IiRpZCI6IjE3MDEiLCJUb3AiOjAuMCwiTGVmdCI6MC4wLCJSaWdodCI6MC4wLCJCb3R0b20iOjAuMH0sIkJhY2tncm91bmQiOnsiJGlkIjoiMTcwMiIsIkNvbG9yIjp7IiRpZCI6IjE3MDMiLCJBIjo4OSwiUiI6MCwiRyI6MCwiQiI6MH19LCJJc1Zpc2libGUiOnRydWUsIldpZHRoIjowLjAsIkhlaWdodCI6MC4wLCJCb3JkZXJTdHlsZSI6eyIkaWQiOiIxNzA0IiwiTGluZUNvbG9yIjpudWxsLCJMaW5lV2VpZ2h0IjowLjAsIkxpbmVUeXBlIjowLCJQYXJlbnRTdHlsZSI6bnVsbH0sIlBhcmVudFN0eWxlIjpudWxsfSwiRHVyYXRpb25TdHlsZSI6eyIkaWQiOiIxNzA1IiwiRm9udFNldHRpbmdzIjp7IiRpZCI6IjE3MDYiLCJGb250U2l6ZSI6MTAsIkZvbnROYW1lIjoiQ2FsaWJyaSIsIklzQm9sZCI6ZmFsc2UsIklzSXRhbGljIjpmYWxzZSwiSXNVbmRlcmxpbmVkIjpmYWxzZSwiUGFyZW50U3R5bGUiOm51bGx9LCJBdXRvU2l6ZSI6MCwiRm9yZWdyb3VuZCI6eyIkaWQiOiIxNzA3IiwiQ29sb3IiOnsiJGlkIjoiMTcwOC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3MDkiLCJUb3AiOjAuMCwiTGVmdCI6MC4wLCJSaWdodCI6MC4wLCJCb3R0b20iOjAuMH0sIlBhZGRpbmciOnsiJGlkIjoiMTcxMCIsIlRvcCI6MC4wLCJMZWZ0IjowLjAsIlJpZ2h0IjowLjAsIkJvdHRvbSI6MC4wfSwiQmFja2dyb3VuZCI6eyIkaWQiOiIxNzExIiwiQ29sb3IiOnsiJGlkIjoiMTcxMiIsIkEiOjI1NSwiUiI6MjM3LCJHIjoxMjUsIkIiOjQ5fX0sIklzVmlzaWJsZSI6dHJ1ZSwiV2lkdGgiOjAuMCwiSGVpZ2h0IjowLjAsIkJvcmRlclN0eWxlIjp7IiRpZCI6IjE3MTMiLCJMaW5lQ29sb3IiOm51bGwsIkxpbmVXZWlnaHQiOjAuMCwiTGluZVR5cGUiOjAsIlBhcmVudFN0eWxlIjpudWxsfSwiUGFyZW50U3R5bGUiOm51bGx9LCJIb3Jpem9udGFsQ29ubmVjdG9yU3R5bGUiOnsiJGlkIjoiMTcxNCIsIkxpbmVDb2xvciI6eyIkaWQiOiIxNzE1IiwiJHR5cGUiOiJOTFJFLkNvbW1vbi5Eb20uU29saWRDb2xvckJydXNoLCBOTFJFLkNvbW1vbiIsIkNvbG9yIjp7IiRpZCI6IjE3MTYiLCJBIjo1MSwiUiI6MjEsIkciOjk2LCJCIjoxMzB9fSwiTGluZVdlaWdodCI6MS4wLCJMaW5lVHlwZSI6MCwiUGFyZW50U3R5bGUiOm51bGx9LCJWZXJ0aWNhbENvbm5lY3RvclN0eWxlIjp7IiRpZCI6IjE3MTciLCJMaW5lQ29sb3IiOnsiJGlkIjoiMTcxOCIsIiR0eXBlIjoiTkxSRS5Db21tb24uRG9tLlNvbGlkQ29sb3JCcnVzaCwgTkxSRS5Db21tb24iLCJDb2xvciI6eyIkaWQiOiIxNzE5IiwiQSI6NTEsIlIiOjIxLCJHIjo5NiwiQiI6MTMw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ZmFsc2UsIlBlcmNlbnRhZ2VDb21wbGV0ZVNoYXBlT3BhY2l0eSI6MzUsIkJhc2VsaW5lU3R5bGUiOnsiJGlkIjoiMTcyMCIsIlNoYXBlU3R5bGUiOnsiJGlkIjoiMTcyMSIsIk1hcmdpbiI6eyIkaWQiOiIxNzIyIiwiVG9wIjowLjAsIkxlZnQiOjAuMCwiUmlnaHQiOjAuMCwiQm90dG9tIjowLjB9LCJQYWRkaW5nIjp7IiRpZCI6IjE3MjMiLCJUb3AiOjAuMCwiTGVmdCI6MC4wLCJSaWdodCI6MC4wLCJCb3R0b20iOjAuMH0sIkJhY2tncm91bmQiOnsiJGlkIjoiMTcyNCIsIkNvbG9yIjp7IiRpZCI6IjE3MjUiLCJBIjoxNTMsIlIiOjAsIkciOjAsIkIiOjB9fSwiSXNWaXNpYmxlIjp0cnVlLCJXaWR0aCI6MC4wLCJIZWlnaHQiOjAuMCwiQm9yZGVyU3R5bGUiOm51bGwsIlBhcmVudFN0eWxlIjpudWxsfSwiTWFyZ2luIjp7IiRpZCI6IjE3MjYiLCJUb3AiOjAuMCwiTGVmdCI6MC4wLCJSaWdodCI6MC4wLCJCb3R0b20iOjAuMH0sIlBhZGRpbmciOnsiJGlkIjoiMTcyNyIsIlRvcCI6MC4wLCJMZWZ0IjowLjAsIlJpZ2h0IjowLjAsIkJvdHRvbSI6MC4wfSwiQmFja2dyb3VuZCI6bnVsbCwiSXNWaXNpYmxlIjp0cnVlLCJXaWR0aCI6MC4wLCJIZWlnaHQiOjAuMCwiQm9yZGVyU3R5bGUiOm51bGwsIlBhcmVudFN0eWxlIjpudWxsfSwiU2hhcGVTdHlsZSI6eyIkaWQiOiIxNzI4IiwiTWFyZ2luIjp7IiRpZCI6IjE3MjkiLCJUb3AiOjAuMCwiTGVmdCI6NC4wLCJSaWdodCI6NC4wLCJCb3R0b20iOjAuMH0sIlBhZGRpbmciOnsiJGlkIjoiMTczMCIsIlRvcCI6MC4wLCJMZWZ0IjowLjAsIlJpZ2h0IjowLjAsIkJvdHRvbSI6MC4wfSwiQmFja2dyb3VuZCI6eyIkaWQiOiIxNzMxIiwiQ29sb3IiOnsiJGlkIjoiMTczMiIsIkEiOjI1NSwiUiI6MjEsIkciOjk2LCJCIjoxMzB9fSwiSXNWaXNpYmxlIjp0cnVlLCJXaWR0aCI6MC4wLCJIZWlnaHQiOjIzLjE3OTI1ODI1NTc0Mjc1MiwiQm9yZGVyU3R5bGUiOnsiJGlkIjoiMTczMyIsIkxpbmVDb2xvciI6eyIkaWQiOiIxNzM0IiwiJHR5cGUiOiJOTFJFLkNvbW1vbi5Eb20uU29saWRDb2xvckJydXNoLCBOTFJFLkNvbW1vbiIsIkNvbG9yIjp7IiRpZCI6IjE3MzUiLCJBIjoyNTUsIlIiOjIzNCwiRyI6MjIsIkIiOjMwfX0sIkxpbmVXZWlnaHQiOjAuMCwiTGluZVR5cGUiOjAsIlBhcmVudFN0eWxlIjpudWxsfSwiUGFyZW50U3R5bGUiOm51bGx9LCJUaXRsZVN0eWxlIjp7IiRpZCI6IjE3MzYiLCJGb250U2V0dGluZ3MiOnsiJGlkIjoiMTczNyIsIkZvbnRTaXplIjoxMSwiRm9udE5hbWUiOiJDYWxpYnJpIiwiSXNCb2xkIjpmYWxzZSwiSXNJdGFsaWMiOmZhbHNlLCJJc1VuZGVybGluZWQiOmZhbHNlLCJQYXJlbnRTdHlsZSI6bnVsbH0sIkF1dG9TaXplIjowLCJGb3JlZ3JvdW5kIjp7IiRpZCI6IjE3MzgiLCJDb2xvciI6eyIkaWQiOiIxNzM5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3NDAiLCJUb3AiOjAuMCwiTGVmdCI6MC4wLCJSaWdodCI6MC4wLCJCb3R0b20iOjAuMH0sIlBhZGRpbmciOnsiJGlkIjoiMTc0MSIsIlRvcCI6MC4wLCJMZWZ0IjowLjAsIlJpZ2h0IjowLjAsIkJvdHRvbSI6MC4wfSwiQmFja2dyb3VuZCI6eyIkaWQiOiIxNzQyIiwiQ29sb3IiOnsiJGlkIjoiMTc0MyIsIkEiOjAsIlIiOjI1NSwiRyI6MjU1LCJCIjoyNTV9fSwiSXNWaXNpYmxlIjp0cnVlLCJXaWR0aCI6MC4wLCJIZWlnaHQiOjAuMCwiQm9yZGVyU3R5bGUiOnsiJGlkIjoiMTc0NCIsIkxpbmVDb2xvciI6bnVsbCwiTGluZVdlaWdodCI6MC4wLCJMaW5lVHlwZSI6MCwiUGFyZW50U3R5bGUiOm51bGx9LCJQYXJlbnRTdHlsZSI6bnVsbH0sIkRhdGVTdHlsZSI6eyIkaWQiOiIxNzQ1IiwiRm9udFNldHRpbmdzIjp7IiRpZCI6IjE3NDYiLCJGb250U2l6ZSI6MTAsIkZvbnROYW1lIjoiQ2FsaWJyaSIsIklzQm9sZCI6ZmFsc2UsIklzSXRhbGljIjpmYWxzZSwiSXNVbmRlcmxpbmVkIjpmYWxzZSwiUGFyZW50U3R5bGUiOm51bGx9LCJBdXRvU2l6ZSI6MCwiRm9yZWdyb3VuZCI6eyIkaWQiOiIxNzQ3IiwiQ29sb3IiOnsiJGlkIjoiMTc0O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zQ5IiwiVG9wIjowLjAsIkxlZnQiOjAuMCwiUmlnaHQiOjAuMCwiQm90dG9tIjowLjB9LCJQYWRkaW5nIjp7IiRpZCI6IjE3NTAiLCJUb3AiOjAuMCwiTGVmdCI6MC4wLCJSaWdodCI6MC4wLCJCb3R0b20iOjAuMH0sIkJhY2tncm91bmQiOnsiJGlkIjoiMTc1MSIsIkNvbG9yIjp7IiRpZCI6IjE3NTIiLCJBIjowLCJSIjoyNTUsIkciOjI1NSwiQiI6MjU1fX0sIklzVmlzaWJsZSI6dHJ1ZSwiV2lkdGgiOjAuMCwiSGVpZ2h0IjowLjAsIkJvcmRlclN0eWxlIjp7IiRpZCI6IjE3NTMiLCJMaW5lQ29sb3IiOm51bGwsIkxpbmVXZWlnaHQiOjAuMCwiTGluZVR5cGUiOjAsIlBhcmVudFN0eWxlIjpudWxsfSwiUGFyZW50U3R5bGUiOm51bGx9LCJEYXRlRm9ybWF0Ijp7IiRpZCI6IjE3NT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c1NSIsIkZvcm1hdCI6MCwiSXNWaXNpYmxlIjpmYWxzZSwiTGFzdEtub3duVmlzaWJpbGl0eVN0YXRlIjpmYWxzZX0sIklzVmlzaWJsZSI6dHJ1ZSwiVmFyaWFuY2VTdHlsZSI6eyIkaWQiOiIxNzU2IiwiVGV4dFN0eWxlIjp7IiRpZCI6IjE3NTciLCJGb250U2V0dGluZ3MiOnsiJGlkIjoiMTc1OCIsIkZvbnRTaXplIjoxMCwiRm9udE5hbWUiOiJDYWxpYnJpIiwiSXNCb2xkIjpmYWxzZSwiSXNJdGFsaWMiOmZhbHNlLCJJc1VuZGVybGluZWQiOmZhbHNlLCJQYXJlbnRTdHlsZSI6bnVsbH0sIkF1dG9TaXplIjowLCJGb3JlZ3JvdW5kIjp7IiRpZCI6IjE3NTkiLCJDb2xvciI6eyIkaWQiOiIxNzY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3NjEiLCJUb3AiOjAuMCwiTGVmdCI6MC4wLCJSaWdodCI6MC4wLCJCb3R0b20iOjAuMH0sIlBhZGRpbmciOnsiJGlkIjoiMTc2MiIsIlRvcCI6MC4wLCJMZWZ0IjowLjAsIlJpZ2h0IjowLjAsIkJvdHRvbSI6MC4wfSwiQmFja2dyb3VuZCI6eyIkaWQiOiIxNzYzIiwiQ29sb3IiOnsiJGlkIjoiMTc2NCIsIkEiOjI1NSwiUiI6MCwiRyI6MCwiQiI6MH19LCJJc1Zpc2libGUiOnRydWUsIldpZHRoIjowLjAsIkhlaWdodCI6MC4wLCJCb3JkZXJTdHlsZSI6eyIkaWQiOiIxNzY1IiwiTGluZUNvbG9yIjpudWxsLCJMaW5lV2VpZ2h0IjowLjAsIkxpbmVUeXBlIjowLCJQYXJlbnRTdHlsZSI6bnVsbH0sIlBhcmVudFN0eWxlIjpudWxsfSwiUGFyZW50U3R5bGUiOm51bGx9LCJQYXJlbnRTdHlsZSI6bnVsbH0sIkluZGV4Ijo2LCJTbWFydER1cmF0aW9uQWN0aXZhdGVkIjpmYWxzZSwiRGF0ZUZvcm1hdCI6eyIkcmVmIjoiMTc1NCJ9LCJXZWVrTnVtYmVyaW5nIjp7IiRpZCI6IjE3NjYiLCJGb3JtYXQiOjAsIklzVmlzaWJsZSI6ZmFsc2UsIkxhc3RLbm93blZpc2liaWxpdHlTdGF0ZSI6ZmFsc2V9LCJCYXNlbGluZURhdGEiOnsiJGlkIjoiMTc2NyIsIlN0YXJ0RGF0ZSI6IjIwMjYtMDMtMDlUMDA6MDA6MDAiLCJFbmREYXRlIjoiMjAyNi0wNC0xMFQyMzo1OTowMCJ9LCJJZCI6IjI5OTUyZWRkLTA1MGMtNDMwMS1hNTkwLWY4MjRlYjdmNTVmMCIsIkltcG9ydElkIjpudWxsLCJUaXRsZSI6IlN5c3RlbSBBbmFseXNpcyIsIk5vdGUiOm51bGwsIkh5cGVybGluayI6eyIkaWQiOiIxNzY4IiwiQWRkcmVzcyI6IiIsIlN1YkFkZHJlc3MiOiIifSwiSXNDaGFuZ2VkIjpmYWxzZSwiSXNOZXciOmZhbHNlfSx7IiRpZCI6IjE3NjkiLCJHcm91cE5hbWUiOm51bGwsIlN0YXJ0RGF0ZSI6IjIwMjYtMDQtMTJUMDA6MDA6MDBaIiwiRW5kRGF0ZSI6IjIwMjYtMDctMDNUMjM6NTk6MDBaIiwiUGVyY2VudGFnZUNvbXBsZXRlIjpudWxsLCJTdHlsZSI6eyIkaWQiOiIxNzcwIiwiU2hhcGUiOjMsIlNoYXBlVGhpY2tuZXNzIjozLCJEdXJhdGlvbkZvcm1hdCI6MCwiSW5jbHVkZU5vbldvcmtpbmdEYXlzSW5EdXJhdGlvbiI6ZmFsc2UsIlBlcmNlbnRhZ2VDb21wbGV0ZVN0eWxlIjp7IiRpZCI6IjE3NzEiLCJGb250U2V0dGluZ3MiOnsiJGlkIjoiMTc3MiIsIkZvbnRTaXplIjoxMCwiRm9udE5hbWUiOiJDYWxpYnJpIiwiSXNCb2xkIjpmYWxzZSwiSXNJdGFsaWMiOmZhbHNlLCJJc1VuZGVybGluZWQiOmZhbHNlLCJQYXJlbnRTdHlsZSI6bnVsbH0sIkF1dG9TaXplIjowLCJGb3JlZ3JvdW5kIjp7IiRpZCI6IjE3NzMiLCJDb2xvciI6eyIkaWQiOiIxNzc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3NzUiLCJUb3AiOjAuMCwiTGVmdCI6MC4wLCJSaWdodCI6MC4wLCJCb3R0b20iOjAuMH0sIlBhZGRpbmciOnsiJGlkIjoiMTc3NiIsIlRvcCI6MC4wLCJMZWZ0IjowLjAsIlJpZ2h0IjowLjAsIkJvdHRvbSI6MC4wfSwiQmFja2dyb3VuZCI6eyIkaWQiOiIxNzc3IiwiQ29sb3IiOnsiJGlkIjoiMTc3OCIsIkEiOjg5LCJSIjowLCJHIjowLCJCIjowfX0sIklzVmlzaWJsZSI6dHJ1ZSwiV2lkdGgiOjAuMCwiSGVpZ2h0IjowLjAsIkJvcmRlclN0eWxlIjp7IiRpZCI6IjE3NzkiLCJMaW5lQ29sb3IiOm51bGwsIkxpbmVXZWlnaHQiOjAuMCwiTGluZVR5cGUiOjAsIlBhcmVudFN0eWxlIjpudWxsfSwiUGFyZW50U3R5bGUiOm51bGx9LCJEdXJhdGlvblN0eWxlIjp7IiRpZCI6IjE3ODAiLCJGb250U2V0dGluZ3MiOnsiJGlkIjoiMTc4MSIsIkZvbnRTaXplIjoxMCwiRm9udE5hbWUiOiJDYWxpYnJpIiwiSXNCb2xkIjpmYWxzZSwiSXNJdGFsaWMiOmZhbHNlLCJJc1VuZGVybGluZWQiOmZhbHNlLCJQYXJlbnRTdHlsZSI6bnVsbH0sIkF1dG9TaXplIjowLCJGb3JlZ3JvdW5kIjp7IiRpZCI6IjE3ODIiLCJDb2xvciI6eyIkaWQiOiIxNzg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c4NCIsIlRvcCI6MC4wLCJMZWZ0IjowLjAsIlJpZ2h0IjowLjAsIkJvdHRvbSI6MC4wfSwiUGFkZGluZyI6eyIkaWQiOiIxNzg1IiwiVG9wIjowLjAsIkxlZnQiOjAuMCwiUmlnaHQiOjAuMCwiQm90dG9tIjowLjB9LCJCYWNrZ3JvdW5kIjp7IiRpZCI6IjE3ODYiLCJDb2xvciI6eyIkaWQiOiIxNzg3IiwiQSI6MjU1LCJSIjoyMzcsIkciOjEyNSwiQiI6NDl9fSwiSXNWaXNpYmxlIjp0cnVlLCJXaWR0aCI6MC4wLCJIZWlnaHQiOjAuMCwiQm9yZGVyU3R5bGUiOnsiJGlkIjoiMTc4OCIsIkxpbmVDb2xvciI6bnVsbCwiTGluZVdlaWdodCI6MC4wLCJMaW5lVHlwZSI6MCwiUGFyZW50U3R5bGUiOm51bGx9LCJQYXJlbnRTdHlsZSI6bnVsbH0sIkhvcml6b250YWxDb25uZWN0b3JTdHlsZSI6eyIkaWQiOiIxNzg5IiwiTGluZUNvbG9yIjp7IiRpZCI6IjE3OTAiLCIkdHlwZSI6Ik5MUkUuQ29tbW9uLkRvbS5Tb2xpZENvbG9yQnJ1c2gsIE5MUkUuQ29tbW9uIiwiQ29sb3IiOnsiJGlkIjoiMTc5MSIsIkEiOjUxLCJSIjoyMSwiRyI6OTYsIkIiOjEzMH19LCJMaW5lV2VpZ2h0IjoxLjAsIkxpbmVUeXBlIjowLCJQYXJlbnRTdHlsZSI6bnVsbH0sIlZlcnRpY2FsQ29ubmVjdG9yU3R5bGUiOnsiJGlkIjoiMTc5MiIsIkxpbmVDb2xvciI6eyIkaWQiOiIxNzkzIiwiJHR5cGUiOiJOTFJFLkNvbW1vbi5Eb20uU29saWRDb2xvckJydXNoLCBOTFJFLkNvbW1vbiIsIkNvbG9yIjp7IiRpZCI6IjE3OTQ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mYWxzZSwiUGVyY2VudGFnZUNvbXBsZXRlU2hhcGVPcGFjaXR5IjozNSwiQmFzZWxpbmVTdHlsZSI6eyIkaWQiOiIxNzk1IiwiU2hhcGVTdHlsZSI6eyIkaWQiOiIxNzk2IiwiTWFyZ2luIjp7IiRpZCI6IjE3OTciLCJUb3AiOjAuMCwiTGVmdCI6MC4wLCJSaWdodCI6MC4wLCJCb3R0b20iOjAuMH0sIlBhZGRpbmciOnsiJGlkIjoiMTc5OCIsIlRvcCI6MC4wLCJMZWZ0IjowLjAsIlJpZ2h0IjowLjAsIkJvdHRvbSI6MC4wfSwiQmFja2dyb3VuZCI6eyIkaWQiOiIxNzk5IiwiQ29sb3IiOnsiJGlkIjoiMTgwMCIsIkEiOjE1MywiUiI6MCwiRyI6MCwiQiI6MH19LCJJc1Zpc2libGUiOnRydWUsIldpZHRoIjowLjAsIkhlaWdodCI6MC4wLCJCb3JkZXJTdHlsZSI6bnVsbCwiUGFyZW50U3R5bGUiOm51bGx9LCJNYXJnaW4iOnsiJGlkIjoiMTgwMSIsIlRvcCI6MC4wLCJMZWZ0IjowLjAsIlJpZ2h0IjowLjAsIkJvdHRvbSI6MC4wfSwiUGFkZGluZyI6eyIkaWQiOiIxODAyIiwiVG9wIjowLjAsIkxlZnQiOjAuMCwiUmlnaHQiOjAuMCwiQm90dG9tIjowLjB9LCJCYWNrZ3JvdW5kIjpudWxsLCJJc1Zpc2libGUiOnRydWUsIldpZHRoIjowLjAsIkhlaWdodCI6MC4wLCJCb3JkZXJTdHlsZSI6bnVsbCwiUGFyZW50U3R5bGUiOm51bGx9LCJTaGFwZVN0eWxlIjp7IiRpZCI6IjE4MDMiLCJNYXJnaW4iOnsiJGlkIjoiMTgwNCIsIlRvcCI6MC4wLCJMZWZ0Ijo0LjAsIlJpZ2h0Ijo0LjAsIkJvdHRvbSI6MC4wfSwiUGFkZGluZyI6eyIkaWQiOiIxODA1IiwiVG9wIjowLjAsIkxlZnQiOjAuMCwiUmlnaHQiOjAuMCwiQm90dG9tIjowLjB9LCJCYWNrZ3JvdW5kIjp7IiRpZCI6IjE4MDYiLCJDb2xvciI6eyIkaWQiOiIxODA3IiwiQSI6MjU1LCJSIjoyMSwiRyI6OTYsIkIiOjEzMH19LCJJc1Zpc2libGUiOnRydWUsIldpZHRoIjowLjAsIkhlaWdodCI6MjMuMDM1NTU0NzkwNTgxMzMsIkJvcmRlclN0eWxlIjp7IiRpZCI6IjE4MDgiLCJMaW5lQ29sb3IiOnsiJGlkIjoiMTgwOSIsIiR0eXBlIjoiTkxSRS5Db21tb24uRG9tLlNvbGlkQ29sb3JCcnVzaCwgTkxSRS5Db21tb24iLCJDb2xvciI6eyIkaWQiOiIxODEwIiwiQSI6MjU1LCJSIjoyMzQsIkciOjIyLCJCIjozMH19LCJMaW5lV2VpZ2h0IjowLjAsIkxpbmVUeXBlIjowLCJQYXJlbnRTdHlsZSI6bnVsbH0sIlBhcmVudFN0eWxlIjpudWxsfSwiVGl0bGVTdHlsZSI6eyIkaWQiOiIxODExIiwiRm9udFNldHRpbmdzIjp7IiRpZCI6IjE4MTIiLCJGb250U2l6ZSI6MTEsIkZvbnROYW1lIjoiQ2FsaWJyaSIsIklzQm9sZCI6ZmFsc2UsIklzSXRhbGljIjpmYWxzZSwiSXNVbmRlcmxpbmVkIjpmYWxzZSwiUGFyZW50U3R5bGUiOm51bGx9LCJBdXRvU2l6ZSI6MCwiRm9yZWdyb3VuZCI6eyIkaWQiOiIxODEzIiwiQ29sb3IiOnsiJGlkIjoiMTgxNC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ODE1IiwiVG9wIjowLjAsIkxlZnQiOjAuMCwiUmlnaHQiOjAuMCwiQm90dG9tIjowLjB9LCJQYWRkaW5nIjp7IiRpZCI6IjE4MTYiLCJUb3AiOjAuMCwiTGVmdCI6MC4wLCJSaWdodCI6MC4wLCJCb3R0b20iOjAuMH0sIkJhY2tncm91bmQiOnsiJGlkIjoiMTgxNyIsIkNvbG9yIjp7IiRpZCI6IjE4MTgiLCJBIjowLCJSIjoyNTUsIkciOjI1NSwiQiI6MjU1fX0sIklzVmlzaWJsZSI6dHJ1ZSwiV2lkdGgiOjAuMCwiSGVpZ2h0IjowLjAsIkJvcmRlclN0eWxlIjp7IiRpZCI6IjE4MTkiLCJMaW5lQ29sb3IiOm51bGwsIkxpbmVXZWlnaHQiOjAuMCwiTGluZVR5cGUiOjAsIlBhcmVudFN0eWxlIjpudWxsfSwiUGFyZW50U3R5bGUiOm51bGx9LCJEYXRlU3R5bGUiOnsiJGlkIjoiMTgyMCIsIkZvbnRTZXR0aW5ncyI6eyIkaWQiOiIxODIxIiwiRm9udFNpemUiOjEwLCJGb250TmFtZSI6IkNhbGlicmkiLCJJc0JvbGQiOmZhbHNlLCJJc0l0YWxpYyI6ZmFsc2UsIklzVW5kZXJsaW5lZCI6ZmFsc2UsIlBhcmVudFN0eWxlIjpudWxsfSwiQXV0b1NpemUiOjAsIkZvcmVncm91bmQiOnsiJGlkIjoiMTgyMiIsIkNvbG9yIjp7IiRpZCI6IjE4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gyNCIsIlRvcCI6MC4wLCJMZWZ0IjowLjAsIlJpZ2h0IjowLjAsIkJvdHRvbSI6MC4wfSwiUGFkZGluZyI6eyIkaWQiOiIxODI1IiwiVG9wIjowLjAsIkxlZnQiOjAuMCwiUmlnaHQiOjAuMCwiQm90dG9tIjowLjB9LCJCYWNrZ3JvdW5kIjp7IiRpZCI6IjE4MjYiLCJDb2xvciI6eyIkaWQiOiIxODI3IiwiQSI6MCwiUiI6MjU1LCJHIjoyNTUsIkIiOjI1NX19LCJJc1Zpc2libGUiOnRydWUsIldpZHRoIjowLjAsIkhlaWdodCI6MC4wLCJCb3JkZXJTdHlsZSI6eyIkaWQiOiIxODI4IiwiTGluZUNvbG9yIjpudWxsLCJMaW5lV2VpZ2h0IjowLjAsIkxpbmVUeXBlIjowLCJQYXJlbnRTdHlsZSI6bnVsbH0sIlBhcmVudFN0eWxlIjpudWxsfSwiRGF0ZUZvcm1hdCI6eyIkaWQiOiIxOD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AiLCJGb3JtYXQiOjAsIklzVmlzaWJsZSI6ZmFsc2UsIkxhc3RLbm93blZpc2liaWxpdHlTdGF0ZSI6ZmFsc2V9LCJJc1Zpc2libGUiOnRydWUsIlZhcmlhbmNlU3R5bGUiOnsiJGlkIjoiMTgzMSIsIlRleHRTdHlsZSI6eyIkaWQiOiIxODMyIiwiRm9udFNldHRpbmdzIjp7IiRpZCI6IjE4MzMiLCJGb250U2l6ZSI6MTAsIkZvbnROYW1lIjoiQ2FsaWJyaSIsIklzQm9sZCI6ZmFsc2UsIklzSXRhbGljIjpmYWxzZSwiSXNVbmRlcmxpbmVkIjpmYWxzZSwiUGFyZW50U3R5bGUiOm51bGx9LCJBdXRvU2l6ZSI6MCwiRm9yZWdyb3VuZCI6eyIkaWQiOiIxODM0IiwiQ29sb3IiOnsiJGlkIjoiMTgz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DM2IiwiVG9wIjowLjAsIkxlZnQiOjAuMCwiUmlnaHQiOjAuMCwiQm90dG9tIjowLjB9LCJQYWRkaW5nIjp7IiRpZCI6IjE4MzciLCJUb3AiOjAuMCwiTGVmdCI6MC4wLCJSaWdodCI6MC4wLCJCb3R0b20iOjAuMH0sIkJhY2tncm91bmQiOnsiJGlkIjoiMTgzOCIsIkNvbG9yIjp7IiRpZCI6IjE4MzkiLCJBIjoyNTUsIlIiOjAsIkciOjAsIkIiOjB9fSwiSXNWaXNpYmxlIjp0cnVlLCJXaWR0aCI6MC4wLCJIZWlnaHQiOjAuMCwiQm9yZGVyU3R5bGUiOnsiJGlkIjoiMTg0MCIsIkxpbmVDb2xvciI6bnVsbCwiTGluZVdlaWdodCI6MC4wLCJMaW5lVHlwZSI6MCwiUGFyZW50U3R5bGUiOm51bGx9LCJQYXJlbnRTdHlsZSI6bnVsbH0sIlBhcmVudFN0eWxlIjpudWxsfSwiUGFyZW50U3R5bGUiOm51bGx9LCJJbmRleCI6NywiU21hcnREdXJhdGlvbkFjdGl2YXRlZCI6ZmFsc2UsIkRhdGVGb3JtYXQiOnsiJHJlZiI6IjE4MjkifSwiV2Vla051bWJlcmluZyI6eyIkaWQiOiIxODQxIiwiRm9ybWF0IjowLCJJc1Zpc2libGUiOmZhbHNlLCJMYXN0S25vd25WaXNpYmlsaXR5U3RhdGUiOmZhbHNlfSwiQmFzZWxpbmVEYXRhIjp7IiRpZCI6IjE4NDIiLCJTdGFydERhdGUiOiIyMDI2LTA0LTEyVDAwOjAwOjAwIiwiRW5kRGF0ZSI6IjIwMjYtMDctMDNUMjM6NTk6MDAifSwiSWQiOiJkODdmY2RjYi03MTczLTQ2MDAtYWQxNC0zNDE3MGI3ZjMyMmIiLCJJbXBvcnRJZCI6bnVsbCwiVGl0bGUiOiJTeXN0ZW0gQ29kaW5nIiwiTm90ZSI6bnVsbCwiSHlwZXJsaW5rIjp7IiRpZCI6IjE4NDMiLCJBZGRyZXNzIjoiIiwiU3ViQWRkcmVzcyI6IiJ9LCJJc0NoYW5nZWQiOmZhbHNlLCJJc05ldyI6ZmFsc2V9LHsiJGlkIjoiMTg0NCIsIkdyb3VwTmFtZSI6bnVsbCwiU3RhcnREYXRlIjoiMjAyNi0wNy0wNVQwMDowMDowMFoiLCJFbmREYXRlIjoiMjAyNi0wNy0yNFQyMzo1OTowMFoiLCJQZXJjZW50YWdlQ29tcGxldGUiOm51bGwsIlN0eWxlIjp7IiRpZCI6IjE4NDUiLCJTaGFwZSI6MywiU2hhcGVUaGlja25lc3MiOjMsIkR1cmF0aW9uRm9ybWF0IjowLCJJbmNsdWRlTm9uV29ya2luZ0RheXNJbkR1cmF0aW9uIjpmYWxzZSwiUGVyY2VudGFnZUNvbXBsZXRlU3R5bGUiOnsiJGlkIjoiMTg0NiIsIkZvbnRTZXR0aW5ncyI6eyIkaWQiOiIxODQ3IiwiRm9udFNpemUiOjEwLCJGb250TmFtZSI6IkNhbGlicmkiLCJJc0JvbGQiOmZhbHNlLCJJc0l0YWxpYyI6ZmFsc2UsIklzVW5kZXJsaW5lZCI6ZmFsc2UsIlBhcmVudFN0eWxlIjpudWxsfSwiQXV0b1NpemUiOjAsIkZvcmVncm91bmQiOnsiJGlkIjoiMTg0OCIsIkNvbG9yIjp7IiRpZCI6IjE4NDk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g1MCIsIlRvcCI6MC4wLCJMZWZ0IjowLjAsIlJpZ2h0IjowLjAsIkJvdHRvbSI6MC4wfSwiUGFkZGluZyI6eyIkaWQiOiIxODUxIiwiVG9wIjowLjAsIkxlZnQiOjAuMCwiUmlnaHQiOjAuMCwiQm90dG9tIjowLjB9LCJCYWNrZ3JvdW5kIjp7IiRpZCI6IjE4NTIiLCJDb2xvciI6eyIkaWQiOiIxODUzIiwiQSI6ODksIlIiOjAsIkciOjAsIkIiOjB9fSwiSXNWaXNpYmxlIjp0cnVlLCJXaWR0aCI6MC4wLCJIZWlnaHQiOjAuMCwiQm9yZGVyU3R5bGUiOnsiJGlkIjoiMTg1NCIsIkxpbmVDb2xvciI6bnVsbCwiTGluZVdlaWdodCI6MC4wLCJMaW5lVHlwZSI6MCwiUGFyZW50U3R5bGUiOm51bGx9LCJQYXJlbnRTdHlsZSI6bnVsbH0sIkR1cmF0aW9uU3R5bGUiOnsiJGlkIjoiMTg1NSIsIkZvbnRTZXR0aW5ncyI6eyIkaWQiOiIxODU2IiwiRm9udFNpemUiOjEwLCJGb250TmFtZSI6IkNhbGlicmkiLCJJc0JvbGQiOmZhbHNlLCJJc0l0YWxpYyI6ZmFsc2UsIklzVW5kZXJsaW5lZCI6ZmFsc2UsIlBhcmVudFN0eWxlIjpudWxsfSwiQXV0b1NpemUiOjAsIkZvcmVncm91bmQiOnsiJGlkIjoiMTg1NyIsIkNvbG9yIjp7IiRpZCI6IjE4NTg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DU5IiwiVG9wIjowLjAsIkxlZnQiOjAuMCwiUmlnaHQiOjAuMCwiQm90dG9tIjowLjB9LCJQYWRkaW5nIjp7IiRpZCI6IjE4NjAiLCJUb3AiOjAuMCwiTGVmdCI6MC4wLCJSaWdodCI6MC4wLCJCb3R0b20iOjAuMH0sIkJhY2tncm91bmQiOnsiJGlkIjoiMTg2MSIsIkNvbG9yIjp7IiRpZCI6IjE4NjIiLCJBIjoyNTUsIlIiOjIzNywiRyI6MTI1LCJCIjo0OX19LCJJc1Zpc2libGUiOnRydWUsIldpZHRoIjowLjAsIkhlaWdodCI6MC4wLCJCb3JkZXJTdHlsZSI6eyIkaWQiOiIxODYzIiwiTGluZUNvbG9yIjpudWxsLCJMaW5lV2VpZ2h0IjowLjAsIkxpbmVUeXBlIjowLCJQYXJlbnRTdHlsZSI6bnVsbH0sIlBhcmVudFN0eWxlIjpudWxsfSwiSG9yaXpvbnRhbENvbm5lY3RvclN0eWxlIjp7IiRpZCI6IjE4NjQiLCJMaW5lQ29sb3IiOnsiJGlkIjoiMTg2NSIsIiR0eXBlIjoiTkxSRS5Db21tb24uRG9tLlNvbGlkQ29sb3JCcnVzaCwgTkxSRS5Db21tb24iLCJDb2xvciI6eyIkaWQiOiIxODY2IiwiQSI6NTEsIlIiOjIxLCJHIjo5NiwiQiI6MTMwfX0sIkxpbmVXZWlnaHQiOjEuMCwiTGluZVR5cGUiOjAsIlBhcmVudFN0eWxlIjpudWxsfSwiVmVydGljYWxDb25uZWN0b3JTdHlsZSI6eyIkaWQiOiIxODY3IiwiTGluZUNvbG9yIjp7IiRpZCI6IjE4NjgiLCIkdHlwZSI6Ik5MUkUuQ29tbW9uLkRvbS5Tb2xpZENvbG9yQnJ1c2gsIE5MUkUuQ29tbW9uIiwiQ29sb3IiOnsiJGlkIjoiMTg2OSIsIkEiOjUxLCJSIjoyMSwiRyI6OTYsIkIiOjEzMH19LCJMaW5lV2VpZ2h0IjowLjAsIkxpbmVUeXBlIjowLCJQYXJlbnRTdHlsZSI6bnVsbH0sIk1hcmdpbiI6bnVsbCwiU3RhcnREYXRlUG9zaXRpb24iOjQsIkVuZERhdGVQb3NpdGlvbiI6NCwiRGF0ZUlzVmlzaWJsZSI6dHJ1ZSwiVGl0bGVQb3NpdGlvbiI6MywiRHVyYXRpb25Qb3NpdGlvbiI6NiwiUGVyY2VudGFnZUNvbXBsZXRlZFBvc2l0aW9uIjoyLCJWYXJpYW5jZVBvc2l0aW9uIjo2LCJTcGFjaW5nIjozLCJJc0JlbG93VGltZWJhbmQiOmZhbHNlLCJQZXJjZW50YWdlQ29tcGxldGVTaGFwZU9wYWNpdHkiOjM1LCJCYXNlbGluZVN0eWxlIjp7IiRpZCI6IjE4NzAiLCJTaGFwZVN0eWxlIjp7IiRpZCI6IjE4NzEiLCJNYXJnaW4iOnsiJGlkIjoiMTg3MiIsIlRvcCI6MC4wLCJMZWZ0IjowLjAsIlJpZ2h0IjowLjAsIkJvdHRvbSI6MC4wfSwiUGFkZGluZyI6eyIkaWQiOiIxODczIiwiVG9wIjowLjAsIkxlZnQiOjAuMCwiUmlnaHQiOjAuMCwiQm90dG9tIjowLjB9LCJCYWNrZ3JvdW5kIjp7IiRpZCI6IjE4NzQiLCJDb2xvciI6eyIkaWQiOiIxODc1IiwiQSI6MTUzLCJSIjowLCJHIjowLCJCIjowfX0sIklzVmlzaWJsZSI6dHJ1ZSwiV2lkdGgiOjAuMCwiSGVpZ2h0IjowLjAsIkJvcmRlclN0eWxlIjpudWxsLCJQYXJlbnRTdHlsZSI6bnVsbH0sIk1hcmdpbiI6eyIkaWQiOiIxODc2IiwiVG9wIjowLjAsIkxlZnQiOjAuMCwiUmlnaHQiOjAuMCwiQm90dG9tIjowLjB9LCJQYWRkaW5nIjp7IiRpZCI6IjE4NzciLCJUb3AiOjAuMCwiTGVmdCI6MC4wLCJSaWdodCI6MC4wLCJCb3R0b20iOjAuMH0sIkJhY2tncm91bmQiOm51bGwsIklzVmlzaWJsZSI6dHJ1ZSwiV2lkdGgiOjAuMCwiSGVpZ2h0IjowLjAsIkJvcmRlclN0eWxlIjpudWxsLCJQYXJlbnRTdHlsZSI6bnVsbH0sIlNoYXBlU3R5bGUiOnsiJGlkIjoiMTg3OCIsIk1hcmdpbiI6eyIkaWQiOiIxODc5IiwiVG9wIjowLjAsIkxlZnQiOjQuMCwiUmlnaHQiOjQuMCwiQm90dG9tIjowLjB9LCJQYWRkaW5nIjp7IiRpZCI6IjE4ODAiLCJUb3AiOjAuMCwiTGVmdCI6MC4wLCJSaWdodCI6MC4wLCJCb3R0b20iOjAuMH0sIkJhY2tncm91bmQiOnsiJGlkIjoiMTg4MSIsIkNvbG9yIjp7IiRpZCI6IjE4ODIiLCJBIjoyNTUsIlIiOjIxLCJHIjo5NiwiQiI6MTMwfX0sIklzVmlzaWJsZSI6dHJ1ZSwiV2lkdGgiOjAuMCwiSGVpZ2h0IjoyMS4xNDA3NDA0MTE3MTk0MzUsIkJvcmRlclN0eWxlIjp7IiRpZCI6IjE4ODMiLCJMaW5lQ29sb3IiOnsiJGlkIjoiMTg4NCIsIiR0eXBlIjoiTkxSRS5Db21tb24uRG9tLlNvbGlkQ29sb3JCcnVzaCwgTkxSRS5Db21tb24iLCJDb2xvciI6eyIkaWQiOiIxODg1IiwiQSI6MjU1LCJSIjoyMzQsIkciOjIyLCJCIjozMH19LCJMaW5lV2VpZ2h0IjowLjAsIkxpbmVUeXBlIjowLCJQYXJlbnRTdHlsZSI6bnVsbH0sIlBhcmVudFN0eWxlIjpudWxsfSwiVGl0bGVTdHlsZSI6eyIkaWQiOiIxODg2IiwiRm9udFNldHRpbmdzIjp7IiRpZCI6IjE4ODciLCJGb250U2l6ZSI6MTEsIkZvbnROYW1lIjoiQ2FsaWJyaSIsIklzQm9sZCI6ZmFsc2UsIklzSXRhbGljIjpmYWxzZSwiSXNVbmRlcmxpbmVkIjpmYWxzZSwiUGFyZW50U3R5bGUiOm51bGx9LCJBdXRvU2l6ZSI6MCwiRm9yZWdyb3VuZCI6eyIkaWQiOiIxODg4IiwiQ29sb3IiOnsiJGlkIjoiMTg4O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ODkwIiwiVG9wIjowLjAsIkxlZnQiOjAuMCwiUmlnaHQiOjAuMCwiQm90dG9tIjowLjB9LCJQYWRkaW5nIjp7IiRpZCI6IjE4OTEiLCJUb3AiOjAuMCwiTGVmdCI6MC4wLCJSaWdodCI6MC4wLCJCb3R0b20iOjAuMH0sIkJhY2tncm91bmQiOnsiJGlkIjoiMTg5MiIsIkNvbG9yIjp7IiRpZCI6IjE4OTMiLCJBIjowLCJSIjoyNTUsIkciOjI1NSwiQiI6MjU1fX0sIklzVmlzaWJsZSI6dHJ1ZSwiV2lkdGgiOjAuMCwiSGVpZ2h0IjowLjAsIkJvcmRlclN0eWxlIjp7IiRpZCI6IjE4OTQiLCJMaW5lQ29sb3IiOm51bGwsIkxpbmVXZWlnaHQiOjAuMCwiTGluZVR5cGUiOjAsIlBhcmVudFN0eWxlIjpudWxsfSwiUGFyZW50U3R5bGUiOm51bGx9LCJEYXRlU3R5bGUiOnsiJGlkIjoiMTg5NSIsIkZvbnRTZXR0aW5ncyI6eyIkaWQiOiIxODk2IiwiRm9udFNpemUiOjEwLCJGb250TmFtZSI6IkNhbGlicmkiLCJJc0JvbGQiOmZhbHNlLCJJc0l0YWxpYyI6ZmFsc2UsIklzVW5kZXJsaW5lZCI6ZmFsc2UsIlBhcmVudFN0eWxlIjpudWxsfSwiQXV0b1NpemUiOjAsIkZvcmVncm91bmQiOnsiJGlkIjoiMTg5NyIsIkNvbG9yIjp7IiRpZCI6IjE4OTg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g5OSIsIlRvcCI6MC4wLCJMZWZ0IjowLjAsIlJpZ2h0IjowLjAsIkJvdHRvbSI6MC4wfSwiUGFkZGluZyI6eyIkaWQiOiIxOTAwIiwiVG9wIjowLjAsIkxlZnQiOjAuMCwiUmlnaHQiOjAuMCwiQm90dG9tIjowLjB9LCJCYWNrZ3JvdW5kIjp7IiRpZCI6IjE5MDEiLCJDb2xvciI6eyIkaWQiOiIxOTAyIiwiQSI6MCwiUiI6MjU1LCJHIjoyNTUsIkIiOjI1NX19LCJJc1Zpc2libGUiOnRydWUsIldpZHRoIjowLjAsIkhlaWdodCI6MC4wLCJCb3JkZXJTdHlsZSI6eyIkaWQiOiIxOTAzIiwiTGluZUNvbG9yIjpudWxsLCJMaW5lV2VpZ2h0IjowLjAsIkxpbmVUeXBlIjowLCJQYXJlbnRTdHlsZSI6bnVsbH0sIlBhcmVudFN0eWxlIjpudWxsfSwiRGF0ZUZvcm1hdCI6eyIkaWQiOiIxOT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MDUiLCJGb3JtYXQiOjAsIklzVmlzaWJsZSI6ZmFsc2UsIkxhc3RLbm93blZpc2liaWxpdHlTdGF0ZSI6ZmFsc2V9LCJJc1Zpc2libGUiOnRydWUsIlZhcmlhbmNlU3R5bGUiOnsiJGlkIjoiMTkwNiIsIlRleHRTdHlsZSI6eyIkaWQiOiIxOTA3IiwiRm9udFNldHRpbmdzIjp7IiRpZCI6IjE5MDgiLCJGb250U2l6ZSI6MTAsIkZvbnROYW1lIjoiQ2FsaWJyaSIsIklzQm9sZCI6ZmFsc2UsIklzSXRhbGljIjpmYWxzZSwiSXNVbmRlcmxpbmVkIjpmYWxzZSwiUGFyZW50U3R5bGUiOm51bGx9LCJBdXRvU2l6ZSI6MCwiRm9yZWdyb3VuZCI6eyIkaWQiOiIxOTA5IiwiQ29sb3IiOnsiJGlkIjoiMTkx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TExIiwiVG9wIjowLjAsIkxlZnQiOjAuMCwiUmlnaHQiOjAuMCwiQm90dG9tIjowLjB9LCJQYWRkaW5nIjp7IiRpZCI6IjE5MTIiLCJUb3AiOjAuMCwiTGVmdCI6MC4wLCJSaWdodCI6MC4wLCJCb3R0b20iOjAuMH0sIkJhY2tncm91bmQiOnsiJGlkIjoiMTkxMyIsIkNvbG9yIjp7IiRpZCI6IjE5MTQiLCJBIjoyNTUsIlIiOjAsIkciOjAsIkIiOjB9fSwiSXNWaXNpYmxlIjp0cnVlLCJXaWR0aCI6MC4wLCJIZWlnaHQiOjAuMCwiQm9yZGVyU3R5bGUiOnsiJGlkIjoiMTkxNSIsIkxpbmVDb2xvciI6bnVsbCwiTGluZVdlaWdodCI6MC4wLCJMaW5lVHlwZSI6MCwiUGFyZW50U3R5bGUiOm51bGx9LCJQYXJlbnRTdHlsZSI6bnVsbH0sIlBhcmVudFN0eWxlIjpudWxsfSwiUGFyZW50U3R5bGUiOm51bGx9LCJJbmRleCI6OCwiU21hcnREdXJhdGlvbkFjdGl2YXRlZCI6ZmFsc2UsIkRhdGVGb3JtYXQiOnsiJHJlZiI6IjE5MDQifSwiV2Vla051bWJlcmluZyI6eyIkaWQiOiIxOTE2IiwiRm9ybWF0IjowLCJJc1Zpc2libGUiOmZhbHNlLCJMYXN0S25vd25WaXNpYmlsaXR5U3RhdGUiOmZhbHNlfSwiQmFzZWxpbmVEYXRhIjp7IiRpZCI6IjE5MTciLCJTdGFydERhdGUiOiIyMDI2LTA3LTA1VDAwOjAwOjAwIiwiRW5kRGF0ZSI6IjIwMjYtMDctMjRUMjM6NTk6MDAifSwiSWQiOiJmNGY5MGNlOC1kM2VjLTQ1ZGEtYmZmNy02MzY2ZTAyYWM0MDIiLCJJbXBvcnRJZCI6bnVsbCwiVGl0bGUiOiJUZXN0aW5nICYgVmFsaWRhdGlvbiIsIk5vdGUiOm51bGwsIkh5cGVybGluayI6eyIkaWQiOiIxOTE4IiwiQWRkcmVzcyI6IiIsIlN1YkFkZHJlc3MiOiIifSwiSXNDaGFuZ2VkIjpmYWxzZSwiSXNOZXciOmZhbHNlfSx7IiRpZCI6IjE5MTkiLCJHcm91cE5hbWUiOm51bGwsIlN0YXJ0RGF0ZSI6IjIwMjYtMDctMjZUMjM6NTk6MDBaIiwiRW5kRGF0ZSI6IjIwMjYtMDgtMDdUMjM6NTk6MDBaIiwiUGVyY2VudGFnZUNvbXBsZXRlIjpudWxsLCJTdHlsZSI6eyIkaWQiOiIxOTIwIiwiU2hhcGUiOjMsIlNoYXBlVGhpY2tuZXNzIjozLCJEdXJhdGlvbkZvcm1hdCI6MCwiSW5jbHVkZU5vbldvcmtpbmdEYXlzSW5EdXJhdGlvbiI6ZmFsc2UsIlBlcmNlbnRhZ2VDb21wbGV0ZVN0eWxlIjp7IiRpZCI6IjE5MjEiLCJGb250U2V0dGluZ3MiOnsiJGlkIjoiMTkyMiIsIkZvbnRTaXplIjoxMCwiRm9udE5hbWUiOiJDYWxpYnJpIiwiSXNCb2xkIjpmYWxzZSwiSXNJdGFsaWMiOmZhbHNlLCJJc1VuZGVybGluZWQiOmZhbHNlLCJQYXJlbnRTdHlsZSI6bnVsbH0sIkF1dG9TaXplIjowLCJGb3JlZ3JvdW5kIjp7IiRpZCI6IjE5MjMiLCJDb2xvciI6eyIkaWQiOiIxOTI0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5MjUiLCJUb3AiOjAuMCwiTGVmdCI6MC4wLCJSaWdodCI6MC4wLCJCb3R0b20iOjAuMH0sIlBhZGRpbmciOnsiJGlkIjoiMTkyNiIsIlRvcCI6MC4wLCJMZWZ0IjowLjAsIlJpZ2h0IjowLjAsIkJvdHRvbSI6MC4wfSwiQmFja2dyb3VuZCI6eyIkaWQiOiIxOTI3IiwiQ29sb3IiOnsiJGlkIjoiMTkyOCIsIkEiOjg5LCJSIjowLCJHIjowLCJCIjowfX0sIklzVmlzaWJsZSI6dHJ1ZSwiV2lkdGgiOjAuMCwiSGVpZ2h0IjowLjAsIkJvcmRlclN0eWxlIjp7IiRpZCI6IjE5MjkiLCJMaW5lQ29sb3IiOm51bGwsIkxpbmVXZWlnaHQiOjAuMCwiTGluZVR5cGUiOjAsIlBhcmVudFN0eWxlIjpudWxsfSwiUGFyZW50U3R5bGUiOm51bGx9LCJEdXJhdGlvblN0eWxlIjp7IiRpZCI6IjE5MzAiLCJGb250U2V0dGluZ3MiOnsiJGlkIjoiMTkzMSIsIkZvbnRTaXplIjoxMCwiRm9udE5hbWUiOiJDYWxpYnJpIiwiSXNCb2xkIjpmYWxzZSwiSXNJdGFsaWMiOmZhbHNlLCJJc1VuZGVybGluZWQiOmZhbHNlLCJQYXJlbnRTdHlsZSI6bnVsbH0sIkF1dG9TaXplIjowLCJGb3JlZ3JvdW5kIjp7IiRpZCI6IjE5MzIiLCJDb2xvciI6eyIkaWQiOiIxOTMz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kzNCIsIlRvcCI6MC4wLCJMZWZ0IjowLjAsIlJpZ2h0IjowLjAsIkJvdHRvbSI6MC4wfSwiUGFkZGluZyI6eyIkaWQiOiIxOTM1IiwiVG9wIjowLjAsIkxlZnQiOjAuMCwiUmlnaHQiOjAuMCwiQm90dG9tIjowLjB9LCJCYWNrZ3JvdW5kIjp7IiRpZCI6IjE5MzYiLCJDb2xvciI6eyIkaWQiOiIxOTM3IiwiQSI6MjU1LCJSIjoyMzcsIkciOjEyNSwiQiI6NDl9fSwiSXNWaXNpYmxlIjp0cnVlLCJXaWR0aCI6MC4wLCJIZWlnaHQiOjAuMCwiQm9yZGVyU3R5bGUiOnsiJGlkIjoiMTkzOCIsIkxpbmVDb2xvciI6bnVsbCwiTGluZVdlaWdodCI6MC4wLCJMaW5lVHlwZSI6MCwiUGFyZW50U3R5bGUiOm51bGx9LCJQYXJlbnRTdHlsZSI6bnVsbH0sIkhvcml6b250YWxDb25uZWN0b3JTdHlsZSI6eyIkaWQiOiIxOTM5IiwiTGluZUNvbG9yIjp7IiRpZCI6IjE5NDAiLCIkdHlwZSI6Ik5MUkUuQ29tbW9uLkRvbS5Tb2xpZENvbG9yQnJ1c2gsIE5MUkUuQ29tbW9uIiwiQ29sb3IiOnsiJGlkIjoiMTk0MSIsIkEiOjUxLCJSIjoyMSwiRyI6OTYsIkIiOjEzMH19LCJMaW5lV2VpZ2h0IjoxLjAsIkxpbmVUeXBlIjowLCJQYXJlbnRTdHlsZSI6bnVsbH0sIlZlcnRpY2FsQ29ubmVjdG9yU3R5bGUiOnsiJGlkIjoiMTk0MiIsIkxpbmVDb2xvciI6eyIkaWQiOiIxOTQzIiwiJHR5cGUiOiJOTFJFLkNvbW1vbi5Eb20uU29saWRDb2xvckJydXNoLCBOTFJFLkNvbW1vbiIsIkNvbG9yIjp7IiRpZCI6IjE5NDQ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mYWxzZSwiUGVyY2VudGFnZUNvbXBsZXRlU2hhcGVPcGFjaXR5IjozNSwiQmFzZWxpbmVTdHlsZSI6eyIkaWQiOiIxOTQ1IiwiU2hhcGVTdHlsZSI6eyIkaWQiOiIxOTQ2IiwiTWFyZ2luIjp7IiRpZCI6IjE5NDciLCJUb3AiOjAuMCwiTGVmdCI6MC4wLCJSaWdodCI6MC4wLCJCb3R0b20iOjAuMH0sIlBhZGRpbmciOnsiJGlkIjoiMTk0OCIsIlRvcCI6MC4wLCJMZWZ0IjowLjAsIlJpZ2h0IjowLjAsIkJvdHRvbSI6MC4wfSwiQmFja2dyb3VuZCI6eyIkaWQiOiIxOTQ5IiwiQ29sb3IiOnsiJGlkIjoiMTk1MCIsIkEiOjE1MywiUiI6MCwiRyI6MCwiQiI6MH19LCJJc1Zpc2libGUiOnRydWUsIldpZHRoIjowLjAsIkhlaWdodCI6MC4wLCJCb3JkZXJTdHlsZSI6bnVsbCwiUGFyZW50U3R5bGUiOm51bGx9LCJNYXJnaW4iOnsiJGlkIjoiMTk1MSIsIlRvcCI6MC4wLCJMZWZ0IjowLjAsIlJpZ2h0IjowLjAsIkJvdHRvbSI6MC4wfSwiUGFkZGluZyI6eyIkaWQiOiIxOTUyIiwiVG9wIjowLjAsIkxlZnQiOjAuMCwiUmlnaHQiOjAuMCwiQm90dG9tIjowLjB9LCJCYWNrZ3JvdW5kIjpudWxsLCJJc1Zpc2libGUiOnRydWUsIldpZHRoIjowLjAsIkhlaWdodCI6MC4wLCJCb3JkZXJTdHlsZSI6bnVsbCwiUGFyZW50U3R5bGUiOm51bGx9LCJTaGFwZVN0eWxlIjp7IiRpZCI6IjE5NTMiLCJNYXJnaW4iOnsiJGlkIjoiMTk1NCIsIlRvcCI6MC4wLCJMZWZ0Ijo0LjAsIlJpZ2h0Ijo0LjAsIkJvdHRvbSI6MC4wfSwiUGFkZGluZyI6eyIkaWQiOiIxOTU1IiwiVG9wIjowLjAsIkxlZnQiOjAuMCwiUmlnaHQiOjAuMCwiQm90dG9tIjowLjB9LCJCYWNrZ3JvdW5kIjp7IiRpZCI6IjE5NTYiLCJDb2xvciI6eyIkaWQiOiIxOTU3IiwiQSI6MjU1LCJSIjoyMSwiRyI6OTYsIkIiOjEzMH19LCJJc1Zpc2libGUiOnRydWUsIldpZHRoIjowLjAsIkhlaWdodCI6MjIuODA0NDQ0MDI0OTQyMiwiQm9yZGVyU3R5bGUiOnsiJGlkIjoiMTk1OCIsIkxpbmVDb2xvciI6eyIkaWQiOiIxOTU5IiwiJHR5cGUiOiJOTFJFLkNvbW1vbi5Eb20uU29saWRDb2xvckJydXNoLCBOTFJFLkNvbW1vbiIsIkNvbG9yIjp7IiRpZCI6IjE5NjAiLCJBIjoyNTUsIlIiOjIzNCwiRyI6MjIsIkIiOjMwfX0sIkxpbmVXZWlnaHQiOjAuMCwiTGluZVR5cGUiOjAsIlBhcmVudFN0eWxlIjpudWxsfSwiUGFyZW50U3R5bGUiOm51bGx9LCJUaXRsZVN0eWxlIjp7IiRpZCI6IjE5NjEiLCJGb250U2V0dGluZ3MiOnsiJGlkIjoiMTk2MiIsIkZvbnRTaXplIjoxMSwiRm9udE5hbWUiOiJDYWxpYnJpIiwiSXNCb2xkIjpmYWxzZSwiSXNJdGFsaWMiOmZhbHNlLCJJc1VuZGVybGluZWQiOmZhbHNlLCJQYXJlbnRTdHlsZSI6bnVsbH0sIkF1dG9TaXplIjowLCJGb3JlZ3JvdW5kIjp7IiRpZCI6IjE5NjMiLCJDb2xvciI6eyIkaWQiOiIxOTY0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5NjUiLCJUb3AiOjAuMCwiTGVmdCI6MC4wLCJSaWdodCI6MC4wLCJCb3R0b20iOjAuMH0sIlBhZGRpbmciOnsiJGlkIjoiMTk2NiIsIlRvcCI6MC4wLCJMZWZ0IjowLjAsIlJpZ2h0IjowLjAsIkJvdHRvbSI6MC4wfSwiQmFja2dyb3VuZCI6eyIkaWQiOiIxOTY3IiwiQ29sb3IiOnsiJGlkIjoiMTk2OCIsIkEiOjAsIlIiOjI1NSwiRyI6MjU1LCJCIjoyNTV9fSwiSXNWaXNpYmxlIjp0cnVlLCJXaWR0aCI6MC4wLCJIZWlnaHQiOjAuMCwiQm9yZGVyU3R5bGUiOnsiJGlkIjoiMTk2OSIsIkxpbmVDb2xvciI6bnVsbCwiTGluZVdlaWdodCI6MC4wLCJMaW5lVHlwZSI6MCwiUGFyZW50U3R5bGUiOm51bGx9LCJQYXJlbnRTdHlsZSI6bnVsbH0sIkRhdGVTdHlsZSI6eyIkaWQiOiIxOTcwIiwiRm9udFNldHRpbmdzIjp7IiRpZCI6IjE5NzEiLCJGb250U2l6ZSI6MTAsIkZvbnROYW1lIjoiQ2FsaWJyaSIsIklzQm9sZCI6ZmFsc2UsIklzSXRhbGljIjpmYWxzZSwiSXNVbmRlcmxpbmVkIjpmYWxzZSwiUGFyZW50U3R5bGUiOm51bGx9LCJBdXRvU2l6ZSI6MCwiRm9yZWdyb3VuZCI6eyIkaWQiOiIxOTcyIiwiQ29sb3IiOnsiJGlkIjoiMTk3My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OTc0IiwiVG9wIjowLjAsIkxlZnQiOjAuMCwiUmlnaHQiOjAuMCwiQm90dG9tIjowLjB9LCJQYWRkaW5nIjp7IiRpZCI6IjE5NzUiLCJUb3AiOjAuMCwiTGVmdCI6MC4wLCJSaWdodCI6MC4wLCJCb3R0b20iOjAuMH0sIkJhY2tncm91bmQiOnsiJGlkIjoiMTk3NiIsIkNvbG9yIjp7IiRpZCI6IjE5NzciLCJBIjowLCJSIjoyNTUsIkciOjI1NSwiQiI6MjU1fX0sIklzVmlzaWJsZSI6dHJ1ZSwiV2lkdGgiOjAuMCwiSGVpZ2h0IjowLjAsIkJvcmRlclN0eWxlIjp7IiRpZCI6IjE5NzgiLCJMaW5lQ29sb3IiOm51bGwsIkxpbmVXZWlnaHQiOjAuMCwiTGluZVR5cGUiOjAsIlBhcmVudFN0eWxlIjpudWxsfSwiUGFyZW50U3R5bGUiOm51bGx9LCJEYXRlRm9ybWF0Ijp7IiRpZCI6IjE5Nz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4MCIsIkZvcm1hdCI6MCwiSXNWaXNpYmxlIjpmYWxzZSwiTGFzdEtub3duVmlzaWJpbGl0eVN0YXRlIjpmYWxzZX0sIklzVmlzaWJsZSI6dHJ1ZSwiVmFyaWFuY2VTdHlsZSI6eyIkaWQiOiIxOTgxIiwiVGV4dFN0eWxlIjp7IiRpZCI6IjE5ODIiLCJGb250U2V0dGluZ3MiOnsiJGlkIjoiMTk4MyIsIkZvbnRTaXplIjoxMCwiRm9udE5hbWUiOiJDYWxpYnJpIiwiSXNCb2xkIjpmYWxzZSwiSXNJdGFsaWMiOmZhbHNlLCJJc1VuZGVybGluZWQiOmZhbHNlLCJQYXJlbnRTdHlsZSI6bnVsbH0sIkF1dG9TaXplIjowLCJGb3JlZ3JvdW5kIjp7IiRpZCI6IjE5ODQiLCJDb2xvciI6eyIkaWQiOiIxOTg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ODYiLCJUb3AiOjAuMCwiTGVmdCI6MC4wLCJSaWdodCI6MC4wLCJCb3R0b20iOjAuMH0sIlBhZGRpbmciOnsiJGlkIjoiMTk4NyIsIlRvcCI6MC4wLCJMZWZ0IjowLjAsIlJpZ2h0IjowLjAsIkJvdHRvbSI6MC4wfSwiQmFja2dyb3VuZCI6eyIkaWQiOiIxOTg4IiwiQ29sb3IiOnsiJGlkIjoiMTk4OSIsIkEiOjI1NSwiUiI6MCwiRyI6MCwiQiI6MH19LCJJc1Zpc2libGUiOnRydWUsIldpZHRoIjowLjAsIkhlaWdodCI6MC4wLCJCb3JkZXJTdHlsZSI6eyIkaWQiOiIxOTkwIiwiTGluZUNvbG9yIjpudWxsLCJMaW5lV2VpZ2h0IjowLjAsIkxpbmVUeXBlIjowLCJQYXJlbnRTdHlsZSI6bnVsbH0sIlBhcmVudFN0eWxlIjpudWxsfSwiUGFyZW50U3R5bGUiOm51bGx9LCJQYXJlbnRTdHlsZSI6bnVsbH0sIkluZGV4Ijo5LCJTbWFydER1cmF0aW9uQWN0aXZhdGVkIjpmYWxzZSwiRGF0ZUZvcm1hdCI6eyIkcmVmIjoiMTk3OSJ9LCJXZWVrTnVtYmVyaW5nIjp7IiRpZCI6IjE5OTEiLCJGb3JtYXQiOjAsIklzVmlzaWJsZSI6ZmFsc2UsIkxhc3RLbm93blZpc2liaWxpdHlTdGF0ZSI6ZmFsc2V9LCJCYXNlbGluZURhdGEiOnsiJGlkIjoiMTk5MiIsIlN0YXJ0RGF0ZSI6IjIwMjYtMDctMjZUMjM6NTk6MDAiLCJFbmREYXRlIjoiMjAyNi0wOC0wN1QyMzo1OTowMCJ9LCJJZCI6IjQyNzZjNGZkLTU4NWQtNDJkZC04MzMwLWFkZjdmMjQ3ZGI2MyIsIkltcG9ydElkIjpudWxsLCJUaXRsZSI6IkRlcGxveW1lbnQgJiBEb2N1bWVudGF0aW9uIiwiTm90ZSI6bnVsbCwiSHlwZXJsaW5rIjp7IiRpZCI6IjE5OTMiLCJBZGRyZXNzIjoiIiwiU3ViQWRkcmVzcyI6IiJ9LCJJc0NoYW5nZWQiOmZhbHNlLCJJc05ldyI6ZmFsc2V9XSwiU3dpbWxhbmVzIjpbXSwiTXNQcm9qZWN0SXRlbXNUcmVlIjp7IiRpZCI6IjE5OTQiLCJSb290Ijp7IkltcG9ydElkIjpudWxsLCJJc0ltcG9ydGVkIjpmYWxzZSwiQ2hpbGRyZW4iOltdfX0sIk1ldGFkYXRhIjp7IiRpZCI6IjE5OTUiLCJTb3VyY2VUaGVtZSI6IntcIiRpZFwiOlwiMVwiLFwiSWRcIjpcImNhYjUxNDQyLWU2ZmQtNGY2MS04MjgzLTZhMjRmODA0ODg4YVwiLFwiQ2F0ZWdvcnlcIjoxLFwiQ3VsdHVyZUluZm9OYW1lXCI6XCJlbi1VU1wiLFwiVmVyc2lvblwiOntcIiRpZFwiOlwiMlwiLFwiVGhlbWVEb21WZXJzaW9uXCI6XCIyLjEuMFwifSxcIlN0eWxlXCI6e1wiJGlkXCI6XCIzXCIsXCJUaW1lYmFuZFN0eWxlXCI6e1wiJGlkXCI6XCI0XCIsXCJSaWdodEVuZENhcHNTdHlsZVwiOntcIiRpZFwiOlwiNVwiLFwiRm9udFNldHRpbmdzXCI6e1wiJGlkXCI6XCI2XCIsXCJGb250U2l6ZVwiOjE4LFwiRm9udE5hbWVcIjpcIkNhbGlicmlcIixcIklzQm9sZFwiOnRydWUsXCJJc0l0YWxpY1wiOmZhbHNlLFwiSXNVbmRlcmxpbmVkXCI6ZmFsc2V9LFwiRm9yZWdyb3VuZFwiOntcIiRpZFwiOlwiN1wiLFwiQ29sb3JcIjp7XCIkaWRcIjpcIjhcIixcIkFcIjoyNTUsXCJSXCI6MjMzLFwiR1wiOjExMyxcIkJcIjo1MH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IzNyxcIkdcIjoxMjUsXCJCXCI6NDl9fSxcIkhvcml6b250YWxBbGlnbm1lbnRcIjowLFwiSXNWaXNpYmxlXCI6ZmFsc2V9LFwiVG9kYXlNYXJrZXJTdHlsZVwiOntcIiRpZFwiOlwiMTNcIixcIlRvZGF5VGV4dFN0eWxlXCI6e1wiJGlkXCI6XCIxNFwiLFwiRm9udFNldHRpbmdzXCI6e1wiJGlkXCI6XCIxNVwiLFwiRm9udFNpemVcIjoxMixcIkZvbnROYW1lXCI6XCJDYWxpYnJpXCIsXCJJc0JvbGRcIjpmYWxzZSxcIklzSXRhbGljXCI6ZmFsc2UsXCJJc1VuZGVybGluZWRcIjpmYWxzZX0sXCJGb3JlZ3JvdW5kXCI6e1wiJGlkXCI6XCIxNlwiLFwiQ29sb3JcIjp7XCIkaWRcIjpcIjE3XCIsXCJBXCI6MjU1LFwiUlwiOjAsXCJHXCI6MCxcIkJcIjowfX0sXCJIb3Jpem9udGFsQWxpZ25tZW50XCI6MCxcIklzVmlzaWJsZVwiOnRydWV9LFwiVG9kYXlNYXJrZXJTaGFwZVN0eWxlXCI6e1wiJGlkXCI6XCIxOFwiLFwiTWFyZ2luXCI6e1wiJGlkXCI6XCIxOVwiLFwiVG9wXCI6MC4wLFwiTGVmdFwiOjAuMCxcIlJpZ2h0XCI6MC4wLFwiQm90dG9tXCI6MC4wfSxcIlBhZGRpbmdcIjp7XCIkaWRcIjpcIjIwXCIsXCJUb3BcIjowLjAsXCJMZWZ0XCI6MC4wLFwiUmlnaHRcIjowLjAsXCJCb3R0b21cIjowLjB9LFwiQmFja2dyb3VuZFwiOntcIiRpZFwiOlwiMjFcIixcIkNvbG9yXCI6e1wiJGlkXCI6XCIyMlwiLFwiQVwiOjI1NSxcIlJcIjoyNTUsXCJHXCI6MCxcIkJcIjowfX0sXCJJc1Zpc2libGVcIjp0cnVlLFwiV2lkdGhcIjowLjAsXCJIZWlnaHRcIjowLjAsXCJCb3JkZXJTdHlsZVwiOm51bGx9LFwiVG9kYXlNYXJrZXJQb3NpdGlvblwiOjMsXCJJc1Zpc2libGVcIjp0cnVlfSxcIlNjYWxlU3R5bGVcIjp7XCIkaWRcIjpcIjIzXCIsXCJTaG93U2VnbWVudFNlcGFyYXRvcnNcIjp0cnVlLFwiU2VnbWVudFNlcGFyYXRvck9wYWNpdHlcIjozMCxcIlNoYXBlXCI6MyxcIlNlZ21lbnRUZXh0U3R5bGVcIjp7XCIkaWRcIjpcIjI0XCIsXCJGb250U2V0dGluZ3NcIjp7XCIkaWRcIjpcIjI1XCIsXCJGb250U2l6ZVwiOjEyLFwiRm9udE5hbWVcIjpcIkNhbGlicmlcIixcIklzQm9sZFwiOmZhbHNlLFwiSXNJdGFsaWNcIjpmYWxzZSxcIklzVW5kZXJsaW5lZFwiOmZhbHNlfSxcIkZvcmVncm91bmRcIjp7XCIkaWRcIjpcIjI2XCIsXCJDb2xvclwiOntcIiRpZFwiOlwiMjdcIixcIkFcIjoyNTUsXCJSXCI6MjMyLFwiR1wiOjIzMixcIkJcIjoyMzJ9fSxcIkhvcml6b250YWxBbGlnbm1lbnRcIjowLFwiSXNWaXNpYmxlXCI6dHJ1ZX0sXCJTaGFwZVN0eWxlXCI6e1wiJGlkXCI6XCIyOFwiLFwiTWFyZ2luXCI6e1wiJGlkXCI6XCIyOVwiLFwiVG9wXCI6MC4wLFwiTGVmdFwiOjEwLjAsXCJSaWdodFwiOjEwLjAsXCJCb3R0b21cIjowLjB9LFwiUGFkZGluZ1wiOntcIiRpZFwiOlwiMzBcIixcIlRvcFwiOjAuMCxcIkxlZnRcIjowLjAsXCJSaWdodFwiOjAuMCxcIkJvdHRvbVwiOjAuMH0sXCJCYWNrZ3JvdW5kXCI6e1wiJGlkXCI6XCIzMVwiLFwiQ29sb3JcIjp7XCIkaWRcIjpcIjMyXCIsXCJBXCI6MjU1LFwiUlwiOjE0LFwiR1wiOjQwLFwiQlwiOjY1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E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zLFwiU2hhcGVUaGlja25lc3NcIjow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MixcIkdcIjoyMzIsXCJCXCI6MjMy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IzNyxcIkdcIjoxMjUsXCJCXCI6NDl9fSxcIkhvcml6b250YWxBbGlnbm1lbnRcIjowLFwiSXNWaXNpYmxlXCI6ZmFsc2V9LFwiSG9yaXpvbnRhbENvbm5lY3RvclN0eWxlXCI6e1wiJGlkXCI6XCI1NlwiLFwiTGluZVN0eWxlXCI6e1wiJGlkXCI6XCI1N1wiLFwiTGluZUNvbG9yXCI6e1wiJGlkXCI6XCI1OFwiLFwiQ29sb3JcIjp7XCIkaWRcIjpcIjU5XCIsXCJBXCI6NTEsXCJSXCI6MjEsXCJHXCI6OTYsXCJCXCI6MTMwfX0sXCJMaW5lV2VpZ2h0XCI6MS4wLFwiTGluZVR5cGVcIjowfSxcIklzVmlzaWJsZVwiOnRydWV9LFwiVmVydGljYWxDb25uZWN0b3JTdHlsZVwiOntcIiRpZFwiOlwiNjBcIixcIkxpbmVTdHlsZVwiOntcIiRpZFwiOlwiNjFcIixcIkxpbmVDb2xvclwiOntcIiRpZFwiOlwiNjJcIixcIkNvbG9yXCI6e1wiJGlkXCI6XCI2M1wiLFwiQVwiOjUxLFwiUlwiOjIxLFwiR1wiOjk2LFwiQlwiOjEzMH19LFwiTGluZVdlaWdodFwiOjEuMCxcIkxpbmVUeXBlXCI6MH0sXCJJc1Zpc2libGVcIjpmYWxzZX0sXCJNYXJnaW5cIjp7XCIkaWRcIjpcIjY0XCIsXCJUb3BcIjowLjAsXCJMZWZ0XCI6MC4wLFwiUmlnaHRcIjowLjAsXCJCb3R0b21cIjowLjB9LFwiU3RhcnREYXRlUG9zaXRpb25cIjo0LFwiRW5kRGF0ZVBvc2l0aW9uXCI6NCxcIlRpdGxlUG9zaXRpb25cIjozLFwiRHVyYXRpb25Qb3NpdGlvblwiOjAsXCJQZXJjZW50YWdlQ29tcGxldGVkUG9zaXRpb25cIjoyLFwiVmFyaWFuY2VQb3NpdGlvblwiOjIsXCJTcGFjaW5nXCI6MyxcIklzQmVsb3dUaW1lYmFuZFwiOmZhbHNlLFwiQmFzZWxpbmVTdHlsZVwiOntcIiRpZFwiOlwiNjVcIixcIkJhc2VsaW5lU2hhcGVTdHlsZVwiOntcIiRpZFwiOlwiNjZcIixcIk1hcmdpblwiOntcIiRpZFwiOlwiNjdcIixcIlRvcFwiOjAuMCxcIkxlZnRcIjowLjAsXCJSaWdodFwiOjAuMCxcIkJvdHRvbVwiOjAuMH0sXCJQYWRkaW5nXCI6e1wiJGlkXCI6XCI2OFwiLFwiVG9wXCI6MC4wLFwiTGVmdFwiOjAuMCxcIlJpZ2h0XCI6MC4wLFwiQm90dG9tXCI6MC4wfSxcIkJhY2tncm91bmRcIjp7XCIkaWRcIjpcIjY5XCIsXCJDb2xvclwiOntcIiRpZFwiOlwiNzBcIixcIkFcIjoxNTMsXCJSXCI6MCxcIkdcIjowLFwiQlwiOjB9fSxcIklzVmlzaWJsZVwiOmZhbHNlLFwiV2lkdGhcIjowLjAsXCJIZWlnaHRcIjowLjAsXCJCb3JkZXJTdHlsZVwiOntcIiRpZFwiOlwiNzFcIixcIkxpbmVTdHlsZVwiOntcIiRpZFwiOlwiNzJcIixcIkxpbmVDb2xvclwiOntcIiRpZFwiOlwiNzNcIixcIkNvbG9yXCI6e1wiJGlkXCI6XCI3NFwiLFwiQVwiOjI1NSxcIlJcIjoyNTUsXCJHXCI6MCxcIkJcIjowfX0sXCJMaW5lV2VpZ2h0XCI6Mi4wLFwiTGluZVR5cGVcIjowfSxcIklzVmlzaWJsZVwiOmZhbHNlfX19LFwiU2hhcGVTdHlsZVwiOntcIiRpZFwiOlwiNzVcIixcIk1hcmdpblwiOntcIiRpZFwiOlwiNzZcIixcIlRvcFwiOjAuMCxcIkxlZnRcIjo0LjAsXCJSaWdodFwiOjQuMCxcIkJvdHRvbVwiOjAuMH0sXCJQYWRkaW5nXCI6e1wiJGlkXCI6XCI3N1wiLFwiVG9wXCI6MC4wLFwiTGVmdFwiOjAuMCxcIlJpZ2h0XCI6MC4wLFwiQm90dG9tXCI6MC4wfSxcIkJhY2tncm91bmRcIjp7XCIkaWRcIjpcIjc4XCIsXCJDb2xvclwiOntcIiRpZFwiOlwiNzlcIixcIkFcIjoyNTUsXCJSXCI6MjEsXCJHXCI6OTYsXCJCXCI6MTMwfX0sXCJJc1Zpc2libGVcIjp0cnVlLFwiV2lkdGhcIjowLjAsXCJIZWlnaHRcIjoxMC4wLFwiQm9yZGVyU3R5bGVcIjp7XCIkaWRcIjpcIjgwXCIsXCJMaW5lU3R5bGVcIjp7XCIkaWRcIjpcIjgxXCIsXCJMaW5lQ29sb3JcIjp7XCIkaWRcIjpcIjgyXCIsXCJDb2xvclwiOntcIiRpZFwiOlwiODNcIixcIkFcIjoyNTUsXCJSXCI6MjM0LFwiR1wiOjIyLFwiQlwiOjMwfX0sXCJMaW5lV2VpZ2h0XCI6Mi4wLFwiTGluZVR5cGVcIjowfSxcIklzVmlzaWJsZVwiOmZhbHNlfX0sXCJUaXRsZVN0eWxlXCI6e1wiJGlkXCI6XCI4NFwiLFwiRm9udFNldHRpbmdzXCI6e1wiJGlkXCI6XCI4NVwiLFwiRm9udFNpemVcIjoxMSxcIkZvbnROYW1lXCI6XCJDYWxpYnJpXCIsXCJJc0JvbGRcIjpmYWxzZSxcIklzSXRhbGljXCI6ZmFsc2UsXCJJc1VuZGVybGluZWRcIjpmYWxzZX0sXCJGb3JlZ3JvdW5kXCI6e1wiJGlkXCI6XCI4NlwiLFwiQ29sb3JcIjp7XCIkaWRcIjpcIjg3XCIsXCJBXCI6MjU1LFwiUlwiOjAsXCJHXCI6MCxcIkJcIjowfX0sXCJIb3Jpem9udGFsQWxpZ25tZW50XCI6MixcIklzVmlzaWJsZVwiOnRydWV9LFwiRGF0ZVN0eWxlXCI6e1wiJGlkXCI6XCI4OFwiLFwiRm9udFNldHRpbmdzXCI6e1wiJGlkXCI6XCI4OVwiLFwiRm9udFNpemVcIjoxMCxcIkZvbnROYW1lXCI6XCJDYWxpYnJpXCIsXCJJc0JvbGRcIjpmYWxzZSxcIklzSXRhbGljXCI6ZmFsc2UsXCJJc1VuZGVybGluZWRcIjpmYWxzZX0sXCJGb3JlZ3JvdW5kXCI6e1wiJGlkXCI6XCI5MFwiLFwiQ29sb3JcIjp7XCIkaWRcIjpcIjkxXCIsXCJBXCI6MjU1LFwiUlwiOjE0LFwiR1wiOjQwLFwiQlwiOjY1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0cnVlfX19LFwiTWlsZXN0b25lU3R5bGVcIjp7XCIkaWRcIjpcIjk5XCIsXCJTaGFwZVwiOjIsXCJJc0JlbG93VGltZWJhbmRcIjpmYWxzZSxcIlNoYXBlU2l6ZVwiOjEsXCJQYWRkaW5nXCI6e1wiJGlkXCI6XCIxMDBcIixcIlRvcFwiOjUuMCxcIkxlZnRcIjozLjAsXCJSaWdodFwiOjAuMCxcIkJvdHRvbVwiOjIuMH0sXCJTaGFwZVN0eWxlXCI6e1wiJGlkXCI6XCIxMDFcIixcIk1hcmdpblwiOntcIiRpZFwiOlwiMTAyXCIsXCJUb3BcIjowLjAsXCJMZWZ0XCI6MC4wLFwiUmlnaHRcIjowLjAsXCJCb3R0b21cIjowLjB9LFwiUGFkZGluZ1wiOntcIiRpZFwiOlwiMTAzXCIsXCJUb3BcIjowLjAsXCJMZWZ0XCI6MC4wLFwiUmlnaHRcIjowLjAsXCJCb3R0b21cIjowLjB9LFwiQmFja2dyb3VuZFwiOntcIiRpZFwiOlwiMTA0XCIsXCJDb2xvclwiOntcIiRpZFwiOlwiMTA1XCIsXCJBXCI6MjU1LFwiUlwiOjIzMyxcIkdcIjoxMTMsXCJCXCI6NTB9fSxcIklzVmlzaWJsZVwiOnRydWUsXCJXaWR0aFwiOjE4LjAsXCJIZWlnaHRcIjoyMC4wLFwiQm9yZGVyU3R5bGVcIjp7XCIkaWRcIjpcIjEwNlwiLFwiTGluZVN0eWxlXCI6e1wiJGlkXCI6XCIxMDdcIixcIkxpbmVDb2xvclwiOntcIiRpZFwiOlwiMTA4XCIsXCJDb2xvclwiOntcIiRpZFwiOlwiMTA5XCIsXCJBXCI6MjU1LFwiUlwiOjIzNCxcIkdcIjoyMixcIkJcIjozMH19LFwiTGluZVdlaWdodFwiOjIuMCxcIkxpbmVUeXBlXCI6MH0sXCJJc1Zpc2libGVcIjpmYWxzZX19LFwiVGl0bGVTdHlsZVwiOntcIiRpZFwiOlwiMTEwXCIsXCJGb250U2V0dGluZ3NcIjp7XCIkaWRcIjpcIjExMVwiLFwiRm9udFNpemVcIjoxMSxcIkZvbnROYW1lXCI6XCJDYWxpYnJpXCIsXCJJc0JvbGRcIjp0cnVlLFwiSXNJdGFsaWNcIjpmYWxzZSxcIklzVW5kZXJsaW5lZFwiOmZhbHNlfSxcIkZvcmVncm91bmRcIjp7XCIkaWRcIjpcIjExMlwiLFwiQ29sb3JcIjp7XCIkaWRcIjpcIjExM1wiLFwiQVwiOjI1NSxcIlJcIjowLFwiR1wiOjAsXCJCXCI6MH19LFwiSG9yaXpvbnRhbEFsaWdubWVudFwiOjAsXCJJc1Zpc2libGVcIjp0cnVlfSxcIkRhdGVTdHlsZVwiOntcIiRpZFwiOlwiMTE0XCIsXCJGb250U2V0dGluZ3NcIjp7XCIkaWRcIjpcIjExNVwiLFwiRm9udFNpemVcIjoxMCxcIkZvbnROYW1lXCI6XCJDYWxpYnJpXCIsXCJJc0JvbGRcIjpmYWxzZSxcIklzSXRhbGljXCI6ZmFsc2UsXCJJc1VuZGVybGluZWRcIjpmYWxzZX0sXCJGb3JlZ3JvdW5kXCI6e1wiJGlkXCI6XCIxMTZcIixcIkNvbG9yXCI6e1wiJGlkXCI6XCIxMTdcIixcIkFcIjoyNTUsXCJSXCI6MTQsXCJHXCI6NDAsXCJCXCI6NjV9fSxcIkhvcml6b250YWxBbGlnbm1lbnRcIjowLFwiSXNWaXNpYmxlXCI6dHJ1ZX0sXCJEYXRlRm9ybWF0XCI6e1wiJGlkXCI6XCIxMTh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E5XCIsXCJGb3JtYXRcIjowLFwiSXNWaXNpYmxlXCI6ZmFsc2UsXCJMYXN0S25vd25WaXNpYmlsaXR5U3RhdGVcIjpmYWxzZX0sXCJWYXJpYW5jZVN0eWxlXCI6e1wiJGlkXCI6XCIxMjBcIixcIlZhcmlhbmNlVGV4dFN0eWxlXCI6e1wiJGlkXCI6XCIxMjFcIixcIkZvbnRTZXR0aW5nc1wiOntcIiRpZFwiOlwiMTIyXCIsXCJGb250U2l6ZVwiOjEwLFwiRm9udE5hbWVcIjpcIkNhbGlicmlcIixcIklzQm9sZFwiOmZhbHNlLFwiSXNJdGFsaWNcIjpmYWxzZSxcIklzVW5kZXJsaW5lZFwiOmZhbHNlfSxcIkZvcmVncm91bmRcIjp7XCIkaWRcIjpcIjEyM1wiLFwiQ29sb3JcIjp7XCIkaWRcIjpcIjEyNFwiLFwiQVwiOjI1NSxcIlJcIjowLFwiR1wiOjAsXCJCXCI6MH19LFwiSG9yaXpvbnRhbEFsaWdubWVudFwiOjAsXCJJc1Zpc2libGVcIjp0cnVlfX19LFwiTW90U3R5bGVcIjp7XCIkaWRcIjpcIjEyNVwiLFwiU2hhcGVcIjoyLFwiU2hhcGVTaXplXCI6MSxcIkRldGFpbHNTcGFjaW5nXCI6MC4wLFwiUGFkZGluZ1wiOntcIiRpZFwiOlwiMTI2XCIsXCJUb3BcIjo1LjAsXCJMZWZ0XCI6My4wLFwiUmlnaHRcIjowLjAsXCJCb3R0b21cIjoyLjB9LFwiUG9zaXRpb25PblRhc2tcIjoxLFwiU2hhcGVTdHlsZVwiOntcIiRpZFwiOlwiMTI3XCIsXCJNYXJnaW5cIjp7XCIkaWRcIjpcIjEyOFwiLFwiVG9wXCI6MC4wLFwiTGVmdFwiOjAuMCxcIlJpZ2h0XCI6MC4wLFwiQm90dG9tXCI6MC4wfSxcIlBhZGRpbmdcIjp7XCIkaWRcIjpcIjEyOVwiLFwiVG9wXCI6MC4wLFwiTGVmdFwiOjAuMCxcIlJpZ2h0XCI6MC4wLFwiQm90dG9tXCI6MC4wfSxcIkJhY2tncm91bmRcIjp7XCIkaWRcIjpcIjEzMFwiLFwiQ29sb3JcIjp7XCIkaWRcIjpcIjEzMVwiLFwiQVwiOjI1NSxcIlJcIjoyMzMsXCJHXCI6MTEzLFwiQlwiOjUwfX0sXCJJc1Zpc2libGVcIjp0cnVlLFwiV2lkdGhcIjoxMy4wLFwiSGVpZ2h0XCI6MTMuMCxcIkJvcmRlclN0eWxlXCI6e1wiJGlkXCI6XCIxMzJcIixcIkxpbmVTdHlsZVwiOntcIiRpZFwiOlwiMTMzXCIsXCJMaW5lQ29sb3JcIjp7XCIkaWRcIjpcIjEzNFwiLFwiQ29sb3JcIjp7XCIkaWRcIjpcIjEzNVwiLFwiQVwiOjI1NSxcIlJcIjoyMzQsXCJHXCI6MjIsXCJCXCI6MzB9fSxcIkxpbmVXZWlnaHRcIjoyLjAsXCJMaW5lVHlwZVwiOjB9LFwiSXNWaXNpYmxlXCI6ZmFsc2V9fSxcIlRpdGxlU3R5bGVcIjp7XCIkaWRcIjpcIjEzNlwiLFwiRm9udFNldHRpbmdzXCI6e1wiJGlkXCI6XCIxMzdcIixcIkZvbnRTaXplXCI6MTEsXCJGb250TmFtZVwiOlwiQ2FsaWJyaVwiLFwiSXNCb2xkXCI6dHJ1ZSxcIklzSXRhbGljXCI6ZmFsc2UsXCJJc1VuZGVybGluZWRcIjpmYWxzZX0sXCJGb3JlZ3JvdW5kXCI6e1wiJGlkXCI6XCIxMzhcIixcIkNvbG9yXCI6e1wiJGlkXCI6XCIxMzlcIixcIkFcIjoyNTUsXCJSXCI6MCxcIkdcIjowLFwiQlwiOjB9fSxcIkhvcml6b250YWxBbGlnbm1lbnRcIjowLFwiSXNWaXNpYmxlXCI6dHJ1ZX0sXCJEYXRlU3R5bGVcIjp7XCIkaWRcIjpcIjE0MFwiLFwiRm9udFNldHRpbmdzXCI6e1wiJGlkXCI6XCIxNDFcIixcIkZvbnRTaXplXCI6MTAsXCJGb250TmFtZVwiOlwiQ2FsaWJyaVwiLFwiSXNCb2xkXCI6ZmFsc2UsXCJJc0l0YWxpY1wiOmZhbHNlLFwiSXNVbmRlcmxpbmVkXCI6ZmFsc2V9LFwiRm9yZWdyb3VuZFwiOntcIiRpZFwiOlwiMTQyXCIsXCJDb2xvclwiOntcIiRpZFwiOlwiMTQzXCIsXCJBXCI6MjU1LFwiUlwiOjE0LFwiR1wiOjQwLFwiQlwiOjY1fX0sXCJIb3Jpem9udGFsQWxpZ25tZW50XCI6MCxcIklzVmlzaWJsZVwiOnRydWV9LFwiRGF0ZUZvcm1hdFwiOntcIiRpZFwiOlwiMTQ0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E0NVwiLFwiRm9ybWF0XCI6MCxcIklzVmlzaWJsZVwiOmZhbHNlLFwiTGFzdEtub3duVmlzaWJpbGl0eVN0YXRlXCI6ZmFsc2V9LFwiVmFyaWFuY2VTdHlsZVwiOntcIiRpZFwiOlwiMTQ2XCIsXCJWYXJpYW5jZVRleHRTdHlsZVwiOntcIiRpZFwiOlwiMTQ3XCIsXCJGb250U2V0dGluZ3NcIjp7XCIkaWRcIjpcIjE0OFwiLFwiRm9udFNpemVcIjoxMCxcIkZvbnROYW1lXCI6XCJDYWxpYnJpXCIsXCJJc0JvbGRcIjpmYWxzZSxcIklzSXRhbGljXCI6ZmFsc2UsXCJJc1VuZGVybGluZWRcIjpmYWxzZX0sXCJGb3JlZ3JvdW5kXCI6e1wiJGlkXCI6XCIxNDlcIixcIkNvbG9yXCI6e1wiJGlkXCI6XCIxNTBcIixcIkFcIjoyNTUsXCJSXCI6MCxcIkdcIjowLFwiQlwiOjB9fSxcIkhvcml6b250YWxBbGlnbm1lbnRcIjowLFwiSXNWaXNpYmxlXCI6dHJ1ZX19fSxcIlN3aW1sYW5lVjJTdHlsZVwiOntcIiRpZFwiOlwiMTUxXCIsXCJTdHlsZUlkXCI6XCIzMzJjZmIxMy1iNDAxLTRlYzMtYjY1NS03Mzk2OGQwNGQ3NDlcIixcIk5hbWVcIjpcIlN3aW1sYW5lIFN0eWxlIDFcIixcIkhlYWRlclN0eWxlXCI6e1wiJGlkXCI6XCIxNTJcIixcIlRleHRTdHlsZVwiOntcIiRpZFwiOlwiMTUzXCIsXCJGb250U2V0dGluZ3NcIjp7XCIkaWRcIjpcIjE1NFwiLFwiRm9udFNpemVcIjoxMSxcIkZvbnROYW1lXCI6XCJDYWxpYnJpXCIsXCJJc0JvbGRcIjpmYWxzZSxcIklzSXRhbGljXCI6ZmFsc2UsXCJJc1VuZGVybGluZWRcIjpmYWxzZX0sXCJGb3JlZ3JvdW5kXCI6e1wiJGlkXCI6XCIxNTVcIixcIkNvbG9yXCI6e1wiJGlkXCI6XCIxNTZcIixcIkFcIjoyNTUsXCJSXCI6MjU1LFwiR1wiOjI1NSxcIkJcIjoyNTV9fSxcIkhvcml6b250YWxBbGlnbm1lbnRcIjowLFwiSXNWaXNpYmxlXCI6dHJ1ZX0sXCJSZWN0YW5nbGVTdHlsZVwiOntcIiRpZFwiOlwiMTU3XCIsXCJNYXJnaW5cIjp7XCIkaWRcIjpcIjE1OFwiLFwiVG9wXCI6MC4wLFwiTGVmdFwiOjAuMCxcIlJpZ2h0XCI6MC4wLFwiQm90dG9tXCI6MC4wfSxcIlBhZGRpbmdcIjp7XCIkaWRcIjpcIjE1OVwiLFwiVG9wXCI6MC4wLFwiTGVmdFwiOjAuMCxcIlJpZ2h0XCI6MC4wLFwiQm90dG9tXCI6MC4wfSxcIkJhY2tncm91bmRcIjp7XCIkaWRcIjpcIjE2MFwiLFwiQ29sb3JcIjp7XCIkaWRcIjpcIjE2MVwiLFwiQVwiOjI1NSxcIlJcIjoyMSxcIkdcIjo5NixcIkJcIjoxMzB9fSxcIklzVmlzaWJsZVwiOnRydWUsXCJXaWR0aFwiOjAuMCxcIkhlaWdodFwiOjAuMCxcIkJvcmRlclN0eWxlXCI6e1wiJGlkXCI6XCIxNjJcIixcIkxpbmVTdHlsZVwiOntcIiRpZFwiOlwiMTYzXCIsXCJMaW5lQ29sb3JcIjp7XCIkaWRcIjpcIjE2NFwiLFwiQ29sb3JcIjp7XCIkaWRcIjpcIjE2NVwiLFwiQVwiOjI1NSxcIlJcIjoyNTUsXCJHXCI6MjU1LFwiQlwiOjI1NX19LFwiTGluZVdlaWdodFwiOjAuMCxcIkxpbmVUeXBlXCI6MH0sXCJJc1Zpc2libGVcIjpmYWxzZX19fSxcIkJhY2tncm91bmR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UxLFwiUlwiOjIwMCxcIkdcIjoyMDAsXCJCXCI6MjAw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i4wLFwiTGluZVR5cGVcIjowfSxcIklzVmlzaWJsZVwiOmZhbHNlfX0sXCJJc0Fib3ZlVGltZWJhbmRcIjpmYWxzZSxcIlNwYWNpbmdcIjozLFwiRGVmYXVsdFN3aW1sYW5lQWN0aXZpdHlTdHlsZVwiOntcIiRpZFwiOlwiMTc1XCIsXCJIZWFkZXJTdHlsZVwiOntcIiRpZFwiOlwiMTc2XCIsXCJUZXh0U3R5bGVcIjp7XCIkaWRcIjpcIjE3N1wiLFwiRm9udFNldHRpbmdzXCI6e1wiJGlkXCI6XCIxNzhcIixcIkZvbnRTaXplXCI6MTEsXCJGb250TmFtZVwiOlwiQ2FsaWJyaVwiLFwiSXNCb2xkXCI6ZmFsc2UsXCJJc0l0YWxpY1wiOmZhbHNlLFwiSXNVbmRlcmxpbmVkXCI6ZmFsc2V9LFwiRm9yZWdyb3VuZFwiOntcIiRpZFwiOlwiMTc5XCIsXCJDb2xvclwiOntcIiRpZFwiOlwiMTgwXCIsXCJBXCI6MjU1LFwiUlwiOjAsXCJHXCI6MCxcIkJcIjowfX0sXCJIb3Jpem9udGFsQWxpZ25tZW50XCI6MCxcIklzVmlzaWJsZVwiOnRydWV9LFwiUmVjdGFuZ2xlU3R5bGVcIjp7XCIkaWRcIjpcIjE4MVwiLFwiTWFyZ2luXCI6e1wiJGlkXCI6XCIxODJcIixcIlRvcFwiOjAuMCxcIkxlZnRcIjowLjAsXCJSaWdodFwiOjAuMCxcIkJvdHRvbVwiOjAuMH0sXCJQYWRkaW5nXCI6e1wiJGlkXCI6XCIxODNcIixcIlRvcFwiOjAuMCxcIkxlZnRcIjowLjAsXCJSaWdodFwiOjAuMCxcIkJvdHRvbVwiOjAuMH0sXCJCYWNrZ3JvdW5kXCI6e1wiJGlkXCI6XCIxODRcIixcIkNvbG9yXCI6e1wiJGlkXCI6XCIxODVcIixcIkFcIjo2MyxcIlJcIjoyMSxcIkdcIjo5NixcIkJcIjoxMzB9fSxcIklzVmlzaWJsZVwiOnRydWUsXCJXaWR0aFwiOjAuMCxcIkhlaWdodFwiOjAuMCxcIkJvcmRlclN0eWxlXCI6e1wiJGlkXCI6XCIxODZcIixcIkxpbmVTdHlsZVwiOntcIiRpZFwiOlwiMTg3XCIsXCJMaW5lQ29sb3JcIjp7XCIkaWRcIjpcIjE4OFwiLFwiQ29sb3JcIjp7XCIkaWRcIjpcIjE4OVwiLFwiQVwiOjI1NSxcIlJcIjoyNTUsXCJHXCI6MCxcIkJcIjowfX0sXCJMaW5lV2VpZ2h0XCI6MC4wLFwiTGluZVR5cGVcIjowfSxcIklzVmlzaWJsZVwiOmZhbHNlfX19LFwiQmFja2dyb3VuZFN0eWxlXCI6e1wiJGlkXCI6XCIxOTBcIixcIk1hcmdpblwiOntcIiRpZFwiOlwiMTkxXCIsXCJUb3BcIjowLjAsXCJMZWZ0XCI6MC4wLFwiUmlnaHRcIjowLjAsXCJCb3R0b21cIjowLjB9LFwiUGFkZGluZ1wiOntcIiRpZFwiOlwiMTkyXCIsXCJUb3BcIjowLjAsXCJMZWZ0XCI6MC4wLFwiUmlnaHRcIjowLjAsXCJCb3R0b21cIjowLjB9LFwiQmFja2dyb3VuZFwiOntcIiRpZFwiOlwiMTkzXCIsXCJDb2xvclwiOntcIiRpZFwiOlwiMTk0XCIsXCJBXCI6NTEsXCJSXCI6MjAwLFwiR1wiOjIwMCxcIkJcIjoyMDB9fSxcIklzVmlzaWJsZVwiOnRydWUsXCJXaWR0aFwiOjAuMCxcIkhlaWdodFwiOjAuMCxcIkJvcmRlclN0eWxlXCI6e1wiJGlkXCI6XCIxOTVcIixcIkxpbmVTdHlsZVwiOntcIiRpZFwiOlwiMTk2XCIsXCJMaW5lQ29sb3JcIjp7XCIkaWRcIjpcIjE5N1wiLFwiQ29sb3JcIjp7XCIkaWRcIjpcIjE5OFwiLFwiQVwiOjI1NSxcIlJcIjoyMzQsXCJHXCI6MjIsXCJCXCI6MzB9fSxcIkxpbmVXZWlnaHRcIjoyLjAsXCJMaW5lVHlwZVwiOjB9LFwiSXNWaXNpYmxlXCI6ZmFsc2V9fX0sXCJEZWZhdWx0U3dpbWxhbmVNaWxlc3RvbmVTdHlsZVwiOntcIiRpZFwiOlwiMTk5XCIsXCJUaXRsZVBvc2l0aW9uXCI6MCxcIkRhdGVQb3NpdGlvblwiOjIsXCJWYXJpYW5jZVBvc2l0aW9uXCI6MixcIlNoYXBlVHlwZVwiOjEsXCJTaGFwZVNpemVcIjowLFwiU3BhY2luZ1wiOjUsXCJTaGFwZVN0eWxlXCI6e1wiJGlkXCI6XCIyMDBcIixcIk1hcmdpblwiOntcIiRpZFwiOlwiMjAxXCIsXCJUb3BcIjowLjAsXCJMZWZ0XCI6MC4wLFwiUmlnaHRcIjowLjAsXCJCb3R0b21cIjowLjB9LFwiUGFkZGluZ1wiOntcIiRpZFwiOlwiMjAyXCIsXCJUb3BcIjowLjAsXCJMZWZ0XCI6MC4wLFwiUmlnaHRcIjowLjAsXCJCb3R0b21cIjowLjB9LFwiQmFja2dyb3VuZFwiOntcIiRpZFwiOlwiMjAzXCIsXCJDb2xvclwiOntcIiRpZFwiOlwiMjA0XCIsXCJBXCI6MjU1LFwiUlwiOjIxLFwiR1wiOjk2LFwiQlwiOjEzMH19LFwiSXNWaXNpYmxlXCI6dHJ1ZSxcIldpZHRoXCI6MTIuMCxcIkhlaWdodFwiOjE0LjAsXCJCb3JkZXJTdHlsZVwiOntcIiRpZFwiOlwiMjA1XCIsXCJMaW5lU3R5bGVcIjp7XCIkaWRcIjpcIjIwNlwiLFwiTGluZUNvbG9yXCI6e1wiJGlkXCI6XCIyMDdcIixcIkNvbG9yXCI6e1wiJGlkXCI6XCIyMDhcIixcIkFcIjoyNTUsXCJSXCI6MjM0LFwiR1wiOjIyLFwiQlwiOjMwfX0sXCJMaW5lV2VpZ2h0XCI6Mi4wLFwiTGluZVR5cGVcIjowfSxcIklzVmlzaWJsZVwiOmZhbHNlfX0sXCJUaXRsZVN0eWxlXCI6e1wiJGlkXCI6XCIyMDlcIixcIkZvbnRTZXR0aW5nc1wiOntcIiRpZFwiOlwiMjEwXCIsXCJGb250U2l6ZVwiOjExLFwiRm9udE5hbWVcIjpcIkNhbGlicmlcIixcIklzQm9sZFwiOmZhbHNlLFwiSXNJdGFsaWNcIjpmYWxzZSxcIklzVW5kZXJsaW5lZFwiOmZhbHNlfSxcIkZvcmVncm91bmRcIjp7XCIkaWRcIjpcIjIxMVwiLFwiQ29sb3JcIjp7XCIkaWRcIjpcIjIxMlwiLFwiQVwiOjI1NSxcIlJcIjowLFwiR1wiOjAsXCJCXCI6MH19LFwiSG9yaXpvbnRhbEFsaWdubWVudFwiOjIsXCJJc1Zpc2libGVcIjp0cnVlfSxcIkRhdGVTdHlsZVwiOntcIiRpZFwiOlwiMjEzXCIsXCJGb250U2V0dGluZ3NcIjp7XCIkaWRcIjpcIjIxNFwiLFwiRm9udFNpemVcIjoxMCxcIkZvbnROYW1lXCI6XCJDYWxpYnJpXCIsXCJJc0JvbGRcIjpmYWxzZSxcIklzSXRhbGljXCI6ZmFsc2UsXCJJc1VuZGVybGluZWRcIjpmYWxzZX0sXCJGb3JlZ3JvdW5kXCI6e1wiJGlkXCI6XCIyMTVcIixcIkNvbG9yXCI6e1wiJGlkXCI6XCIyMTZcIixcIkFcIjoyNTUsXCJSXCI6MTQsXCJHXCI6NDAsXCJCXCI6NjV9fSxcIkhvcml6b250YWxBbGlnbm1lbnRcIjowLFwiSXNWaXNpYmxlXCI6dHJ1ZX0sXCJEYXRlRm9ybWF0XCI6e1wiJGlkXCI6XCIyMTd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E4XCIsXCJGb3JtYXRcIjowLFwiSXNWaXNpYmxlXCI6ZmFsc2UsXCJMYXN0S25vd25WaXNpYmlsaXR5U3RhdGVcIjpmYWxzZX0sXCJWYXJpYW5jZVN0eWxlXCI6e1wiJGlkXCI6XCIyMTlcIixcIlZhcmlhbmNlVGV4dFN0eWxlXCI6e1wiJGlkXCI6XCIyMjBcIixcIkZvbnRTZXR0aW5nc1wiOntcIiRpZFwiOlwiMjIxXCIsXCJGb250U2l6ZVwiOjEwLFwiRm9udE5hbWVcIjpcIkNhbGlicmlcIixcIklzQm9sZFwiOmZhbHNlLFwiSXNJdGFsaWNcIjpmYWxzZSxcIklzVW5kZXJsaW5lZFwiOmZhbHNlfSxcIkZvcmVncm91bmRcIjp7XCIkaWRcIjpcIjIyMlwiLFwiQ29sb3JcIjp7XCIkaWRcIjpcIjIyM1wiLFwiQVwiOjI1NSxcIlJcIjowLFwiR1wiOjAsXCJCXCI6MH19LFwiSG9yaXpvbnRhbEFsaWdubWVudFwiOjAsXCJJc1Zpc2libGVcIjp0cnVlfX19LFwiRGVmYXVsdFN3aW1sYW5lVGFza1N0eWxlXCI6e1wiJGlkXCI6XCIyMjRcIixcIlNoYXBlXCI6MSxcIlNoYXBlVGhpY2tuZXNzXCI6MCxcIkR1cmF0aW9uRm9ybWF0XCI6MCxcIlBlcmNlbnRhZ2VDb21wbGV0ZVRleHRTdHlsZVwiOntcIiRpZFwiOlwiMjI1XCIsXCJGb250U2V0dGluZ3NcIjp7XCIkaWRcIjpcIjIyNlwiLFwiRm9udFNpemVcIjoxMCxcIkZvbnROYW1lXCI6XCJDYWxpYnJpXCIsXCJJc0JvbGRcIjpmYWxzZSxcIklzSXRhbGljXCI6ZmFsc2UsXCJJc1VuZGVybGluZWRcIjpmYWxzZX0sXCJGb3JlZ3JvdW5kXCI6e1wiJGlkXCI6XCIyMjdcIixcIkNvbG9yXCI6e1wiJGlkXCI6XCIyMjhcIixcIkFcIjoyNTUsXCJSXCI6MjMyLFwiR1wiOjIzMixcIkJcIjoyMzJ9fSxcIkhvcml6b250YWxBbGlnbm1lbnRcIjoxLFwiSXNWaXNpYmxlXCI6dHJ1ZX0sXCJQZXJjZW50YWdlQ29tcGxldGVIaWdobGlnaHRTdHlsZVwiOntcIiRpZFwiOlwiMjI5XCIsXCJCYWNrZ3JvdW5kXCI6e1wiJGlkXCI6XCIyMzBcIixcIkNvbG9yXCI6e1wiJGlkXCI6XCIyMzFcIixcIkFcIjo4OSxcIlJcIjowLFwiR1wiOjAsXCJCXCI6MH19fSxcIkR1cmF0aW9uU3R5bGVcIjp7XCIkaWRcIjpcIjIzMlwiLFwiRm9udFNldHRpbmdzXCI6e1wiJGlkXCI6XCIyMzNcIixcIkZvbnRTaXplXCI6MTAsXCJGb250TmFtZVwiOlwiQ2FsaWJyaVwiLFwiSXNCb2xkXCI6ZmFsc2UsXCJJc0l0YWxpY1wiOmZhbHNlLFwiSXNVbmRlcmxpbmVkXCI6ZmFsc2V9LFwiRm9yZWdyb3VuZFwiOntcIiRpZFwiOlwiMjM0XCIsXCJDb2xvclwiOntcIiRpZFwiOlwiMjM1XCIsXCJBXCI6MjU1LFwiUlwiOjIzNyxcIkdcIjoxMjUsXCJCXCI6NDl9fSxcIkhvcml6b250YWxBbGlnbm1lbnRcIjowLFwiSXNWaXNpYmxlXCI6ZmFsc2V9LFwiTWFyZ2luXCI6e1wiJGlkXCI6XCIyMzZ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jM3XCIsXCJCYXNlbGluZVNoYXBlU3R5bGVcIjp7XCIkaWRcIjpcIjIzOFwiLFwiTWFyZ2luXCI6e1wiJGlkXCI6XCIyMzlcIixcIlRvcFwiOjAuMCxcIkxlZnRcIjowLjAsXCJSaWdodFwiOjAuMCxcIkJvdHRvbVwiOjAuMH0sXCJQYWRkaW5nXCI6e1wiJGlkXCI6XCIyNDBcIixcIlRvcFwiOjAuMCxcIkxlZnRcIjowLjAsXCJSaWdodFwiOjAuMCxcIkJvdHRvbVwiOjAuMH0sXCJCYWNrZ3JvdW5kXCI6e1wiJGlkXCI6XCIyNDFcIixcIkNvbG9yXCI6e1wiJGlkXCI6XCIyNDJcIixcIkFcIjoxNTMsXCJSXCI6MCxcIkdcIjowLFwiQlwiOjB9fSxcIklzVmlzaWJsZVwiOmZhbHNlLFwiV2lkdGhcIjowLjAsXCJIZWlnaHRcIjowLjAsXCJCb3JkZXJTdHlsZVwiOntcIiRpZFwiOlwiMjQzXCIsXCJMaW5lU3R5bGVcIjp7XCIkaWRcIjpcIjI0NFwiLFwiTGluZUNvbG9yXCI6e1wiJGlkXCI6XCIyNDVcIixcIkNvbG9yXCI6e1wiJGlkXCI6XCIyNDZcIixcIkFcIjoyNTUsXCJSXCI6MjU1LFwiR1wiOjAsXCJCXCI6MH19LFwiTGluZVdlaWdodFwiOjIuMCxcIkxpbmVUeXBlXCI6MH0sXCJJc1Zpc2libGVcIjpmYWxzZX19fSxcIlNoYXBlU3R5bGVcIjp7XCIkaWRcIjpcIjI0N1wiLFwiTWFyZ2luXCI6e1wiJGlkXCI6XCIyNDhcIixcIlRvcFwiOjAuMCxcIkxlZnRcIjo0LjAsXCJSaWdodFwiOjQuMCxcIkJvdHRvbVwiOjAuMH0sXCJQYWRkaW5nXCI6e1wiJGlkXCI6XCIyNDlcIixcIlRvcFwiOjAuMCxcIkxlZnRcIjowLjAsXCJSaWdodFwiOjAuMCxcIkJvdHRvbVwiOjAuMH0sXCJCYWNrZ3JvdW5kXCI6e1wiJGlkXCI6XCIyNTBcIixcIkNvbG9yXCI6e1wiJGlkXCI6XCIyNTFcIixcIkFcIjoyNTUsXCJSXCI6MjEsXCJHXCI6OTYsXCJCXCI6MTMwfX0sXCJJc1Zpc2libGVcIjp0cnVlLFwiV2lkdGhcIjowLjAsXCJIZWlnaHRcIjoxMC4wLFwiQm9yZGVyU3R5bGVcIjp7XCIkaWRcIjpcIjI1MlwiLFwiTGluZVN0eWxlXCI6e1wiJGlkXCI6XCIyNTNcIixcIkxpbmVDb2xvclwiOntcIiRpZFwiOlwiMjU0XCIsXCJDb2xvclwiOntcIiRpZFwiOlwiMjU1XCIsXCJBXCI6MjU1LFwiUlwiOjIzNCxcIkdcIjoyMixcIkJcIjozMH19LFwiTGluZVdlaWdodFwiOjIuMCxcIkxpbmVUeXBlXCI6MH0sXCJJc1Zpc2libGVcIjpmYWxzZX19LFwiVGl0bGVTdHlsZVwiOntcIiRpZFwiOlwiMjU2XCIsXCJGb250U2V0dGluZ3NcIjp7XCIkaWRcIjpcIjI1N1wiLFwiRm9udFNpemVcIjoxMSxcIkZvbnROYW1lXCI6XCJDYWxpYnJpXCIsXCJJc0JvbGRcIjpmYWxzZSxcIklzSXRhbGljXCI6ZmFsc2UsXCJJc1VuZGVybGluZWRcIjpmYWxzZX0sXCJGb3JlZ3JvdW5kXCI6e1wiJGlkXCI6XCIyNThcIixcIkNvbG9yXCI6e1wiJGlkXCI6XCIyNTlcIixcIkFcIjoyNTUsXCJSXCI6MCxcIkdcIjowLFwiQlwiOjB9fSxcIkhvcml6b250YWxBbGlnbm1lbnRcIjowLFwiSXNWaXNpYmxlXCI6dHJ1ZX0sXCJEYXRlU3R5bGVcIjp7XCIkaWRcIjpcIjI2MFwiLFwiRm9udFNldHRpbmdzXCI6e1wiJGlkXCI6XCIyNjFcIixcIkZvbnRTaXplXCI6MTAsXCJGb250TmFtZVwiOlwiQ2FsaWJyaVwiLFwiSXNCb2xkXCI6ZmFsc2UsXCJJc0l0YWxpY1wiOmZhbHNlLFwiSXNVbmRlcmxpbmVkXCI6ZmFsc2V9LFwiRm9yZWdyb3VuZFwiOntcIiRpZFwiOlwiMjYyXCIsXCJDb2xvclwiOntcIiRpZFwiOlwiMjYzXCIsXCJBXCI6MjU1LFwiUlwiOjE0LFwiR1wiOjQwLFwiQlwiOjY1fX0sXCJIb3Jpem9udGFsQWxpZ25tZW50XCI6MixcIklzVmlzaWJsZVwiOnRydWV9LFwiRGF0ZUZvcm1hdFwiOntcIiRpZFwiOlwiMjY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2NVwiLFwiRm9ybWF0XCI6MCxcIklzVmlzaWJsZVwiOmZhbHNlLFwiTGFzdEtub3duVmlzaWJpbGl0eVN0YXRlXCI6ZmFsc2V9LFwiVmFyaWFuY2VTdHlsZVwiOntcIiRpZFwiOlwiMjY2XCIsXCJWYXJpYW5jZVRleHRTdHlsZVwiOntcIiRpZFwiOlwiMjY3XCIsXCJGb250U2V0dGluZ3NcIjp7XCIkaWRcIjpcIjI2OFwiLFwiRm9udFNpemVcIjoxMCxcIkZvbnROYW1lXCI6XCJDYWxpYnJpXCIsXCJJc0JvbGRcIjpmYWxzZSxcIklzSXRhbGljXCI6ZmFsc2UsXCJJc1VuZGVybGluZWRcIjpmYWxzZX0sXCJGb3JlZ3JvdW5kXCI6e1wiJGlkXCI6XCIyNjlcIixcIkNvbG9yXCI6e1wiJGlkXCI6XCIyNzBcIixcIkFcIjoyNTUsXCJSXCI6MCxcIkdcIjowLFwiQlwiOjB9fSxcIkhvcml6b250YWxBbGlnbm1lbnRcIjowLFwiSXNWaXNpYmxlXCI6dHJ1ZX19fSxcIkRlZmF1bHRTd2ltbGFuZU1vdFN0eWxlXCI6e1wiJGlkXCI6XCIyNzFcIixcIlNoYXBlXCI6MSxcIlNoYXBlU2l6ZVwiOjAsXCJEZXRhaWxzU3BhY2luZ1wiOjAuMCxcIlBhZGRpbmdcIjp7XCIkaWRcIjpcIjI3MlwiLFwiVG9wXCI6NS4wLFwiTGVmdFwiOjMuMCxcIlJpZ2h0XCI6MC4wLFwiQm90dG9tXCI6Mi4wfSxcIlBvc2l0aW9uT25UYXNrXCI6MSxcIlNoYXBlU3R5bGVcIjp7XCIkaWRcIjpcIjI3M1wiLFwiTWFyZ2luXCI6e1wiJGlkXCI6XCIyNzRcIixcIlRvcFwiOjAuMCxcIkxlZnRcIjowLjAsXCJSaWdodFwiOjAuMCxcIkJvdHRvbVwiOjAuMH0sXCJQYWRkaW5nXCI6e1wiJGlkXCI6XCIyNzVcIixcIlRvcFwiOjAuMCxcIkxlZnRcIjowLjAsXCJSaWdodFwiOjAuMCxcIkJvdHRvbVwiOjAuMH0sXCJCYWNrZ3JvdW5kXCI6e1wiJGlkXCI6XCIyNzZcIixcIkNvbG9yXCI6e1wiJGlkXCI6XCIyNzdcIixcIkFcIjoyNTUsXCJSXCI6MTEsXCJHXCI6NDgsXCJCXCI6NjV9fSxcIklzVmlzaWJsZVwiOnRydWUsXCJXaWR0aFwiOjEyLjAsXCJIZWlnaHRcIjoxNC4wLFwiQm9yZGVyU3R5bGVcIjp7XCIkaWRcIjpcIjI3OFwiLFwiTGluZVN0eWxlXCI6e1wiJGlkXCI6XCIyNzlcIixcIkxpbmVDb2xvclwiOntcIiRpZFwiOlwiMjgwXCIsXCJDb2xvclwiOntcIiRpZFwiOlwiMjgxXCIsXCJBXCI6MjU1LFwiUlwiOjI1NSxcIkdcIjowLFwiQlwiOjB9fSxcIkxpbmVXZWlnaHRcIjowLjAsXCJMaW5lVHlwZVwiOjB9LFwiSXNWaXNpYmxlXCI6ZmFsc2V9fSxcIlRpdGxlU3R5bGVcIjp7XCIkaWRcIjpcIjI4MlwiLFwiRm9udFNldHRpbmdzXCI6e1wiJGlkXCI6XCIyODNcIixcIkZvbnRTaXplXCI6MTEsXCJGb250TmFtZVwiOlwiQ2FsaWJyaVwiLFwiSXNCb2xkXCI6ZmFsc2UsXCJJc0l0YWxpY1wiOmZhbHNlLFwiSXNVbmRlcmxpbmVkXCI6ZmFsc2V9LFwiRm9yZWdyb3VuZFwiOntcIiRpZFwiOlwiMjg0XCIsXCJDb2xvclwiOntcIiRpZFwiOlwiMjg1XCIsXCJBXCI6MjU1LFwiUlwiOjAsXCJHXCI6MCxcIkJcIjowfX0sXCJIb3Jpem9udGFsQWxpZ25tZW50XCI6MSxcIklzVmlzaWJsZVwiOnRydWV9LFwiRGF0ZVN0eWxlXCI6e1wiJGlkXCI6XCIyODZcIixcIkZvbnRTZXR0aW5nc1wiOntcIiRpZFwiOlwiMjg3XCIsXCJGb250U2l6ZVwiOjEwLFwiRm9udE5hbWVcIjpcIkNhbGlicmlcIixcIklzQm9sZFwiOmZhbHNlLFwiSXNJdGFsaWNcIjpmYWxzZSxcIklzVW5kZXJsaW5lZFwiOmZhbHNlfSxcIkZvcmVncm91bmRcIjp7XCIkaWRcIjpcIjI4OFwiLFwiQ29sb3JcIjp7XCIkaWRcIjpcIjI4OVwiLFwiQVwiOjI1NSxcIlJcIjoxNCxcIkdcIjo0MCxcIkJcIjo2NX19LFwiSG9yaXpvbnRhbEFsaWdubWVudFwiOjEsXCJJc1Zpc2libGVcIjp0cnVlfSxcIkRhdGVGb3JtYXRcIjp7XCIkaWRcIjpcIjI5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OTFcIixcIkZvcm1hdFwiOjAsXCJJc1Zpc2libGVcIjpmYWxzZSxcIkxhc3RLbm93blZpc2liaWxpdHlTdGF0ZVwiOmZhbHNlfSxcIlZhcmlhbmNlU3R5bGVcIjp7XCIkaWRcIjpcIjI5MlwiLFwiVmFyaWFuY2VUZXh0U3R5bGVcIjp7XCIkaWRcIjpcIjI5M1wiLFwiRm9udFNldHRpbmdzXCI6e1wiJGlkXCI6XCIyOTRcIixcIkZvbnRTaXplXCI6MTAsXCJGb250TmFtZVwiOlwiQ2FsaWJyaVwiLFwiSXNCb2xkXCI6ZmFsc2UsXCJJc0l0YWxpY1wiOmZhbHNlLFwiSXNVbmRlcmxpbmVkXCI6ZmFsc2V9LFwiRm9yZWdyb3VuZFwiOntcIiRpZFwiOlwiMjk1XCIsXCJDb2xvclwiOntcIiRpZFwiOlwiMjk2XCIsXCJBXCI6MjU1LFwiUlwiOjAsXCJHXCI6MCxcIkJcIjowfX0sXCJIb3Jpem9udGFsQWxpZ25tZW50XCI6MCxcIklzVmlzaWJsZVwiOnRydWV9fX19LFwiX2FkZGl0aW9uYWxTd2ltbGFuZVYyU3R5bGVzXCI6W3tcIiRpZFwiOlwiMjk3XCIsXCJTdHlsZUlkXCI6XCI5ODUxM2UxMC01NTFjLTRmMzAtYWMxMS1hMDY5MGU5MDMxMzRcIixcIk5hbWVcIjpcIlN3aW1sYW5lIFN0eWxlIDJcIixcIkhlYWRlclN0eWxlXCI6e1wiJGlkXCI6XCIyOThcIixcIlRleHRTdHlsZVwiOntcIiRpZFwiOlwiMjk5XCIsXCJGb250U2V0dGluZ3NcIjp7XCIkaWRcIjpcIjMwMFwiLFwiRm9udFNpemVcIjoxMSxcIkZvbnROYW1lXCI6XCJDYWxpYnJpXCIsXCJJc0JvbGRcIjpmYWxzZSxcIklzSXRhbGljXCI6ZmFsc2UsXCJJc1VuZGVybGluZWRcIjpmYWxzZX0sXCJGb3JlZ3JvdW5kXCI6e1wiJGlkXCI6XCIzMDFcIixcIkNvbG9yXCI6e1wiJGlkXCI6XCIzMDJcIixcIkFcIjoyNTUsXCJSXCI6MjU1LFwiR1wiOjI1NSxcIkJcIjoyNTV9fSxcIkhvcml6b250YWxBbGlnbm1lbnRcIjoxLFwiSXNWaXNpYmxlXCI6dHJ1ZX0sXCJSZWN0YW5nbGVTdHlsZVwiOntcIiRpZFwiOlwiMzAzXCIsXCJNYXJnaW5cIjp7XCIkaWRcIjpcIjMwNFwiLFwiVG9wXCI6MC4wLFwiTGVmdFwiOjAuMCxcIlJpZ2h0XCI6MC4wLFwiQm90dG9tXCI6MC4wfSxcIlBhZGRpbmdcIjp7XCIkaWRcIjpcIjMwNVwiLFwiVG9wXCI6MC4wLFwiTGVmdFwiOjAuMCxcIlJpZ2h0XCI6MC4wLFwiQm90dG9tXCI6MC4wfSxcIkJhY2tncm91bmRcIjp7XCIkaWRcIjpcIjMwNlwiLFwiQ29sb3JcIjp7XCIkaWRcIjpcIjMwN1wiLFwiQVwiOjI1NSxcIlJcIjoyMzMsXCJHXCI6MTEzLFwiQlwiOjUwfX0sXCJJc1Zpc2libGVcIjp0cnVlLFwiV2lkdGhcIjowLjAsXCJIZWlnaHRcIjowLjAsXCJCb3JkZXJTdHlsZVwiOntcIiRpZFwiOlwiMzA4XCIsXCJMaW5lU3R5bGVcIjp7XCIkaWRcIjpcIjMwOVwiLFwiTGluZUNvbG9yXCI6e1wiJGlkXCI6XCIzMTBcIixcIkNvbG9yXCI6e1wiJGlkXCI6XCIzMTFcIixcIkFcIjoyNTUsXCJSXCI6MjU1LFwiR1wiOjI1NSxcIkJcIjoyNTV9fSxcIkxpbmVXZWlnaHRcIjowLjAsXCJMaW5lVHlwZVwiOjB9LFwiSXNWaXNpYmxlXCI6ZmFsc2V9fX0sXCJCYWNrZ3JvdW5kU3R5bGVcIjp7XCIkaWRcIjpcIjMxMlwiLFwiTWFyZ2luXCI6e1wiJGlkXCI6XCIzMTNcIixcIlRvcFwiOjAuMCxcIkxlZnRcIjowLjAsXCJSaWdodFwiOjAuMCxcIkJvdHRvbVwiOjAuMH0sXCJQYWRkaW5nXCI6e1wiJGlkXCI6XCIzMTRcIixcIlRvcFwiOjAuMCxcIkxlZnRcIjowLjAsXCJSaWdodFwiOjAuMCxcIkJvdHRvbVwiOjAuMH0sXCJCYWNrZ3JvdW5kXCI6e1wiJGlkXCI6XCIzMTVcIixcIkNvbG9yXCI6e1wiJGlkXCI6XCIzMTZcIixcIkFcIjo1MSxcIlJcIjoyMDAsXCJHXCI6MjAwLFwiQlwiOjIwMH19LFwiSXNWaXNpYmxlXCI6dHJ1ZSxcIldpZHRoXCI6MC4wLFwiSGVpZ2h0XCI6MC4wLFwiQm9yZGVyU3R5bGVcIjp7XCIkaWRcIjpcIjMxN1wiLFwiTGluZVN0eWxlXCI6e1wiJGlkXCI6XCIzMThcIixcIkxpbmVDb2xvclwiOntcIiRpZFwiOlwiMzE5XCIsXCJDb2xvclwiOntcIiRpZFwiOlwiMzIwXCIsXCJBXCI6MjU1LFwiUlwiOjIzNCxcIkdcIjoyMixcIkJcIjozMH19LFwiTGluZVdlaWdodFwiOjIuMCxcIkxpbmVUeXBlXCI6MH0sXCJJc1Zpc2libGVcIjpmYWxzZX19LFwiSXNBYm92ZVRpbWViYW5kXCI6ZmFsc2UsXCJTcGFjaW5nXCI6MyxcIkRlZmF1bHRTd2ltbGFuZUFjdGl2aXR5U3R5bGVcIjp7XCIkaWRcIjpcIjMyMVwiLFwiSGVhZGVyU3R5bGVcIjp7XCIkaWRcIjpcIjMyMlwiLFwiVGV4dFN0eWxlXCI6e1wiJGlkXCI6XCIzMjNcIixcIkZvbnRTZXR0aW5nc1wiOntcIiRpZFwiOlwiMzI0XCIsXCJGb250U2l6ZVwiOjExLFwiRm9udE5hbWVcIjpcIkNhbGlicmlcIixcIklzQm9sZFwiOmZhbHNlLFwiSXNJdGFsaWNcIjpmYWxzZSxcIklzVW5kZXJsaW5lZFwiOmZhbHNlfSxcIkZvcmVncm91bmRcIjp7XCIkaWRcIjpcIjMyNVwiLFwiQ29sb3JcIjp7XCIkaWRcIjpcIjMyNlwiLFwiQVwiOjI1NSxcIlJcIjowLFwiR1wiOjAsXCJCXCI6MH19LFwiSG9yaXpvbnRhbEFsaWdubWVudFwiOjAsXCJJc1Zpc2libGVcIjp0cnVlfSxcIlJlY3RhbmdsZVN0eWxlXCI6e1wiJGlkXCI6XCIzMjdcIixcIk1hcmdpblwiOntcIiRpZFwiOlwiMzI4XCIsXCJUb3BcIjowLjAsXCJMZWZ0XCI6MC4wLFwiUmlnaHRcIjowLjAsXCJCb3R0b21cIjowLjB9LFwiUGFkZGluZ1wiOntcIiRpZFwiOlwiMzI5XCIsXCJUb3BcIjowLjAsXCJMZWZ0XCI6MC4wLFwiUmlnaHRcIjowLjAsXCJCb3R0b21cIjowLjB9LFwiQmFja2dyb3VuZFwiOntcIiRpZFwiOlwiMzMwXCIsXCJDb2xvclwiOntcIiRpZFwiOlwiMzMxXCIsXCJBXCI6NjMsXCJSXCI6MjMzLFwiR1wiOjExMyxcIkJcIjo1MH19LFwiSXNWaXNpYmxlXCI6dHJ1ZSxcIldpZHRoXCI6MC4wLFwiSGVpZ2h0XCI6MC4wLFwiQm9yZGVyU3R5bGVcIjp7XCIkaWRcIjpcIjMzMlwiLFwiTGluZVN0eWxlXCI6e1wiJGlkXCI6XCIzMzNcIixcIkxpbmVDb2xvclwiOntcIiRpZFwiOlwiMzM0XCIsXCJDb2xvclwiOntcIiRpZFwiOlwiMzM1XCIsXCJBXCI6MjU1LFwiUlwiOjI1NSxcIkdcIjoyNTUsXCJCXCI6MjU1fX0sXCJMaW5lV2VpZ2h0XCI6MC4wLFwiTGluZVR5cGVcIjowfSxcIklzVmlzaWJsZVwiOmZhbHNlfX19LFwiQmFja2dyb3VuZFN0eWxlXCI6e1wiJGlkXCI6XCIzMzZcIixcIk1hcmdpblwiOntcIiRpZFwiOlwiMzM3XCIsXCJUb3BcIjowLjAsXCJMZWZ0XCI6MC4wLFwiUmlnaHRcIjowLjAsXCJCb3R0b21cIjowLjB9LFwiUGFkZGluZ1wiOntcIiRpZFwiOlwiMzM4XCIsXCJUb3BcIjowLjAsXCJMZWZ0XCI6MC4wLFwiUmlnaHRcIjowLjAsXCJCb3R0b21cIjowLjB9LFwiQmFja2dyb3VuZFwiOntcIiRpZFwiOlwiMzM5XCIsXCJDb2xvclwiOntcIiRpZFwiOlwiMzQwXCIsXCJBXCI6NTEsXCJSXCI6MjAwLFwiR1wiOjIwMCxcIkJcIjoyMDB9fSxcIklzVmlzaWJsZVwiOnRydWUsXCJXaWR0aFwiOjAuMCxcIkhlaWdodFwiOjAuMCxcIkJvcmRlclN0eWxlXCI6e1wiJGlkXCI6XCIzNDFcIixcIkxpbmVTdHlsZVwiOntcIiRpZFwiOlwiMzQyXCIsXCJMaW5lQ29sb3JcIjp7XCIkaWRcIjpcIjM0M1wiLFwiQ29sb3JcIjp7XCIkaWRcIjpcIjM0NFwiLFwiQVwiOjI1NSxcIlJcIjoyMzQsXCJHXCI6MjIsXCJCXCI6MzB9fSxcIkxpbmVXZWlnaHRcIjoyLjAsXCJMaW5lVHlwZVwiOjB9LFwiSXNWaXNpYmxlXCI6ZmFsc2V9fX0sXCJEZWZhdWx0U3dpbWxhbmVNaWxlc3RvbmVTdHlsZVwiOntcIiRpZFwiOlwiMzQ1XCIsXCJUaXRsZVBvc2l0aW9uXCI6MCxcIkRhdGVQb3NpdGlvblwiOjIsXCJWYXJpYW5jZVBvc2l0aW9uXCI6MixcIlNoYXBlVHlwZVwiOjEsXCJTaGFwZVNpemVcIjowLFwiU3BhY2luZ1wiOjUsXCJTaGFwZVN0eWxlXCI6e1wiJGlkXCI6XCIzNDZcIixcIk1hcmdpblwiOntcIiRpZFwiOlwiMzQ3XCIsXCJUb3BcIjowLjAsXCJMZWZ0XCI6MC4wLFwiUmlnaHRcIjowLjAsXCJCb3R0b21cIjowLjB9LFwiUGFkZGluZ1wiOntcIiRpZFwiOlwiMzQ4XCIsXCJUb3BcIjowLjAsXCJMZWZ0XCI6MC4wLFwiUmlnaHRcIjowLjAsXCJCb3R0b21cIjowLjB9LFwiQmFja2dyb3VuZFwiOntcIiRpZFwiOlwiMzQ5XCIsXCJDb2xvclwiOntcIiRpZFwiOlwiMzUwXCIsXCJBXCI6MjU1LFwiUlwiOjIzMyxcIkdcIjoxMTMsXCJCXCI6NTB9fSxcIklzVmlzaWJsZVwiOnRydWUsXCJXaWR0aFwiOjEyLjAsXCJIZWlnaHRcIjoxNC4wLFwiQm9yZGVyU3R5bGVcIjp7XCIkaWRcIjpcIjM1MVwiLFwiTGluZVN0eWxlXCI6e1wiJGlkXCI6XCIzNTJcIixcIkxpbmVDb2xvclwiOntcIiRpZFwiOlwiMzUzXCIsXCJDb2xvclwiOntcIiRpZFwiOlwiMzU0XCIsXCJBXCI6MjU1LFwiUlwiOjIzNCxcIkdcIjoyMixcIkJcIjozMH19LFwiTGluZVdlaWdodFwiOjIuMCxcIkxpbmVUeXBlXCI6MH0sXCJJc1Zpc2libGVcIjpmYWxzZX19LFwiVGl0bGVTdHlsZVwiOntcIiRpZFwiOlwiMzU1XCIsXCJGb250U2V0dGluZ3NcIjp7XCIkaWRcIjpcIjM1NlwiLFwiRm9udFNpemVcIjoxMSxcIkZvbnROYW1lXCI6XCJDYWxpYnJpXCIsXCJJc0JvbGRcIjpmYWxzZSxcIklzSXRhbGljXCI6ZmFsc2UsXCJJc1VuZGVybGluZWRcIjpmYWxzZX0sXCJGb3JlZ3JvdW5kXCI6e1wiJGlkXCI6XCIzNTdcIixcIkNvbG9yXCI6e1wiJGlkXCI6XCIzNThcIixcIkFcIjoyNTUsXCJSXCI6MCxcIkdcIjowLFwiQlwiOjB9fSxcIkhvcml6b250YWxBbGlnbm1lbnRcIjoyLFwiSXNWaXNpYmxlXCI6dHJ1ZX0sXCJEYXRlU3R5bGVcIjp7XCIkaWRcIjpcIjM1OVwiLFwiRm9udFNldHRpbmdzXCI6e1wiJGlkXCI6XCIzNjBcIixcIkZvbnRTaXplXCI6MTAsXCJGb250TmFtZVwiOlwiQ2FsaWJyaVwiLFwiSXNCb2xkXCI6ZmFsc2UsXCJJc0l0YWxpY1wiOmZhbHNlLFwiSXNVbmRlcmxpbmVkXCI6ZmFsc2V9LFwiRm9yZWdyb3VuZFwiOntcIiRpZFwiOlwiMzYxXCIsXCJDb2xvclwiOntcIiRpZFwiOlwiMzYyXCIsXCJBXCI6MjU1LFwiUlwiOjE0LFwiR1wiOjQwLFwiQlwiOjY1fX0sXCJIb3Jpem9udGFsQWxpZ25tZW50XCI6MCxcIklzVmlzaWJsZVwiOnRydWV9LFwiRGF0ZUZvcm1hdFwiOntcIiRpZFwiOlwiMzYz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2NFwiLFwiRm9ybWF0XCI6MCxcIklzVmlzaWJsZVwiOmZhbHNlLFwiTGFzdEtub3duVmlzaWJpbGl0eVN0YXRlXCI6ZmFsc2V9LFwiVmFyaWFuY2VTdHlsZVwiOntcIiRpZFwiOlwiMzY1XCIsXCJWYXJpYW5jZVRleHRTdHlsZVwiOntcIiRpZFwiOlwiMzY2XCIsXCJGb250U2V0dGluZ3NcIjp7XCIkaWRcIjpcIjM2N1wiLFwiRm9udFNpemVcIjoxMCxcIkZvbnROYW1lXCI6XCJDYWxpYnJpXCIsXCJJc0JvbGRcIjpmYWxzZSxcIklzSXRhbGljXCI6ZmFsc2UsXCJJc1VuZGVybGluZWRcIjpmYWxzZX0sXCJGb3JlZ3JvdW5kXCI6e1wiJGlkXCI6XCIzNjhcIixcIkNvbG9yXCI6e1wiJGlkXCI6XCIzNjlcIixcIkFcIjoyNTUsXCJSXCI6MCxcIkdcIjowLFwiQlwiOjB9fSxcIkhvcml6b250YWxBbGlnbm1lbnRcIjowLFwiSXNWaXNpYmxlXCI6dHJ1ZX19fSxcIkRlZmF1bHRTd2ltbGFuZVRhc2tTdHlsZVwiOntcIiRpZFwiOlwiMzcwXCIsXCJTaGFwZVwiOjEsXCJTaGFwZVRoaWNrbmVzc1wiOjAsXCJEdXJhdGlvbkZvcm1hdFwiOjAsXCJQZXJjZW50YWdlQ29tcGxldGVUZXh0U3R5bGVcIjp7XCIkaWRcIjpcIjM3MVwiLFwiRm9udFNldHRpbmdzXCI6e1wiJGlkXCI6XCIzNzJcIixcIkZvbnRTaXplXCI6MTAsXCJGb250TmFtZVwiOlwiQ2FsaWJyaVwiLFwiSXNCb2xkXCI6ZmFsc2UsXCJJc0l0YWxpY1wiOmZhbHNlLFwiSXNVbmRlcmxpbmVkXCI6ZmFsc2V9LFwiRm9yZWdyb3VuZFwiOntcIiRpZFwiOlwiMzczXCIsXCJDb2xvclwiOntcIiRpZFwiOlwiMzc0XCIsXCJBXCI6MjU1LFwiUlwiOjIzMixcIkdcIjoyMzIsXCJCXCI6MjMyfX0sXCJIb3Jpem9udGFsQWxpZ25tZW50XCI6MSxcIklzVmlzaWJsZVwiOnRydWV9LFwiUGVyY2VudGFnZUNvbXBsZXRlSGlnaGxpZ2h0U3R5bGVcIjp7XCIkaWRcIjpcIjM3NVwiLFwiQmFja2dyb3VuZFwiOntcIiRpZFwiOlwiMzc2XCIsXCJDb2xvclwiOntcIiRpZFwiOlwiMzc3XCIsXCJBXCI6ODksXCJSXCI6MCxcIkdcIjowLFwiQlwiOjB9fX0sXCJEdXJhdGlvblN0eWxlXCI6e1wiJGlkXCI6XCIzNzhcIixcIkZvbnRTZXR0aW5nc1wiOntcIiRpZFwiOlwiMzc5XCIsXCJGb250U2l6ZVwiOjEwLFwiRm9udE5hbWVcIjpcIkNhbGlicmlcIixcIklzQm9sZFwiOmZhbHNlLFwiSXNJdGFsaWNcIjpmYWxzZSxcIklzVW5kZXJsaW5lZFwiOmZhbHNlfSxcIkZvcmVncm91bmRcIjp7XCIkaWRcIjpcIjM4MFwiLFwiQ29sb3JcIjp7XCIkaWRcIjpcIjM4MVwiLFwiQVwiOjI1NSxcIlJcIjoyMzcsXCJHXCI6MTI1LFwiQlwiOjQ5fX0sXCJIb3Jpem9udGFsQWxpZ25tZW50XCI6MCxcIklzVmlzaWJsZVwiOmZhbHNlfSxcIk1hcmdpblwiOntcIiRpZFwiOlwiMzgy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M4M1wiLFwiQmFzZWxpbmVTaGFwZVN0eWxlXCI6e1wiJGlkXCI6XCIzODRcIixcIk1hcmdpblwiOntcIiRpZFwiOlwiMzg1XCIsXCJUb3BcIjowLjAsXCJMZWZ0XCI6MC4wLFwiUmlnaHRcIjowLjAsXCJCb3R0b21cIjowLjB9LFwiUGFkZGluZ1wiOntcIiRpZFwiOlwiMzg2XCIsXCJUb3BcIjowLjAsXCJMZWZ0XCI6MC4wLFwiUmlnaHRcIjowLjAsXCJCb3R0b21cIjowLjB9LFwiQmFja2dyb3VuZFwiOntcIiRpZFwiOlwiMzg3XCIsXCJDb2xvclwiOntcIiRpZFwiOlwiMzg4XCIsXCJBXCI6MTUzLFwiUlwiOjAsXCJHXCI6MCxcIkJcIjowfX0sXCJJc1Zpc2libGVcIjpmYWxzZSxcIldpZHRoXCI6MC4wLFwiSGVpZ2h0XCI6MC4wLFwiQm9yZGVyU3R5bGVcIjp7XCIkaWRcIjpcIjM4OVwiLFwiTGluZVN0eWxlXCI6e1wiJGlkXCI6XCIzOTBcIixcIkxpbmVDb2xvclwiOntcIiRpZFwiOlwiMzkxXCIsXCJDb2xvclwiOntcIiRpZFwiOlwiMzkyXCIsXCJBXCI6MjU1LFwiUlwiOjI1NSxcIkdcIjowLFwiQlwiOjB9fSxcIkxpbmVXZWlnaHRcIjoyLjAsXCJMaW5lVHlwZVwiOjB9LFwiSXNWaXNpYmxlXCI6ZmFsc2V9fX0sXCJTaGFwZVN0eWxlXCI6e1wiJGlkXCI6XCIzOTNcIixcIk1hcmdpblwiOntcIiRpZFwiOlwiMzk0XCIsXCJUb3BcIjowLjAsXCJMZWZ0XCI6NC4wLFwiUmlnaHRcIjo0LjAsXCJCb3R0b21cIjowLjB9LFwiUGFkZGluZ1wiOntcIiRpZFwiOlwiMzk1XCIsXCJUb3BcIjowLjAsXCJMZWZ0XCI6MC4wLFwiUmlnaHRcIjowLjAsXCJCb3R0b21cIjowLjB9LFwiQmFja2dyb3VuZFwiOntcIiRpZFwiOlwiMzk2XCIsXCJDb2xvclwiOntcIiRpZFwiOlwiMzk3XCIsXCJBXCI6MjU1LFwiUlwiOjIzMyxcIkdcIjoxMTMsXCJCXCI6NTB9fSxcIklzVmlzaWJsZVwiOnRydWUsXCJXaWR0aFwiOjAuMCxcIkhlaWdodFwiOjEwLjAsXCJCb3JkZXJTdHlsZVwiOntcIiRpZFwiOlwiMzk4XCIsXCJMaW5lU3R5bGVcIjp7XCIkaWRcIjpcIjM5OVwiLFwiTGluZUNvbG9yXCI6e1wiJGlkXCI6XCI0MDBcIixcIkNvbG9yXCI6e1wiJGlkXCI6XCI0MDFcIixcIkFcIjoyNTUsXCJSXCI6MjM0LFwiR1wiOjIyLFwiQlwiOjMwfX0sXCJMaW5lV2VpZ2h0XCI6Mi4wLFwiTGluZVR5cGVcIjowfSxcIklzVmlzaWJsZVwiOmZhbHNlfX0sXCJUaXRsZVN0eWxlXCI6e1wiJGlkXCI6XCI0MDJcIixcIkZvbnRTZXR0aW5nc1wiOntcIiRpZFwiOlwiNDAzXCIsXCJGb250U2l6ZVwiOjExLFwiRm9udE5hbWVcIjpcIkNhbGlicmlcIixcIklzQm9sZFwiOmZhbHNlLFwiSXNJdGFsaWNcIjpmYWxzZSxcIklzVW5kZXJsaW5lZFwiOmZhbHNlfSxcIkZvcmVncm91bmRcIjp7XCIkaWRcIjpcIjQwNFwiLFwiQ29sb3JcIjp7XCIkaWRcIjpcIjQwNVwiLFwiQVwiOjI1NSxcIlJcIjowLFwiR1wiOjAsXCJCXCI6MH19LFwiSG9yaXpvbnRhbEFsaWdubWVudFwiOjAsXCJJc1Zpc2libGVcIjp0cnVlfSxcIkRhdGVTdHlsZVwiOntcIiRpZFwiOlwiNDA2XCIsXCJGb250U2V0dGluZ3NcIjp7XCIkaWRcIjpcIjQwN1wiLFwiRm9udFNpemVcIjoxMCxcIkZvbnROYW1lXCI6XCJDYWxpYnJpXCIsXCJJc0JvbGRcIjpmYWxzZSxcIklzSXRhbGljXCI6ZmFsc2UsXCJJc1VuZGVybGluZWRcIjpmYWxzZX0sXCJGb3JlZ3JvdW5kXCI6e1wiJGlkXCI6XCI0MDhcIixcIkNvbG9yXCI6e1wiJGlkXCI6XCI0MDlcIixcIkFcIjoyNTUsXCJSXCI6MTQsXCJHXCI6NDAsXCJCXCI6NjV9fSxcIkhvcml6b250YWxBbGlnbm1lbnRcIjoyLFwiSXNWaXNpYmxlXCI6dHJ1ZX0sXCJEYXRlRm9ybWF0XCI6e1wiJGlkXCI6XCI0MTB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ExXCIsXCJGb3JtYXRcIjowLFwiSXNWaXNpYmxlXCI6ZmFsc2UsXCJMYXN0S25vd25WaXNpYmlsaXR5U3RhdGVcIjpmYWxzZX0sXCJWYXJpYW5jZVN0eWxlXCI6e1wiJGlkXCI6XCI0MTJcIixcIlZhcmlhbmNlVGV4dFN0eWxlXCI6e1wiJGlkXCI6XCI0MTNcIixcIkZvbnRTZXR0aW5nc1wiOntcIiRpZFwiOlwiNDE0XCIsXCJGb250U2l6ZVwiOjEwLFwiRm9udE5hbWVcIjpcIkNhbGlicmlcIixcIklzQm9sZFwiOmZhbHNlLFwiSXNJdGFsaWNcIjpmYWxzZSxcIklzVW5kZXJsaW5lZFwiOmZhbHNlfSxcIkZvcmVncm91bmRcIjp7XCIkaWRcIjpcIjQxNVwiLFwiQ29sb3JcIjp7XCIkaWRcIjpcIjQxNlwiLFwiQVwiOjI1NSxcIlJcIjowLFwiR1wiOjAsXCJCXCI6MH19LFwiSG9yaXpvbnRhbEFsaWdubWVudFwiOjAsXCJJc1Zpc2libGVcIjp0cnVlfX19LFwiRGVmYXVsdFN3aW1sYW5lTW90U3R5bGVcIjp7XCIkaWRcIjpcIjQxN1wiLFwiU2hhcGVcIjoxLFwiU2hhcGVTaXplXCI6MCxcIkRldGFpbHNTcGFjaW5nXCI6MC4wLFwiUGFkZGluZ1wiOntcIiRpZFwiOlwiNDE4XCIsXCJUb3BcIjo1LjAsXCJMZWZ0XCI6My4wLFwiUmlnaHRcIjowLjAsXCJCb3R0b21cIjoyLjB9LFwiUG9zaXRpb25PblRhc2tcIjoxLFwiU2hhcGVTdHlsZVwiOntcIiRpZFwiOlwiNDE5XCIsXCJNYXJnaW5cIjp7XCIkaWRcIjpcIjQyMFwiLFwiVG9wXCI6MC4wLFwiTGVmdFwiOjAuMCxcIlJpZ2h0XCI6MC4wLFwiQm90dG9tXCI6MC4wfSxcIlBhZGRpbmdcIjp7XCIkaWRcIjpcIjQyMVwiLFwiVG9wXCI6MC4wLFwiTGVmdFwiOjAuMCxcIlJpZ2h0XCI6MC4wLFwiQm90dG9tXCI6MC4wfSxcIkJhY2tncm91bmRcIjp7XCIkaWRcIjpcIjQyMlwiLFwiQ29sb3JcIjp7XCIkaWRcIjpcIjQyM1wiLFwiQVwiOjI1NSxcIlJcIjoxMjgsXCJHXCI6NTMsXCJCXCI6MTR9fSxcIklzVmlzaWJsZVwiOnRydWUsXCJXaWR0aFwiOjEyLjAsXCJIZWlnaHRcIjoxNC4wLFwiQm9yZGVyU3R5bGVcIjp7XCIkaWRcIjpcIjQyNFwiLFwiTGluZVN0eWxlXCI6e1wiJGlkXCI6XCI0MjVcIixcIkxpbmVDb2xvclwiOntcIiRpZFwiOlwiNDI2XCIsXCJDb2xvclwiOntcIiRpZFwiOlwiNDI3XCIsXCJBXCI6MjU1LFwiUlwiOjI1NSxcIkdcIjoyNTUsXCJCXCI6MjU1fX0sXCJMaW5lV2VpZ2h0XCI6MC4wLFwiTGluZVR5cGVcIjowfSxcIklzVmlzaWJsZVwiOmZhbHNlfX0sXCJUaXRsZVN0eWxlXCI6e1wiJGlkXCI6XCI0MjhcIixcIkZvbnRTZXR0aW5nc1wiOntcIiRpZFwiOlwiNDI5XCIsXCJGb250U2l6ZVwiOjExLFwiRm9udE5hbWVcIjpcIkNhbGlicmlcIixcIklzQm9sZFwiOmZhbHNlLFwiSXNJdGFsaWNcIjpmYWxzZSxcIklzVW5kZXJsaW5lZFwiOmZhbHNlfSxcIkZvcmVncm91bmRcIjp7XCIkaWRcIjpcIjQzMFwiLFwiQ29sb3JcIjp7XCIkaWRcIjpcIjQzMVwiLFwiQVwiOjI1NSxcIlJcIjowLFwiR1wiOjAsXCJCXCI6MH19LFwiSG9yaXpvbnRhbEFsaWdubWVudFwiOjEsXCJJc1Zpc2libGVcIjp0cnVlfSxcIkRhdGVTdHlsZVwiOntcIiRpZFwiOlwiNDMyXCIsXCJGb250U2V0dGluZ3NcIjp7XCIkaWRcIjpcIjQzM1wiLFwiRm9udFNpemVcIjoxMCxcIkZvbnROYW1lXCI6XCJDYWxpYnJpXCIsXCJJc0JvbGRcIjpmYWxzZSxcIklzSXRhbGljXCI6ZmFsc2UsXCJJc1VuZGVybGluZWRcIjpmYWxzZX0sXCJGb3JlZ3JvdW5kXCI6e1wiJGlkXCI6XCI0MzRcIixcIkNvbG9yXCI6e1wiJGlkXCI6XCI0MzVcIixcIkFcIjoyNTUsXCJSXCI6MTQsXCJHXCI6NDAsXCJCXCI6NjV9fSxcIkhvcml6b250YWxBbGlnbm1lbnRcIjoxLFwiSXNWaXNpYmxlXCI6dHJ1ZX0sXCJEYXRlRm9ybWF0XCI6e1wiJGlkXCI6XCI0Mz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M3XCIsXCJGb3JtYXRcIjowLFwiSXNWaXNpYmxlXCI6ZmFsc2UsXCJMYXN0S25vd25WaXNpYmlsaXR5U3RhdGVcIjpmYWxzZX0sXCJWYXJpYW5jZVN0eWxlXCI6e1wiJGlkXCI6XCI0MzhcIixcIlZhcmlhbmNlVGV4dFN0eWxlXCI6e1wiJGlkXCI6XCI0MzlcIixcIkZvbnRTZXR0aW5nc1wiOntcIiRpZFwiOlwiNDQwXCIsXCJGb250U2l6ZVwiOjEwLFwiRm9udE5hbWVcIjpcIkNhbGlicmlcIixcIklzQm9sZFwiOmZhbHNlLFwiSXNJdGFsaWNcIjpmYWxzZSxcIklzVW5kZXJsaW5lZFwiOmZhbHNlfSxcIkZvcmVncm91bmRcIjp7XCIkaWRcIjpcIjQ0MVwiLFwiQ29sb3JcIjp7XCIkaWRcIjpcIjQ0MlwiLFwiQVwiOjI1NSxcIlJcIjowLFwiR1wiOjAsXCJCXCI6MH19LFwiSG9yaXpvbnRhbEFsaWdubWVudFwiOjAsXCJJc1Zpc2libGVcIjp0cnVlfX19fSx7XCIkaWRcIjpcIjQ0M1wiLFwiU3R5bGVJZFwiOlwiYjI0ZjgwNDUtZjY5Yi00YTQzLTgyOWYtYTU2NTAzZmRjZDY5XCIsXCJOYW1lXCI6XCJTd2ltbGFuZSBTdHlsZSAzXCIsXCJIZWFkZXJTdHlsZVwiOntcIiRpZFwiOlwiNDQ0XCIsXCJUZXh0U3R5bGVcIjp7XCIkaWRcIjpcIjQ0NVwiLFwiRm9udFNldHRpbmdzXCI6e1wiJGlkXCI6XCI0NDZcIixcIkZvbnRTaXplXCI6MTEsXCJGb250TmFtZVwiOlwiQ2FsaWJyaVwiLFwiSXNCb2xkXCI6ZmFsc2UsXCJJc0l0YWxpY1wiOmZhbHNlLFwiSXNVbmRlcmxpbmVkXCI6ZmFsc2V9LFwiRm9yZWdyb3VuZFwiOntcIiRpZFwiOlwiNDQ3XCIsXCJDb2xvclwiOntcIiRpZFwiOlwiNDQ4XCIsXCJBXCI6MjU1LFwiUlwiOjI1NSxcIkdcIjoyNTUsXCJCXCI6MjU1fX0sXCJIb3Jpem9udGFsQWxpZ25tZW50XCI6MSxcIklzVmlzaWJsZVwiOnRydWV9LFwiUmVjdGFuZ2xlU3R5bGVcIjp7XCIkaWRcIjpcIjQ0OVwiLFwiTWFyZ2luXCI6e1wiJGlkXCI6XCI0NTBcIixcIlRvcFwiOjAuMCxcIkxlZnRcIjowLjAsXCJSaWdodFwiOjAuMCxcIkJvdHRvbVwiOjAuMH0sXCJQYWRkaW5nXCI6e1wiJGlkXCI6XCI0NTFcIixcIlRvcFwiOjAuMCxcIkxlZnRcIjowLjAsXCJSaWdodFwiOjAuMCxcIkJvdHRvbVwiOjAuMH0sXCJCYWNrZ3JvdW5kXCI6e1wiJGlkXCI6XCI0NTJcIixcIkNvbG9yXCI6e1wiJGlkXCI6XCI0NTNcIixcIkFcIjoyNTUsXCJSXCI6MjUsXCJHXCI6MTA3LFwiQlwiOjM2fX0sXCJJc1Zpc2libGVcIjp0cnVlLFwiV2lkdGhcIjowLjAsXCJIZWlnaHRcIjowLjAsXCJCb3JkZXJTdHlsZVwiOntcIiRpZFwiOlwiNDU0XCIsXCJMaW5lU3R5bGVcIjp7XCIkaWRcIjpcIjQ1NVwiLFwiTGluZUNvbG9yXCI6e1wiJGlkXCI6XCI0NTZcIixcIkNvbG9yXCI6e1wiJGlkXCI6XCI0NTdcIixcIkFcIjoyNTUsXCJSXCI6MjU1LFwiR1wiOjI1NSxcIkJcIjoyNTV9fSxcIkxpbmVXZWlnaHRcIjowLjAsXCJMaW5lVHlwZVwiOjB9LFwiSXNWaXNpYmxlXCI6ZmFsc2V9fX0sXCJCYWNrZ3JvdW5kU3R5bGVcIjp7XCIkaWRcIjpcIjQ1OFwiLFwiTWFyZ2luXCI6e1wiJGlkXCI6XCI0NTlcIixcIlRvcFwiOjAuMCxcIkxlZnRcIjowLjAsXCJSaWdodFwiOjAuMCxcIkJvdHRvbVwiOjAuMH0sXCJQYWRkaW5nXCI6e1wiJGlkXCI6XCI0NjBcIixcIlRvcFwiOjAuMCxcIkxlZnRcIjowLjAsXCJSaWdodFwiOjAuMCxcIkJvdHRvbVwiOjAuMH0sXCJCYWNrZ3JvdW5kXCI6e1wiJGlkXCI6XCI0NjFcIixcIkNvbG9yXCI6e1wiJGlkXCI6XCI0NjJcIixcIkFcIjo1MSxcIlJcIjoyMDAsXCJHXCI6MjAwLFwiQlwiOjIwMH19LFwiSXNWaXNpYmxlXCI6dHJ1ZSxcIldpZHRoXCI6MC4wLFwiSGVpZ2h0XCI6MC4wLFwiQm9yZGVyU3R5bGVcIjp7XCIkaWRcIjpcIjQ2M1wiLFwiTGluZVN0eWxlXCI6e1wiJGlkXCI6XCI0NjRcIixcIkxpbmVDb2xvclwiOntcIiRpZFwiOlwiNDY1XCIsXCJDb2xvclwiOntcIiRpZFwiOlwiNDY2XCIsXCJBXCI6MjU1LFwiUlwiOjIzNCxcIkdcIjoyMixcIkJcIjozMH19LFwiTGluZVdlaWdodFwiOjIuMCxcIkxpbmVUeXBlXCI6MH0sXCJJc1Zpc2libGVcIjpmYWxzZX19LFwiSXNBYm92ZVRpbWViYW5kXCI6ZmFsc2UsXCJTcGFjaW5nXCI6MyxcIkRlZmF1bHRTd2ltbGFuZUFjdGl2aXR5U3R5bGVcIjp7XCIkaWRcIjpcIjQ2N1wiLFwiSGVhZGVyU3R5bGVcIjp7XCIkaWRcIjpcIjQ2OFwiLFwiVGV4dFN0eWxlXCI6e1wiJGlkXCI6XCI0NjlcIixcIkZvbnRTZXR0aW5nc1wiOntcIiRpZFwiOlwiNDcwXCIsXCJGb250U2l6ZVwiOjExLFwiRm9udE5hbWVcIjpcIkNhbGlicmlcIixcIklzQm9sZFwiOmZhbHNlLFwiSXNJdGFsaWNcIjpmYWxzZSxcIklzVW5kZXJsaW5lZFwiOmZhbHNlfSxcIkZvcmVncm91bmRcIjp7XCIkaWRcIjpcIjQ3MVwiLFwiQ29sb3JcIjp7XCIkaWRcIjpcIjQ3MlwiLFwiQVwiOjI1NSxcIlJcIjowLFwiR1wiOjAsXCJCXCI6MH19LFwiSG9yaXpvbnRhbEFsaWdubWVudFwiOjAsXCJJc1Zpc2libGVcIjp0cnVlfSxcIlJlY3RhbmdsZVN0eWxlXCI6e1wiJGlkXCI6XCI0NzNcIixcIk1hcmdpblwiOntcIiRpZFwiOlwiNDc0XCIsXCJUb3BcIjowLjAsXCJMZWZ0XCI6MC4wLFwiUmlnaHRcIjowLjAsXCJCb3R0b21cIjowLjB9LFwiUGFkZGluZ1wiOntcIiRpZFwiOlwiNDc1XCIsXCJUb3BcIjowLjAsXCJMZWZ0XCI6MC4wLFwiUmlnaHRcIjowLjAsXCJCb3R0b21cIjowLjB9LFwiQmFja2dyb3VuZFwiOntcIiRpZFwiOlwiNDc2XCIsXCJDb2xvclwiOntcIiRpZFwiOlwiNDc3XCIsXCJBXCI6NjMsXCJSXCI6MjUsXCJHXCI6MTA3LFwiQlwiOjM2fX0sXCJJc1Zpc2libGVcIjp0cnVlLFwiV2lkdGhcIjowLjAsXCJIZWlnaHRcIjowLjAsXCJCb3JkZXJTdHlsZVwiOntcIiRpZFwiOlwiNDc4XCIsXCJMaW5lU3R5bGVcIjp7XCIkaWRcIjpcIjQ3OVwiLFwiTGluZUNvbG9yXCI6e1wiJGlkXCI6XCI0ODBcIixcIkNvbG9yXCI6e1wiJGlkXCI6XCI0ODFcIixcIkFcIjoyNTUsXCJSXCI6MjU1LFwiR1wiOjI1NSxcIkJcIjoyNTV9fSxcIkxpbmVXZWlnaHRcIjowLjAsXCJMaW5lVHlwZVwiOjB9LFwiSXNWaXNpYmxlXCI6ZmFsc2V9fX0sXCJCYWNrZ3JvdW5kU3R5bGVcIjp7XCIkaWRcIjpcIjQ4MlwiLFwiTWFyZ2luXCI6e1wiJGlkXCI6XCI0ODNcIixcIlRvcFwiOjAuMCxcIkxlZnRcIjowLjAsXCJSaWdodFwiOjAuMCxcIkJvdHRvbVwiOjAuMH0sXCJQYWRkaW5nXCI6e1wiJGlkXCI6XCI0ODRcIixcIlRvcFwiOjAuMCxcIkxlZnRcIjowLjAsXCJSaWdodFwiOjAuMCxcIkJvdHRvbVwiOjAuMH0sXCJCYWNrZ3JvdW5kXCI6e1wiJGlkXCI6XCI0ODVcIixcIkNvbG9yXCI6e1wiJGlkXCI6XCI0ODZcIixcIkFcIjo1MSxcIlJcIjoyMDAsXCJHXCI6MjAwLFwiQlwiOjIwMH19LFwiSXNWaXNpYmxlXCI6dHJ1ZSxcIldpZHRoXCI6MC4wLFwiSGVpZ2h0XCI6MC4wLFwiQm9yZGVyU3R5bGVcIjp7XCIkaWRcIjpcIjQ4N1wiLFwiTGluZVN0eWxlXCI6e1wiJGlkXCI6XCI0ODhcIixcIkxpbmVDb2xvclwiOntcIiRpZFwiOlwiNDg5XCIsXCJDb2xvclwiOntcIiRpZFwiOlwiNDkwXCIsXCJBXCI6MjU1LFwiUlwiOjIzNCxcIkdcIjoyMixcIkJcIjozMH19LFwiTGluZVdlaWdodFwiOjIuMCxcIkxpbmVUeXBlXCI6MH0sXCJJc1Zpc2libGVcIjpmYWxzZX19fSxcIkRlZmF1bHRTd2ltbGFuZU1pbGVzdG9uZVN0eWxlXCI6e1wiJGlkXCI6XCI0OTFcIixcIlRpdGxlUG9zaXRpb25cIjowLFwiRGF0ZVBvc2l0aW9uXCI6MixcIlZhcmlhbmNlUG9zaXRpb25cIjoyLFwiU2hhcGVUeXBlXCI6MSxcIlNoYXBlU2l6ZVwiOjAsXCJTcGFjaW5nXCI6NSxcIlNoYXBlU3R5bGVcIjp7XCIkaWRcIjpcIjQ5MlwiLFwiTWFyZ2luXCI6e1wiJGlkXCI6XCI0OTNcIixcIlRvcFwiOjAuMCxcIkxlZnRcIjowLjAsXCJSaWdodFwiOjAuMCxcIkJvdHRvbVwiOjAuMH0sXCJQYWRkaW5nXCI6e1wiJGlkXCI6XCI0OTRcIixcIlRvcFwiOjAuMCxcIkxlZnRcIjowLjAsXCJSaWdodFwiOjAuMCxcIkJvdHRvbVwiOjAuMH0sXCJCYWNrZ3JvdW5kXCI6e1wiJGlkXCI6XCI0OTVcIixcIkNvbG9yXCI6e1wiJGlkXCI6XCI0OTZcIixcIkFcIjoyNTUsXCJSXCI6MjUsXCJHXCI6MTA3LFwiQlwiOjM2fX0sXCJJc1Zpc2libGVcIjp0cnVlLFwiV2lkdGhcIjoxMi4wLFwiSGVpZ2h0XCI6MTQuMCxcIkJvcmRlclN0eWxlXCI6e1wiJGlkXCI6XCI0OTdcIixcIkxpbmVTdHlsZVwiOntcIiRpZFwiOlwiNDk4XCIsXCJMaW5lQ29sb3JcIjp7XCIkaWRcIjpcIjQ5OVwiLFwiQ29sb3JcIjp7XCIkaWRcIjpcIjUwMFwiLFwiQVwiOjI1NSxcIlJcIjoyMzQsXCJHXCI6MjIsXCJCXCI6MzB9fSxcIkxpbmVXZWlnaHRcIjoyLjAsXCJMaW5lVHlwZVwiOjB9LFwiSXNWaXNpYmxlXCI6ZmFsc2V9fSxcIlRpdGxlU3R5bGVcIjp7XCIkaWRcIjpcIjUwMVwiLFwiRm9udFNldHRpbmdzXCI6e1wiJGlkXCI6XCI1MDJcIixcIkZvbnRTaXplXCI6MTEsXCJGb250TmFtZVwiOlwiQ2FsaWJyaVwiLFwiSXNCb2xkXCI6ZmFsc2UsXCJJc0l0YWxpY1wiOmZhbHNlLFwiSXNVbmRlcmxpbmVkXCI6ZmFsc2V9LFwiRm9yZWdyb3VuZFwiOntcIiRpZFwiOlwiNTAzXCIsXCJDb2xvclwiOntcIiRpZFwiOlwiNTA0XCIsXCJBXCI6MjU1LFwiUlwiOjAsXCJHXCI6MCxcIkJcIjowfX0sXCJIb3Jpem9udGFsQWxpZ25tZW50XCI6MixcIklzVmlzaWJsZVwiOnRydWV9LFwiRGF0ZVN0eWxlXCI6e1wiJGlkXCI6XCI1MDVcIixcIkZvbnRTZXR0aW5nc1wiOntcIiRpZFwiOlwiNTA2XCIsXCJGb250U2l6ZVwiOjEwLFwiRm9udE5hbWVcIjpcIkNhbGlicmlcIixcIklzQm9sZFwiOmZhbHNlLFwiSXNJdGFsaWNcIjpmYWxzZSxcIklzVW5kZXJsaW5lZFwiOmZhbHNlfSxcIkZvcmVncm91bmRcIjp7XCIkaWRcIjpcIjUwN1wiLFwiQ29sb3JcIjp7XCIkaWRcIjpcIjUwOFwiLFwiQVwiOjI1NSxcIlJcIjoxNCxcIkdcIjo0MCxcIkJcIjo2NX19LFwiSG9yaXpvbnRhbEFsaWdubWVudFwiOjAsXCJJc1Zpc2libGVcIjp0cnVlfSxcIkRhdGVGb3JtYXRcIjp7XCIkaWRcIjpcIjUwO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MTBcIixcIkZvcm1hdFwiOjAsXCJJc1Zpc2libGVcIjpmYWxzZSxcIkxhc3RLbm93blZpc2liaWxpdHlTdGF0ZVwiOmZhbHNlfSxcIlZhcmlhbmNlU3R5bGVcIjp7XCIkaWRcIjpcIjUxMVwiLFwiVmFyaWFuY2VUZXh0U3R5bGVcIjp7XCIkaWRcIjpcIjUxMlwiLFwiRm9udFNldHRpbmdzXCI6e1wiJGlkXCI6XCI1MTNcIixcIkZvbnRTaXplXCI6MTAsXCJGb250TmFtZVwiOlwiQ2FsaWJyaVwiLFwiSXNCb2xkXCI6ZmFsc2UsXCJJc0l0YWxpY1wiOmZhbHNlLFwiSXNVbmRlcmxpbmVkXCI6ZmFsc2V9LFwiRm9yZWdyb3VuZFwiOntcIiRpZFwiOlwiNTE0XCIsXCJDb2xvclwiOntcIiRpZFwiOlwiNTE1XCIsXCJBXCI6MjU1LFwiUlwiOjAsXCJHXCI6MCxcIkJcIjowfX0sXCJIb3Jpem9udGFsQWxpZ25tZW50XCI6MCxcIklzVmlzaWJsZVwiOnRydWV9fX0sXCJEZWZhdWx0U3dpbWxhbmVUYXNrU3R5bGVcIjp7XCIkaWRcIjpcIjUxNlwiLFwiU2hhcGVcIjoxLFwiU2hhcGVUaGlja25lc3NcIjowLFwiRHVyYXRpb25Gb3JtYXRcIjowLFwiUGVyY2VudGFnZUNvbXBsZXRlVGV4dFN0eWxlXCI6e1wiJGlkXCI6XCI1MTdcIixcIkZvbnRTZXR0aW5nc1wiOntcIiRpZFwiOlwiNTE4XCIsXCJGb250U2l6ZVwiOjEwLFwiRm9udE5hbWVcIjpcIkNhbGlicmlcIixcIklzQm9sZFwiOmZhbHNlLFwiSXNJdGFsaWNcIjpmYWxzZSxcIklzVW5kZXJsaW5lZFwiOmZhbHNlfSxcIkZvcmVncm91bmRcIjp7XCIkaWRcIjpcIjUxOVwiLFwiQ29sb3JcIjp7XCIkaWRcIjpcIjUyMFwiLFwiQVwiOjI1NSxcIlJcIjoyMzIsXCJHXCI6MjMyLFwiQlwiOjIzMn19LFwiSG9yaXpvbnRhbEFsaWdubWVudFwiOjEsXCJJc1Zpc2libGVcIjp0cnVlfSxcIlBlcmNlbnRhZ2VDb21wbGV0ZUhpZ2hsaWdodFN0eWxlXCI6e1wiJGlkXCI6XCI1MjFcIixcIkJhY2tncm91bmRcIjp7XCIkaWRcIjpcIjUyMlwiLFwiQ29sb3JcIjp7XCIkaWRcIjpcIjUyM1wiLFwiQVwiOjg5LFwiUlwiOjAsXCJHXCI6MCxcIkJcIjowfX19LFwiRHVyYXRpb25TdHlsZVwiOntcIiRpZFwiOlwiNTI0XCIsXCJGb250U2V0dGluZ3NcIjp7XCIkaWRcIjpcIjUyNVwiLFwiRm9udFNpemVcIjoxMCxcIkZvbnROYW1lXCI6XCJDYWxpYnJpXCIsXCJJc0JvbGRcIjpmYWxzZSxcIklzSXRhbGljXCI6ZmFsc2UsXCJJc1VuZGVybGluZWRcIjpmYWxzZX0sXCJGb3JlZ3JvdW5kXCI6e1wiJGlkXCI6XCI1MjZcIixcIkNvbG9yXCI6e1wiJGlkXCI6XCI1MjdcIixcIkFcIjoyNTUsXCJSXCI6MjM3LFwiR1wiOjEyNSxcIkJcIjo0OX19LFwiSG9yaXpvbnRhbEFsaWdubWVudFwiOjAsXCJJc1Zpc2libGVcIjpmYWxzZX0sXCJNYXJnaW5cIjp7XCIkaWRcIjpcIjUyOF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1MjlcIixcIkJhc2VsaW5lU2hhcGVTdHlsZVwiOntcIiRpZFwiOlwiNTMwXCIsXCJNYXJnaW5cIjp7XCIkaWRcIjpcIjUzMVwiLFwiVG9wXCI6MC4wLFwiTGVmdFwiOjAuMCxcIlJpZ2h0XCI6MC4wLFwiQm90dG9tXCI6MC4wfSxcIlBhZGRpbmdcIjp7XCIkaWRcIjpcIjUzMlwiLFwiVG9wXCI6MC4wLFwiTGVmdFwiOjAuMCxcIlJpZ2h0XCI6MC4wLFwiQm90dG9tXCI6MC4wfSxcIkJhY2tncm91bmRcIjp7XCIkaWRcIjpcIjUzM1wiLFwiQ29sb3JcIjp7XCIkaWRcIjpcIjUzNFwiLFwiQVwiOjE1MyxcIlJcIjowLFwiR1wiOjAsXCJCXCI6MH19LFwiSXNWaXNpYmxlXCI6ZmFsc2UsXCJXaWR0aFwiOjAuMCxcIkhlaWdodFwiOjAuMCxcIkJvcmRlclN0eWxlXCI6e1wiJGlkXCI6XCI1MzVcIixcIkxpbmVTdHlsZVwiOntcIiRpZFwiOlwiNTM2XCIsXCJMaW5lQ29sb3JcIjp7XCIkaWRcIjpcIjUzN1wiLFwiQ29sb3JcIjp7XCIkaWRcIjpcIjUzOFwiLFwiQVwiOjI1NSxcIlJcIjoyNTUsXCJHXCI6MCxcIkJcIjowfX0sXCJMaW5lV2VpZ2h0XCI6Mi4wLFwiTGluZVR5cGVcIjowfSxcIklzVmlzaWJsZVwiOmZhbHNlfX19LFwiU2hhcGVTdHlsZVwiOntcIiRpZFwiOlwiNTM5XCIsXCJNYXJnaW5cIjp7XCIkaWRcIjpcIjU0MFwiLFwiVG9wXCI6MC4wLFwiTGVmdFwiOjQuMCxcIlJpZ2h0XCI6NC4wLFwiQm90dG9tXCI6MC4wfSxcIlBhZGRpbmdcIjp7XCIkaWRcIjpcIjU0MVwiLFwiVG9wXCI6MC4wLFwiTGVmdFwiOjAuMCxcIlJpZ2h0XCI6MC4wLFwiQm90dG9tXCI6MC4wfSxcIkJhY2tncm91bmRcIjp7XCIkaWRcIjpcIjU0MlwiLFwiQ29sb3JcIjp7XCIkaWRcIjpcIjU0M1wiLFwiQVwiOjI1NSxcIlJcIjoyNSxcIkdcIjoxMDcsXCJCXCI6MzZ9fSxcIklzVmlzaWJsZVwiOnRydWUsXCJXaWR0aFwiOjAuMCxcIkhlaWdodFwiOjEwLjAsXCJCb3JkZXJTdHlsZVwiOntcIiRpZFwiOlwiNTQ0XCIsXCJMaW5lU3R5bGVcIjp7XCIkaWRcIjpcIjU0NVwiLFwiTGluZUNvbG9yXCI6e1wiJGlkXCI6XCI1NDZcIixcIkNvbG9yXCI6e1wiJGlkXCI6XCI1NDdcIixcIkFcIjoyNTUsXCJSXCI6MjM0LFwiR1wiOjIyLFwiQlwiOjMwfX0sXCJMaW5lV2VpZ2h0XCI6Mi4wLFwiTGluZVR5cGVcIjowfSxcIklzVmlzaWJsZVwiOmZhbHNlfX0sXCJUaXRsZVN0eWxlXCI6e1wiJGlkXCI6XCI1NDhcIixcIkZvbnRTZXR0aW5nc1wiOntcIiRpZFwiOlwiNTQ5XCIsXCJGb250U2l6ZVwiOjExLFwiRm9udE5hbWVcIjpcIkNhbGlicmlcIixcIklzQm9sZFwiOmZhbHN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MTQsXCJHXCI6NDAsXCJCXCI6NjV9fSxcIkhvcml6b250YWxBbGlnbm1lbnRcIjoyLFwiSXNWaXNpYmxlXCI6dHJ1ZX0sXCJEYXRlRm9ybWF0XCI6e1wiJGlkXCI6XCI1NT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U3XCIsXCJGb3JtYXRcIjowLFwiSXNWaXNpYmxlXCI6ZmFsc2UsXCJMYXN0S25vd25WaXNpYmlsaXR5U3RhdGVcIjpmYWxzZX0sXCJWYXJpYW5jZVN0eWxlXCI6e1wiJGlkXCI6XCI1NThcIixcIlZhcmlhbmNlVGV4dFN0eWxlXCI6e1wiJGlkXCI6XCI1NTlcIixcIkZvbnRTZXR0aW5nc1wiOntcIiRpZFwiOlwiNTYwXCIsXCJGb250U2l6ZVwiOjEwLFwiRm9udE5hbWVcIjpcIkNhbGlicmlcIixcIklzQm9sZFwiOmZhbHNlLFwiSXNJdGFsaWNcIjpmYWxzZSxcIklzVW5kZXJsaW5lZFwiOmZhbHNlfSxcIkZvcmVncm91bmRcIjp7XCIkaWRcIjpcIjU2MVwiLFwiQ29sb3JcIjp7XCIkaWRcIjpcIjU2MlwiLFwiQVwiOjI1NSxcIlJcIjowLFwiR1wiOjAsXCJCXCI6MH19LFwiSG9yaXpvbnRhbEFsaWdubWVudFwiOjAsXCJJc1Zpc2libGVcIjp0cnVlfX19LFwiRGVmYXVsdFN3aW1sYW5lTW90U3R5bGVcIjp7XCIkaWRcIjpcIjU2M1wiLFwiU2hhcGVcIjoxLFwiU2hhcGVTaXplXCI6MCxcIkRldGFpbHNTcGFjaW5nXCI6MC4wLFwiUGFkZGluZ1wiOntcIiRpZFwiOlwiNTY0XCIsXCJUb3BcIjo1LjAsXCJMZWZ0XCI6My4wLFwiUmlnaHRcIjowLjAsXCJCb3R0b21cIjoyLjB9LFwiUG9zaXRpb25PblRhc2tcIjoxLFwiU2hhcGVTdHlsZVwiOntcIiRpZFwiOlwiNTY1XCIsXCJNYXJnaW5cIjp7XCIkaWRcIjpcIjU2NlwiLFwiVG9wXCI6MC4wLFwiTGVmdFwiOjAuMCxcIlJpZ2h0XCI6MC4wLFwiQm90dG9tXCI6MC4wfSxcIlBhZGRpbmdcIjp7XCIkaWRcIjpcIjU2N1wiLFwiVG9wXCI6MC4wLFwiTGVmdFwiOjAuMCxcIlJpZ2h0XCI6MC4wLFwiQm90dG9tXCI6MC4wfSxcIkJhY2tncm91bmRcIjp7XCIkaWRcIjpcIjU2OFwiLFwiQ29sb3JcIjp7XCIkaWRcIjpcIjU2OVwiLFwiQVwiOjI1NSxcIlJcIjoxMyxcIkdcIjo1MyxcIkJcIjoxOH19LFwiSXNWaXNpYmxlXCI6dHJ1ZSxcIldpZHRoXCI6MTIuMCxcIkhlaWdodFwiOjE0LjAsXCJCb3JkZXJTdHlsZVwiOntcIiRpZFwiOlwiNTcwXCIsXCJMaW5lU3R5bGVcIjp7XCIkaWRcIjpcIjU3MVwiLFwiTGluZUNvbG9yXCI6e1wiJGlkXCI6XCI1NzJcIixcIkNvbG9yXCI6e1wiJGlkXCI6XCI1NzNcIixcIkFcIjoyNTUsXCJSXCI6MjU1LFwiR1wiOjI1NSxcIkJcIjoyNTV9fSxcIkxpbmVXZWlnaHRcIjowLjAsXCJMaW5lVHlwZVwiOjB9LFwiSXNWaXNpYmxlXCI6ZmFsc2V9fSxcIlRpdGxlU3R5bGVcIjp7XCIkaWRcIjpcIjU3NFwiLFwiRm9udFNldHRpbmdzXCI6e1wiJGlkXCI6XCI1NzVcIixcIkZvbnRTaXplXCI6MTEsXCJGb250TmFtZVwiOlwiQ2FsaWJyaVwiLFwiSXNCb2xkXCI6ZmFsc2UsXCJJc0l0YWxpY1wiOmZhbHNlLFwiSXNVbmRlcmxpbmVkXCI6ZmFsc2V9LFwiRm9yZWdyb3VuZFwiOntcIiRpZFwiOlwiNTc2XCIsXCJDb2xvclwiOntcIiRpZFwiOlwiNTc3XCIsXCJBXCI6MjU1LFwiUlwiOjAsXCJHXCI6MCxcIkJcIjowfX0sXCJIb3Jpem9udGFsQWxpZ25tZW50XCI6MSxcIklzVmlzaWJsZVwiOnRydWV9LFwiRGF0ZVN0eWxlXCI6e1wiJGlkXCI6XCI1NzhcIixcIkZvbnRTZXR0aW5nc1wiOntcIiRpZFwiOlwiNTc5XCIsXCJGb250U2l6ZVwiOjEwLFwiRm9udE5hbWVcIjpcIkNhbGlicmlcIixcIklzQm9sZFwiOmZhbHNlLFwiSXNJdGFsaWNcIjpmYWxzZSxcIklzVW5kZXJsaW5lZFwiOmZhbHNlfSxcIkZvcmVncm91bmRcIjp7XCIkaWRcIjpcIjU4MFwiLFwiQ29sb3JcIjp7XCIkaWRcIjpcIjU4MVwiLFwiQVwiOjI1NSxcIlJcIjoxNCxcIkdcIjo0MCxcIkJcIjo2NX19LFwiSG9yaXpvbnRhbEFsaWdubWVudFwiOjEsXCJJc1Zpc2libGVcIjp0cnVlfSxcIkRhdGVGb3JtYXRcIjp7XCIkaWRcIjpcIjU4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nRydWV9fX19LHtcIiRpZFwiOlwiNTg5XCIsXCJTdHlsZUlkXCI6XCIwNzAyZGVhOC1jMTE0LTRkNzEtYmU0MC1jZDMwNjJjNDY5NzBcIixcIk5hbWVcIjpcIlN3aW1sYW5lIFN0eWxlIDRcIixcIkhlYWRlclN0eWxlXCI6e1wiJGlkXCI6XCI1OTBcIixcIlRleHRTdHlsZVwiOntcIiRpZFwiOlwiNTkxXCIsXCJGb250U2V0dGluZ3NcIjp7XCIkaWRcIjpcIjU5MlwiLFwiRm9udFNpemVcIjoxMSxcIkZvbnROYW1lXCI6XCJDYWxpYnJpXCIsXCJJc0JvbGRcIjpmYWxzZSxcIklzSXRhbGljXCI6ZmFsc2UsXCJJc1VuZGVybGluZWRcIjpmYWxzZX0sXCJGb3JlZ3JvdW5kXCI6e1wiJGlkXCI6XCI1OTNcIixcIkNvbG9yXCI6e1wiJGlkXCI6XCI1OTRcIixcIkFcIjoyNTUsXCJSXCI6MjU1LFwiR1wiOjI1NSxcIkJcIjoyNTV9fSxcIkhvcml6b250YWxBbGlnbm1lbnRcIjowLFwiSXNWaXNpYmxlXCI6dHJ1ZX0sXCJSZWN0YW5nbGVTdHlsZVwiOntcIiRpZFwiOlwiNTk1XCIsXCJNYXJnaW5cIjp7XCIkaWRcIjpcIjU5NlwiLFwiVG9wXCI6MC4wLFwiTGVmdFwiOjAuMCxcIlJpZ2h0XCI6MC4wLFwiQm90dG9tXCI6MC4wfSxcIlBhZGRpbmdcIjp7XCIkaWRcIjpcIjU5N1wiLFwiVG9wXCI6MC4wLFwiTGVmdFwiOjAuMCxcIlJpZ2h0XCI6MC4wLFwiQm90dG9tXCI6MC4wfSxcIkJhY2tncm91bmRcIjp7XCIkaWRcIjpcIjU5OFwiLFwiQ29sb3JcIjp7XCIkaWRcIjpcIjU5OVwiLFwiQVwiOjI1NSxcIlJcIjoxNSxcIkdcIjoxNTgsXCJCXCI6MjEzfX0sXCJJc1Zpc2libGVcIjp0cnVlLFwiV2lkdGhcIjowLjAsXCJIZWlnaHRcIjowLjAsXCJCb3JkZXJTdHlsZVwiOntcIiRpZFwiOlwiNjAwXCIsXCJMaW5lU3R5bGVcIjp7XCIkaWRcIjpcIjYwMVwiLFwiTGluZUNvbG9yXCI6e1wiJGlkXCI6XCI2MDJcIixcIkNvbG9yXCI6e1wiJGlkXCI6XCI2MDNcIixcIkFcIjoyNTUsXCJSXCI6MjU1LFwiR1wiOjI1NSxcIkJcIjoyNTV9fSxcIkxpbmVXZWlnaHRcIjowLjAsXCJMaW5lVHlwZVwiOjB9LFwiSXNWaXNpYmxlXCI6ZmFsc2V9fX0sXCJCYWNrZ3JvdW5kU3R5bGVcIjp7XCIkaWRcIjpcIjYwNFwiLFwiTWFyZ2luXCI6e1wiJGlkXCI6XCI2MDVcIixcIlRvcFwiOjAuMCxcIkxlZnRcIjowLjAsXCJSaWdodFwiOjAuMCxcIkJvdHRvbVwiOjAuMH0sXCJQYWRkaW5nXCI6e1wiJGlkXCI6XCI2MDZcIixcIlRvcFwiOjAuMCxcIkxlZnRcIjowLjAsXCJSaWdodFwiOjAuMCxcIkJvdHRvbVwiOjAuMH0sXCJCYWNrZ3JvdW5kXCI6e1wiJGlkXCI6XCI2MDdcIixcIkNvbG9yXCI6e1wiJGlkXCI6XCI2MDhcIixcIkFcIjo1MSxcIlJcIjoyMDAsXCJHXCI6MjAwLFwiQlwiOjIwMH19LFwiSXNWaXNpYmxlXCI6dHJ1ZSxcIldpZHRoXCI6MC4wLFwiSGVpZ2h0XCI6MC4wLFwiQm9yZGVyU3R5bGVcIjp7XCIkaWRcIjpcIjYwOVwiLFwiTGluZVN0eWxlXCI6e1wiJGlkXCI6XCI2MTBcIixcIkxpbmVDb2xvclwiOntcIiRpZFwiOlwiNjExXCIsXCJDb2xvclwiOntcIiRpZFwiOlwiNjEyXCIsXCJBXCI6MjU1LFwiUlwiOjIzNCxcIkdcIjoyMixcIkJcIjozMH19LFwiTGluZVdlaWdodFwiOjIuMCxcIkxpbmVUeXBlXCI6MH0sXCJJc1Zpc2libGVcIjpmYWxzZX19LFwiSXNBYm92ZVRpbWViYW5kXCI6ZmFsc2UsXCJTcGFjaW5nXCI6MyxcIkRlZmF1bHRTd2ltbGFuZUFjdGl2aXR5U3R5bGVcIjp7XCIkaWRcIjpcIjYxM1wiLFwiSGVhZGVyU3R5bGVcIjp7XCIkaWRcIjpcIjYxNFwiLFwiVGV4dFN0eWxlXCI6e1wiJGlkXCI6XCI2MTVcIixcIkZvbnRTZXR0aW5nc1wiOntcIiRpZFwiOlwiNjE2XCIsXCJGb250U2l6ZVwiOjExLFwiRm9udE5hbWVcIjpcIkNhbGlicmlcIixcIklzQm9sZFwiOmZhbHNlLFwiSXNJdGFsaWNcIjpmYWxzZSxcIklzVW5kZXJsaW5lZFwiOmZhbHNlfSxcIkZvcmVncm91bmRcIjp7XCIkaWRcIjpcIjYxN1wiLFwiQ29sb3JcIjp7XCIkaWRcIjpcIjYxOFwiLFwiQVwiOjI1NSxcIlJcIjowLFwiR1wiOjAsXCJCXCI6MH19LFwiSG9yaXpvbnRhbEFsaWdubWVudFwiOjAsXCJJc1Zpc2libGVcIjp0cnVlfSxcIlJlY3RhbmdsZVN0eWxlXCI6e1wiJGlkXCI6XCI2MTlcIixcIk1hcmdpblwiOntcIiRpZFwiOlwiNjIwXCIsXCJUb3BcIjowLjAsXCJMZWZ0XCI6MC4wLFwiUmlnaHRcIjowLjAsXCJCb3R0b21cIjowLjB9LFwiUGFkZGluZ1wiOntcIiRpZFwiOlwiNjIxXCIsXCJUb3BcIjowLjAsXCJMZWZ0XCI6MC4wLFwiUmlnaHRcIjowLjAsXCJCb3R0b21cIjowLjB9LFwiQmFja2dyb3VuZFwiOntcIiRpZFwiOlwiNjIyXCIsXCJDb2xvclwiOntcIiRpZFwiOlwiNjIzXCIsXCJBXCI6MTI3LFwiUlwiOjE1LFwiR1wiOjE1OCxcIkJcIjoyMTN9fSxcIklzVmlzaWJsZVwiOnRydWUsXCJXaWR0aFwiOjAuMCxcIkhlaWdodFwiOjAuMCxcIkJvcmRlclN0eWxlXCI6e1wiJGlkXCI6XCI2MjRcIixcIkxpbmVTdHlsZVwiOntcIiRpZFwiOlwiNjI1XCIsXCJMaW5lQ29sb3JcIjp7XCIkaWRcIjpcIjYyNlwiLFwiQ29sb3JcIjp7XCIkaWRcIjpcIjYyN1wiLFwiQVwiOjI1NSxcIlJcIjoyNTUsXCJHXCI6MCxcIkJcIjowfX0sXCJMaW5lV2VpZ2h0XCI6MC4wLFwiTGluZVR5cGVcIjowfSxcIklzVmlzaWJsZVwiOmZhbHNlfX19LFwiQmFja2dyb3VuZFN0eWxlXCI6e1wiJGlkXCI6XCI2MjhcIixcIk1hcmdpblwiOntcIiRpZFwiOlwiNjI5XCIsXCJUb3BcIjowLjAsXCJMZWZ0XCI6MC4wLFwiUmlnaHRcIjowLjAsXCJCb3R0b21cIjowLjB9LFwiUGFkZGluZ1wiOntcIiRpZFwiOlwiNjMwXCIsXCJUb3BcIjowLjAsXCJMZWZ0XCI6MC4wLFwiUmlnaHRcIjowLjAsXCJCb3R0b21cIjowLjB9LFwiQmFja2dyb3VuZFwiOntcIiRpZFwiOlwiNjMxXCIsXCJDb2xvclwiOntcIiRpZFwiOlwiNjMyXCIsXCJBXCI6NTEsXCJSXCI6MjAwLFwiR1wiOjIwMCxcIkJcIjoyMDB9fSxcIklzVmlzaWJsZVwiOnRydWUsXCJXaWR0aFwiOjAuMCxcIkhlaWdodFwiOjAuMCxcIkJvcmRlclN0eWxlXCI6e1wiJGlkXCI6XCI2MzNcIixcIkxpbmVTdHlsZVwiOntcIiRpZFwiOlwiNjM0XCIsXCJMaW5lQ29sb3JcIjp7XCIkaWRcIjpcIjYzNVwiLFwiQ29sb3JcIjp7XCIkaWRcIjpcIjYzNlwiLFwiQVwiOjI1NSxcIlJcIjoyMzQsXCJHXCI6MjIsXCJCXCI6MzB9fSxcIkxpbmVXZWlnaHRcIjoyLjAsXCJMaW5lVHlwZVwiOjB9LFwiSXNWaXNpYmxlXCI6ZmFsc2V9fX0sXCJEZWZhdWx0U3dpbWxhbmVNaWxlc3RvbmVTdHlsZVwiOntcIiRpZFwiOlwiNjM3XCIsXCJUaXRsZVBvc2l0aW9uXCI6MCxcIkRhdGVQb3NpdGlvblwiOjIsXCJWYXJpYW5jZVBvc2l0aW9uXCI6MixcIlNoYXBlVHlwZVwiOjEsXCJTaGFwZVNpemVcIjowLFwiU3BhY2luZ1wiOjUsXCJTaGFwZVN0eWxlXCI6e1wiJGlkXCI6XCI2MzhcIixcIk1hcmdpblwiOntcIiRpZFwiOlwiNjM5XCIsXCJUb3BcIjowLjAsXCJMZWZ0XCI6MC4wLFwiUmlnaHRcIjowLjAsXCJCb3R0b21cIjowLjB9LFwiUGFkZGluZ1wiOntcIiRpZFwiOlwiNjQwXCIsXCJUb3BcIjowLjAsXCJMZWZ0XCI6MC4wLFwiUmlnaHRcIjowLjAsXCJCb3R0b21cIjowLjB9LFwiQmFja2dyb3VuZFwiOntcIiRpZFwiOlwiNjQxXCIsXCJDb2xvclwiOntcIiRpZFwiOlwiNjQyXCIsXCJBXCI6MjU1LFwiUlwiOjE1LFwiR1wiOjE1OCxcIkJcIjoyMTN9fSxcIklzVmlzaWJsZVwiOnRydWUsXCJXaWR0aFwiOjEyLjAsXCJIZWlnaHRcIjoxNC4wLFwiQm9yZGVyU3R5bGVcIjp7XCIkaWRcIjpcIjY0M1wiLFwiTGluZVN0eWxlXCI6e1wiJGlkXCI6XCI2NDRcIixcIkxpbmVDb2xvclwiOntcIiRpZFwiOlwiNjQ1XCIsXCJDb2xvclwiOntcIiRpZFwiOlwiNjQ2XCIsXCJBXCI6MjU1LFwiUlwiOjIzNCxcIkdcIjoyMixcIkJcIjozMH19LFwiTGluZVdlaWdodFwiOjIuMCxcIkxpbmVUeXBlXCI6MH0sXCJJc1Zpc2libGVcIjpmYWxzZX19LFwiVGl0bGVTdHlsZVwiOntcIiRpZFwiOlwiNjQ3XCIsXCJGb250U2V0dGluZ3NcIjp7XCIkaWRcIjpcIjY0OFwiLFwiRm9udFNpemVcIjoxMSxcIkZvbnROYW1lXCI6XCJDYWxpYnJpXCIsXCJJc0JvbGRcIjpmYWxzZSxcIklzSXRhbGljXCI6ZmFsc2UsXCJJc1VuZGVybGluZWRcIjpmYWxzZX0sXCJGb3JlZ3JvdW5kXCI6e1wiJGlkXCI6XCI2NDlcIixcIkNvbG9yXCI6e1wiJGlkXCI6XCI2NTBcIixcIkFcIjoyNTUsXCJSXCI6MCxcIkdcIjowLFwiQlwiOjB9fSxcIkhvcml6b250YWxBbGlnbm1lbnRcIjoyLFwiSXNWaXNpYmxlXCI6dHJ1ZX0sXCJEYXRlU3R5bGVcIjp7XCIkaWRcIjpcIjY1MVwiLFwiRm9udFNldHRpbmdzXCI6e1wiJGlkXCI6XCI2NTJcIixcIkZvbnRTaXplXCI6MTAsXCJGb250TmFtZVwiOlwiQ2FsaWJyaVwiLFwiSXNCb2xkXCI6ZmFsc2UsXCJJc0l0YWxpY1wiOmZhbHNlLFwiSXNVbmRlcmxpbmVkXCI6ZmFsc2V9LFwiRm9yZWdyb3VuZFwiOntcIiRpZFwiOlwiNjUzXCIsXCJDb2xvclwiOntcIiRpZFwiOlwiNjU0XCIsXCJBXCI6MjU1LFwiUlwiOjE0LFwiR1wiOjQwLFwiQlwiOjY1fX0sXCJIb3Jpem9udGFsQWxpZ25tZW50XCI6MCxcIklzVmlzaWJsZVwiOnRydWV9LFwiRGF0ZUZvcm1hdFwiOntcIiRpZFwiOlwiNjU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Y1NlwiLFwiRm9ybWF0XCI6MCxcIklzVmlzaWJsZVwiOmZhbHNlLFwiTGFzdEtub3duVmlzaWJpbGl0eVN0YXRlXCI6ZmFsc2V9LFwiVmFyaWFuY2VTdHlsZVwiOntcIiRpZFwiOlwiNjU3XCIsXCJWYXJpYW5jZVRleHRTdHlsZVwiOntcIiRpZFwiOlwiNjU4XCIsXCJGb250U2V0dGluZ3NcIjp7XCIkaWRcIjpcIjY1OVwiLFwiRm9udFNpemVcIjoxMCxcIkZvbnROYW1lXCI6XCJDYWxpYnJpXCIsXCJJc0JvbGRcIjpmYWxzZSxcIklzSXRhbGljXCI6ZmFsc2UsXCJJc1VuZGVybGluZWRcIjpmYWxzZX0sXCJGb3JlZ3JvdW5kXCI6e1wiJGlkXCI6XCI2NjBcIixcIkNvbG9yXCI6e1wiJGlkXCI6XCI2NjFcIixcIkFcIjoyNTUsXCJSXCI6MCxcIkdcIjowLFwiQlwiOjB9fSxcIkhvcml6b250YWxBbGlnbm1lbnRcIjowLFwiSXNWaXNpYmxlXCI6dHJ1ZX19fSxcIkRlZmF1bHRTd2ltbGFuZVRhc2tTdHlsZVwiOntcIiRpZFwiOlwiNjYyXCIsXCJTaGFwZVwiOjEsXCJTaGFwZVRoaWNrbmVzc1wiOjAsXCJEdXJhdGlvbkZvcm1hdFwiOjAsXCJQZXJjZW50YWdlQ29tcGxldGVUZXh0U3R5bGVcIjp7XCIkaWRcIjpcIjY2M1wiLFwiRm9udFNldHRpbmdzXCI6e1wiJGlkXCI6XCI2NjRcIixcIkZvbnRTaXplXCI6MTAsXCJGb250TmFtZVwiOlwiQ2FsaWJyaVwiLFwiSXNCb2xkXCI6ZmFsc2UsXCJJc0l0YWxpY1wiOmZhbHNlLFwiSXNVbmRlcmxpbmVkXCI6ZmFsc2V9LFwiRm9yZWdyb3VuZFwiOntcIiRpZFwiOlwiNjY1XCIsXCJDb2xvclwiOntcIiRpZFwiOlwiNjY2XCIsXCJBXCI6MjU1LFwiUlwiOjIzMixcIkdcIjoyMzIsXCJCXCI6MjMyfX0sXCJIb3Jpem9udGFsQWxpZ25tZW50XCI6MSxcIklzVmlzaWJsZVwiOnRydWV9LFwiUGVyY2VudGFnZUNvbXBsZXRlSGlnaGxpZ2h0U3R5bGVcIjp7XCIkaWRcIjpcIjY2N1wiLFwiQmFja2dyb3VuZFwiOntcIiRpZFwiOlwiNjY4XCIsXCJDb2xvclwiOntcIiRpZFwiOlwiNjY5XCIsXCJBXCI6ODksXCJSXCI6MCxcIkdcIjowLFwiQlwiOjB9fX0sXCJEdXJhdGlvblN0eWxlXCI6e1wiJGlkXCI6XCI2NzBcIixcIkZvbnRTZXR0aW5nc1wiOntcIiRpZFwiOlwiNjcxXCIsXCJGb250U2l6ZVwiOjEwLFwiRm9udE5hbWVcIjpcIkNhbGlicmlcIixcIklzQm9sZFwiOmZhbHNlLFwiSXNJdGFsaWNcIjpmYWxzZSxcIklzVW5kZXJsaW5lZFwiOmZhbHNlfSxcIkZvcmVncm91bmRcIjp7XCIkaWRcIjpcIjY3MlwiLFwiQ29sb3JcIjp7XCIkaWRcIjpcIjY3M1wiLFwiQVwiOjI1NSxcIlJcIjoyMzcsXCJHXCI6MTI1LFwiQlwiOjQ5fX0sXCJIb3Jpem9udGFsQWxpZ25tZW50XCI6MCxcIklzVmlzaWJsZVwiOmZhbHNlfSxcIk1hcmdpblwiOntcIiRpZFwiOlwiNjc0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Y3NVwiLFwiQmFzZWxpbmVTaGFwZVN0eWxlXCI6e1wiJGlkXCI6XCI2NzZcIixcIk1hcmdpblwiOntcIiRpZFwiOlwiNjc3XCIsXCJUb3BcIjowLjAsXCJMZWZ0XCI6MC4wLFwiUmlnaHRcIjowLjAsXCJCb3R0b21cIjowLjB9LFwiUGFkZGluZ1wiOntcIiRpZFwiOlwiNjc4XCIsXCJUb3BcIjowLjAsXCJMZWZ0XCI6MC4wLFwiUmlnaHRcIjowLjAsXCJCb3R0b21cIjowLjB9LFwiQmFja2dyb3VuZFwiOntcIiRpZFwiOlwiNjc5XCIsXCJDb2xvclwiOntcIiRpZFwiOlwiNjgwXCIsXCJBXCI6MTUzLFwiUlwiOjAsXCJHXCI6MCxcIkJcIjowfX0sXCJJc1Zpc2libGVcIjpmYWxzZSxcIldpZHRoXCI6MC4wLFwiSGVpZ2h0XCI6MC4wLFwiQm9yZGVyU3R5bGVcIjp7XCIkaWRcIjpcIjY4MVwiLFwiTGluZVN0eWxlXCI6e1wiJGlkXCI6XCI2ODJcIixcIkxpbmVDb2xvclwiOntcIiRpZFwiOlwiNjgzXCIsXCJDb2xvclwiOntcIiRpZFwiOlwiNjg0XCIsXCJBXCI6MjU1LFwiUlwiOjI1NSxcIkdcIjowLFwiQlwiOjB9fSxcIkxpbmVXZWlnaHRcIjoyLjAsXCJMaW5lVHlwZVwiOjB9LFwiSXNWaXNpYmxlXCI6ZmFsc2V9fX0sXCJTaGFwZVN0eWxlXCI6e1wiJGlkXCI6XCI2ODVcIixcIk1hcmdpblwiOntcIiRpZFwiOlwiNjg2XCIsXCJUb3BcIjowLjAsXCJMZWZ0XCI6NC4wLFwiUmlnaHRcIjo0LjAsXCJCb3R0b21cIjowLjB9LFwiUGFkZGluZ1wiOntcIiRpZFwiOlwiNjg3XCIsXCJUb3BcIjowLjAsXCJMZWZ0XCI6MC4wLFwiUmlnaHRcIjowLjAsXCJCb3R0b21cIjowLjB9LFwiQmFja2dyb3VuZFwiOntcIiRpZFwiOlwiNjg4XCIsXCJDb2xvclwiOntcIiRpZFwiOlwiNjg5XCIsXCJBXCI6MjU1LFwiUlwiOjE1LFwiR1wiOjE1OCxcIkJcIjoyMTN9fSxcIklzVmlzaWJsZVwiOnRydWUsXCJXaWR0aFwiOjAuMCxcIkhlaWdodFwiOjEwLjAsXCJCb3JkZXJTdHlsZVwiOntcIiRpZFwiOlwiNjkwXCIsXCJMaW5lU3R5bGVcIjp7XCIkaWRcIjpcIjY5MVwiLFwiTGluZUNvbG9yXCI6e1wiJGlkXCI6XCI2OTJcIixcIkNvbG9yXCI6e1wiJGlkXCI6XCI2OTNcIixcIkFcIjoyNTUsXCJSXCI6MjM0LFwiR1wiOjIyLFwiQlwiOjMwfX0sXCJMaW5lV2VpZ2h0XCI6Mi4wLFwiTGluZVR5cGVcIjowfSxcIklzVmlzaWJsZVwiOmZhbHNlfX0sXCJUaXRsZVN0eWxlXCI6e1wiJGlkXCI6XCI2OTRcIixcIkZvbnRTZXR0aW5nc1wiOntcIiRpZFwiOlwiNjk1XCIsXCJGb250U2l6ZVwiOjExLFwiRm9udE5hbWVcIjpcIkNhbGlicmlcIixcIklzQm9sZFwiOmZhbHNlLFwiSXNJdGFsaWNcIjpmYWxzZSxcIklzVW5kZXJsaW5lZFwiOmZhbHNlfSxcIkZvcmVncm91bmRcIjp7XCIkaWRcIjpcIjY5NlwiLFwiQ29sb3JcIjp7XCIkaWRcIjpcIjY5N1wiLFwiQVwiOjI1NSxcIlJcIjowLFwiR1wiOjAsXCJCXCI6MH19LFwiSG9yaXpvbnRhbEFsaWdubWVudFwiOjAsXCJJc1Zpc2libGVcIjp0cnVlfSxcIkRhdGVTdHlsZVwiOntcIiRpZFwiOlwiNjk4XCIsXCJGb250U2V0dGluZ3NcIjp7XCIkaWRcIjpcIjY5OVwiLFwiRm9udFNpemVcIjoxMCxcIkZvbnROYW1lXCI6XCJDYWxpYnJpXCIsXCJJc0JvbGRcIjpmYWxzZSxcIklzSXRhbGljXCI6ZmFsc2UsXCJJc1VuZGVybGluZWRcIjpmYWxzZX0sXCJGb3JlZ3JvdW5kXCI6e1wiJGlkXCI6XCI3MDBcIixcIkNvbG9yXCI6e1wiJGlkXCI6XCI3MDFcIixcIkFcIjoyNTUsXCJSXCI6MTQsXCJHXCI6NDAsXCJCXCI6NjV9fSxcIkhvcml6b250YWxBbGlnbm1lbnRcIjoyLFwiSXNWaXNpYmxlXCI6dHJ1ZX0sXCJEYXRlRm9ybWF0XCI6e1wiJGlkXCI6XCI3MD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zAzXCIsXCJGb3JtYXRcIjowLFwiSXNWaXNpYmxlXCI6ZmFsc2UsXCJMYXN0S25vd25WaXNpYmlsaXR5U3RhdGVcIjpmYWxzZX0sXCJWYXJpYW5jZVN0eWxlXCI6e1wiJGlkXCI6XCI3MDRcIixcIlZhcmlhbmNlVGV4dFN0eWxlXCI6e1wiJGlkXCI6XCI3MDVcIixcIkZvbnRTZXR0aW5nc1wiOntcIiRpZFwiOlwiNzA2XCIsXCJGb250U2l6ZVwiOjEwLFwiRm9udE5hbWVcIjpcIkNhbGlicmlcIixcIklzQm9sZFwiOmZhbHNlLFwiSXNJdGFsaWNcIjpmYWxzZSxcIklzVW5kZXJsaW5lZFwiOmZhbHNlfSxcIkZvcmVncm91bmRcIjp7XCIkaWRcIjpcIjcwN1wiLFwiQ29sb3JcIjp7XCIkaWRcIjpcIjcwOFwiLFwiQVwiOjI1NSxcIlJcIjowLFwiR1wiOjAsXCJCXCI6MH19LFwiSG9yaXpvbnRhbEFsaWdubWVudFwiOjAsXCJJc1Zpc2libGVcIjp0cnVlfX19LFwiRGVmYXVsdFN3aW1sYW5lTW90U3R5bGVcIjp7XCIkaWRcIjpcIjcwOVwiLFwiU2hhcGVcIjoxLFwiU2hhcGVTaXplXCI6MCxcIkRldGFpbHNTcGFjaW5nXCI6MC4wLFwiUGFkZGluZ1wiOntcIiRpZFwiOlwiNzEwXCIsXCJUb3BcIjo1LjAsXCJMZWZ0XCI6My4wLFwiUmlnaHRcIjowLjAsXCJCb3R0b21cIjoyLjB9LFwiUG9zaXRpb25PblRhc2tcIjoxLFwiU2hhcGVTdHlsZVwiOntcIiRpZFwiOlwiNzExXCIsXCJNYXJnaW5cIjp7XCIkaWRcIjpcIjcxMlwiLFwiVG9wXCI6MC4wLFwiTGVmdFwiOjAuMCxcIlJpZ2h0XCI6MC4wLFwiQm90dG9tXCI6MC4wfSxcIlBhZGRpbmdcIjp7XCIkaWRcIjpcIjcxM1wiLFwiVG9wXCI6MC4wLFwiTGVmdFwiOjAuMCxcIlJpZ2h0XCI6MC4wLFwiQm90dG9tXCI6MC4wfSxcIkJhY2tncm91bmRcIjp7XCIkaWRcIjpcIjcxNFwiLFwiQ29sb3JcIjp7XCIkaWRcIjpcIjcxNVwiLFwiQVwiOjI1NSxcIlJcIjoxMSxcIkdcIjoxMTgsXCJCXCI6MTU5fX0sXCJJc1Zpc2libGVcIjp0cnVlLFwiV2lkdGhcIjoxMi4wLFwiSGVpZ2h0XCI6MTQuMCxcIkJvcmRlclN0eWxlXCI6e1wiJGlkXCI6XCI3MTZcIixcIkxpbmVTdHlsZVwiOntcIiRpZFwiOlwiNzE3XCIsXCJMaW5lQ29sb3JcIjp7XCIkaWRcIjpcIjcxOFwiLFwiQ29sb3JcIjp7XCIkaWRcIjpcIjcxOVwiLFwiQVwiOjI1NSxcIlJcIjoyNTUsXCJHXCI6MCxcIkJcIjowfX0sXCJMaW5lV2VpZ2h0XCI6MC4wLFwiTGluZVR5cGVcIjowfSxcIklzVmlzaWJsZVwiOmZhbHNlfX0sXCJUaXRsZVN0eWxlXCI6e1wiJGlkXCI6XCI3MjBcIixcIkZvbnRTZXR0aW5nc1wiOntcIiRpZFwiOlwiNzIxXCIsXCJGb250U2l6ZVwiOjExLFwiRm9udE5hbWVcIjpcIkNhbGlicmlcIixcIklzQm9sZFwiOmZhbHNlLFwiSXNJdGFsaWNcIjpmYWxzZSxcIklzVW5kZXJsaW5lZFwiOmZhbHNlfSxcIkZvcmVncm91bmRcIjp7XCIkaWRcIjpcIjcyMlwiLFwiQ29sb3JcIjp7XCIkaWRcIjpcIjcyM1wiLFwiQVwiOjI1NSxcIlJcIjowLFwiR1wiOjAsXCJCXCI6MH19LFwiSG9yaXpvbnRhbEFsaWdubWVudFwiOjEsXCJJc1Zpc2libGVcIjp0cnVlfSxcIkRhdGVTdHlsZVwiOntcIiRpZFwiOlwiNzI0XCIsXCJGb250U2V0dGluZ3NcIjp7XCIkaWRcIjpcIjcyNVwiLFwiRm9udFNpemVcIjoxMCxcIkZvbnROYW1lXCI6XCJDYWxpYnJpXCIsXCJJc0JvbGRcIjpmYWxzZSxcIklzSXRhbGljXCI6ZmFsc2UsXCJJc1VuZGVybGluZWRcIjpmYWxzZX0sXCJGb3JlZ3JvdW5kXCI6e1wiJGlkXCI6XCI3MjZcIixcIkNvbG9yXCI6e1wiJGlkXCI6XCI3MjdcIixcIkFcIjoyNTUsXCJSXCI6MTQsXCJHXCI6NDAsXCJCXCI6NjV9fSxcIkhvcml6b250YWxBbGlnbm1lbnRcIjoxLFwiSXNWaXNpYmxlXCI6dHJ1ZX0sXCJEYXRlRm9ybWF0XCI6e1wiJGlkXCI6XCI3Mjh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zI5XCIsXCJGb3JtYXRcIjowLFwiSXNWaXNpYmxlXCI6ZmFsc2UsXCJMYXN0S25vd25WaXNpYmlsaXR5U3RhdGVcIjpmYWxzZX0sXCJWYXJpYW5jZVN0eWxlXCI6e1wiJGlkXCI6XCI3MzBcIixcIlZhcmlhbmNlVGV4dFN0eWxlXCI6e1wiJGlkXCI6XCI3MzFcIixcIkZvbnRTZXR0aW5nc1wiOntcIiRpZFwiOlwiNzMyXCIsXCJGb250U2l6ZVwiOjEwLFwiRm9udE5hbWVcIjpcIkNhbGlicmlcIixcIklzQm9sZFwiOmZhbHNlLFwiSXNJdGFsaWNcIjpmYWxzZSxcIklzVW5kZXJsaW5lZFwiOmZhbHNlfSxcIkZvcmVncm91bmRcIjp7XCIkaWRcIjpcIjczM1wiLFwiQ29sb3JcIjp7XCIkaWRcIjpcIjczNFwiLFwiQVwiOjI1NSxcIlJcIjowLFwiR1wiOjAsXCJCXCI6MH19LFwiSG9yaXpvbnRhbEFsaWdubWVudFwiOjAsXCJJc1Zpc2libGVcIjp0cnVlfX19fV0sXCJHcmlkbGluZVBhbmVsU3R5bGVcIjp7XCIkaWRcIjpcIjczNVwiLFwiR3JpZGxpbmVTdHlsZVwiOntcIiRpZFwiOlwiNzM2XCIsXCJMaW5lQ29sb3JcIjp7XCIkaWRcIjpcIjczN1wiLFwiQ29sb3JcIjp7XCIkaWRcIjpcIjczOFwiLFwiQVwiOjM4LFwiUlwiOjkxLFwiR1wiOjE1NSxcIkJcIjoyMTN9fSxcIkxpbmVXZWlnaHRcIjoxLjAsXCJMaW5lVHlwZVwiOjB9LFwiSXNWaXNpYmxlXCI6dHJ1ZX0sXCJBY3Rpdml0eUxpbmVQYW5lbFN0eWxlXCI6e1wiJGlkXCI6XCI3MzlcIixcIkFjdGl2aXR5TGluZVN0eWxlXCI6e1wiJGlkXCI6XCI3NDBcIixcIkxpbmVDb2xvclwiOntcIiRpZFwiOlwiNzQxXCIsXCJDb2xvclwiOntcIiRpZFwiOlwiNzQyXCIsXCJBXCI6MzgsXCJSXCI6NjgsXCJHXCI6MTE0LFwiQlwiOjE5Nn19LFwiTGluZVdlaWdodFwiOjEuMCxcIkxpbmVUeXBlXCI6MH0sXCJJc1Zpc2libGVcIjp0cnVlfSxcIkRlZmF1bHREZXBlbmRlbmN5U3R5bGVcIjp7XCIkaWRcIjpcIjc0M1wiLFwiTGluZVN0eWxlXCI6e1wiJGlkXCI6XCI3NDRcIixcIkxpbmVDb2xvclwiOntcIiRpZFwiOlwiNzQ1XCIsXCJDb2xvclwiOntcIiRpZFwiOlwiNzQ2XCIsXCJBXCI6MjU1LFwiUlwiOjAsXCJHXCI6MCxcIkJcIjowfX0sXCJMaW5lV2VpZ2h0XCI6MS4wLFwiTGluZVR5cGVcIjowfSxcIkVuZEFycm93aGVhZExpbmVTdHlsZVwiOntcIiRpZFwiOlwiNzQ3XCIsXCJLaW5kXCI6MSxcIldpZHRoXCI6MSxcIkxlbmd0aFwiOjB9LFwiQnJpbmdUb0Zyb250XCI6ZmFsc2UsXCJSYWRpdXNcIjozLjB9LFwiQ3JpdGljYWxQYXRoU3R5bGVcIjp7XCIkaWRcIjpcIjc0OFwiLFwiQ3JpdGljYWxQYXRoU3R5bGVPcHRpb25zXCI6MzAsXCJMaW5lU3R5bGVcIjp7XCIkaWRcIjpcIjc0OVwiLFwiTGluZUNvbG9yXCI6e1wiJGlkXCI6XCI3NTBcIixcIkNvbG9yXCI6e1wiJGlkXCI6XCI3NTFcIixcIkFcIjoyNTUsXCJSXCI6MjIyLFwiR1wiOjUwLFwiQlwiOjUwfX0sXCJMaW5lV2VpZ2h0XCI6MS4wLFwiTGluZVR5cGVcIjowfSxcIlRpdGxlRm9yZWdyb3VuZFwiOntcIiRpZFwiOlwiNzUyXCIsXCJDb2xvclwiOntcIiRpZFwiOlwiNzUzXCIsXCJBXCI6MjU1LFwiUlwiOjE3NixcIkdcIjoxOSxcIkJcIjoyNX19LFwiU2hhcGVzQmFja2dyb3VuZFwiOntcIiRpZFwiOlwiNzU0XCIsXCJDb2xvclwiOntcIiRpZFwiOlwiNzU1XCIsXCJBXCI6MjU1LFwiUlwiOjI1MyxcIkdcIjoyMDMsXCJCXCI6MjA4fX0sXCJTaGFwZXNCb3JkZXJTdHlsZVwiOntcIiRpZFwiOlwiNzU2XCIsXCJMaW5lQ29sb3JcIjp7XCIkaWRcIjpcIjc1N1wiLFwiQ29sb3JcIjp7XCIkaWRcIjpcIjc1OFwiLFwiQVwiOjI1NSxcIlJcIjoyMzQsXCJHXCI6MjIsXCJCXCI6MzB9fSxcIkxpbmVXZWlnaHRcIjoyLjAsXCJMaW5lVHlwZVwiOjB9fSxcIlBhbmVsc1NwYWNpbmdEZWZpbml0aW9uXCI6e1wiJGlkXCI6XCI3NTlcIixcIlNwYWNpbmdBYm92ZVRpbWViYW5kXCI6MyxcIlNwYWNpbmdCZWxvd1RpbWViYW5kXCI6MyxcIlNwYWNpbmdBYm92ZUJldHdlZW5Td2ltbGFuZXNBbmRUYXNrc1wiOjUsXCJTcGFjaW5nQmVsb3dCZXR3ZWVuU3dpbWxhbmVzQW5kVGFza3NcIjo1fSxcIkNvbmRpdGlvbmFsRm9ybWF0dGluZ1wiOntcIiRpZFwiOlwiNzYwXCIsXCJQdkFGb3JtYXR0aW5nXCI6e1wiJGlkXCI6XCI3NjFcIixcIkRlbGF5VGFza1N0eWxlXCI6e1wiJGlkXCI6XCI3NjJcIixcIlN0eWxlT3B0aW9uc1wiOjI0LFwiVGl0bGVGb3JlZ3JvdW5kXCI6e1wiJGlkXCI6XCI3NjNcIixcIkNvbG9yXCI6e1wiJGlkXCI6XCI3NjRcIixcIkFcIjoyNTUsXCJSXCI6MTc1LFwiR1wiOjAsXCJCXCI6MH19LFwiQWN0dWFsU2hhcGVzQmFja2dyb3VuZFwiOntcIiRpZFwiOlwiNzY1XCIsXCJDb2xvclwiOntcIiRpZFwiOlwiNzY2XCIsXCJBXCI6NjIsXCJSXCI6MjU1LFwiR1wiOjAsXCJCXCI6MH19LFwiQWN0dWFsU2hhcGVzQm9yZGVyU3R5bGVcIjp7XCIkaWRcIjpcIjc2N1wiLFwiTGluZUNvbG9yXCI6e1wiJGlkXCI6XCI3NjhcIixcIkNvbG9yXCI6e1wiJGlkXCI6XCI3NjlcIixcIkFcIjoxNjMsXCJSXCI6MjU1LFwiR1wiOjAsXCJCXCI6MH19LFwiTGluZVdlaWdodFwiOjMuMCxcIkxpbmVUeXBlXCI6MH0sXCJCYXNlbGluZVNoYXBlc0JhY2tncm91bmRcIjp7XCIkaWRcIjpcIjc3MFwiLFwiQ29sb3JcIjp7XCIkaWRcIjpcIjc3MVwiLFwiQVwiOjE4NCxcIlJcIjoyNTUsXCJHXCI6MCxcIkJcIjowfX0sXCJWYXJpYW5jZUZvcmVncm91bmRcIjp7XCIkaWRcIjpcIjc3MlwiLFwiQ29sb3JcIjp7XCIkaWRcIjpcIjc3M1wiLFwiQVwiOjI1NSxcIlJcIjoxNzUsXCJHXCI6MCxcIkJcIjowfX19LFwiRGVsYXlNaWxlc3RvbmVTdHlsZVwiOntcIiRpZFwiOlwiNzc0XCIsXCJTdHlsZU9wdGlvbnNcIjoxOCxcIlRpdGxlRm9yZWdyb3VuZFwiOntcIiRpZFwiOlwiNzc1XCIsXCJDb2xvclwiOntcIiRpZFwiOlwiNzc2XCIsXCJBXCI6MjU1LFwiUlwiOjE3NSxcIkdcIjowLFwiQlwiOjB9fSxcIkFjdHVhbFNoYXBlc0JhY2tncm91bmRcIjp7XCIkaWRcIjpcIjc3N1wiLFwiQ29sb3JcIjp7XCIkaWRcIjpcIjc3OFwiLFwiQVwiOjI1NSxcIlJcIjoyMjIsXCJHXCI6ODAsXCJCXCI6NTB9fSxcIkFjdHVhbFNoYXBlc0JvcmRlclN0eWxlXCI6e1wiJGlkXCI6XCI3NzlcIixcIkxpbmVDb2xvclwiOntcIiRpZFwiOlwiNzgwXCIsXCJDb2xvclwiOntcIiRpZFwiOlwiNzgxXCIsXCJBXCI6MTYzLFwiUlwiOjI1NSxcIkdcIjowLFwiQlwiOjB9fSxcIkxpbmVXZWlnaHRcIjozLjAsXCJMaW5lVHlwZVwiOjB9LFwiQmFzZWxpbmVTaGFwZXNCYWNrZ3JvdW5kXCI6e1wiJGlkXCI6XCI3ODJcIixcIkNvbG9yXCI6e1wiJGlkXCI6XCI3ODNcIixcIkFcIjoxODQsXCJSXCI6MjU1LFwiR1wiOjAsXCJCXCI6MH19LFwiVmFyaWFuY2VGb3JlZ3JvdW5kXCI6e1wiJGlkXCI6XCI3ODRcIixcIkNvbG9yXCI6e1wiJGlkXCI6XCI3ODVcIixcIkFcIjoyNTUsXCJSXCI6MTc1LFwiR1wiOjAsXCJCXCI6MH19fSxcIkFkdmFuY2VUYXNrU3R5bGVcIjp7XCIkaWRcIjpcIjc4NlwiLFwiU3R5bGVPcHRpb25zXCI6MjQsXCJUaXRsZUZvcmVncm91bmRcIjp7XCIkaWRcIjpcIjc4N1wiLFwiQ29sb3JcIjp7XCIkaWRcIjpcIjc4OFwiLFwiQVwiOjI1NSxcIlJcIjowLFwiR1wiOjExMCxcIkJcIjowfX0sXCJBY3R1YWxTaGFwZXNCYWNrZ3JvdW5kXCI6e1wiJGlkXCI6XCI3ODlcIixcIkNvbG9yXCI6e1wiJGlkXCI6XCI3OTBcIixcIkFcIjo2MSxcIlJcIjowLFwiR1wiOjEyOCxcIkJcIjowfX0sXCJBY3R1YWxTaGFwZXNCb3JkZXJTdHlsZVwiOntcIiRpZFwiOlwiNzkxXCIsXCJMaW5lQ29sb3JcIjp7XCIkaWRcIjpcIjc5MlwiLFwiQ29sb3JcIjp7XCIkaWRcIjpcIjc5M1wiLFwiQVwiOjE2MyxcIlJcIjowLFwiR1wiOjEyOCxcIkJcIjowfX0sXCJMaW5lV2VpZ2h0XCI6My4wLFwiTGluZVR5cGVcIjowfSxcIkJhc2VsaW5lU2hhcGVzQmFja2dyb3VuZFwiOntcIiRpZFwiOlwiNzk0XCIsXCJDb2xvclwiOntcIiRpZFwiOlwiNzk1XCIsXCJBXCI6MTg0LFwiUlwiOjAsXCJHXCI6MTI4LFwiQlwiOjB9fSxcIlZhcmlhbmNlRm9yZWdyb3VuZFwiOntcIiRpZFwiOlwiNzk2XCIsXCJDb2xvclwiOntcIiRpZFwiOlwiNzk3XCIsXCJBXCI6MjU1LFwiUlwiOjAsXCJHXCI6MTEwLFwiQlwiOjB9fX0sXCJBZHZhbmNlTWlsZXN0b25lU3R5bGVcIjp7XCIkaWRcIjpcIjc5OFwiLFwiU3R5bGVPcHRpb25zXCI6MTgsXCJUaXRsZUZvcmVncm91bmRcIjp7XCIkaWRcIjpcIjc5OVwiLFwiQ29sb3JcIjp7XCIkaWRcIjpcIjgwMFwiLFwiQVwiOjI1NSxcIlJcIjowLFwiR1wiOjExMCxcIkJcIjowfX0sXCJBY3R1YWxTaGFwZXNCYWNrZ3JvdW5kXCI6e1wiJGlkXCI6XCI4MDFcIixcIkNvbG9yXCI6e1wiJGlkXCI6XCI4MDJcIixcIkFcIjoyNTUsXCJSXCI6MjAsXCJHXCI6MTAwLFwiQlwiOjB9fSxcIkFjdHVhbFNoYXBlc0JvcmRlclN0eWxlXCI6e1wiJGlkXCI6XCI4MDNcIixcIkxpbmVDb2xvclwiOntcIiRpZFwiOlwiODA0XCIsXCJDb2xvclwiOntcIiRpZFwiOlwiODA1XCIsXCJBXCI6MTYzLFwiUlwiOjAsXCJHXCI6MTI4LFwiQlwiOjB9fSxcIkxpbmVXZWlnaHRcIjozLjAsXCJMaW5lVHlwZVwiOjB9LFwiQmFzZWxpbmVTaGFwZXNCYWNrZ3JvdW5kXCI6e1wiJGlkXCI6XCI4MDZcIixcIkNvbG9yXCI6e1wiJGlkXCI6XCI4MDdcIixcIkFcIjoxODQsXCJSXCI6MCxcIkdcIjoxMjgsXCJCXCI6MH19LFwiVmFyaWFuY2VGb3JlZ3JvdW5kXCI6e1wiJGlkXCI6XCI4MDhcIixcIkNvbG9yXCI6e1wiJGlkXCI6XCI4MDlcIixcIkFcIjoyNTUsXCJSXCI6MCxcIkdcIjoxMTAsXCJCXCI6MH19fX19LFwiX3NlbGVjdGVkVGhlbWVQcmVzZXRDb2xvcnNcIjp7XCIkaWRcIjpcIjgxMFwiLFwiVGV4dExpZ2h0XCI6e1wiJGlkXCI6XCI4MTFcIixcIkFcIjoyNTUsXCJSXCI6MjU1LFwiR1wiOjI1NSxcIkJcIjoyNTV9LFwiVGV4dERhcmtcIjp7XCIkaWRcIjpcIjgxMlwiLFwiQVwiOjI1NSxcIlJcIjowLFwiR1wiOjAsXCJCXCI6MH0sXCJBY2NlbnQxXCI6e1wiJGlkXCI6XCI4MTNcIixcIkFcIjoyNTUsXCJSXCI6MjMyLFwiR1wiOjIzMixcIkJcIjoyMzJ9LFwiQWNjZW50MlwiOntcIiRpZFwiOlwiODE0XCIsXCJBXCI6MjU1LFwiUlwiOjE0LFwiR1wiOjQwLFwiQlwiOjY1fSxcIkFjY2VudDNcIjp7XCIkaWRcIjpcIjgxNVwiLFwiQVwiOjI1NSxcIlJcIjoyMSxcIkdcIjo5NixcIkJcIjoxMzB9LFwiQWNjZW50NFwiOntcIiRpZFwiOlwiODE2XCIsXCJBXCI6MjU1LFwiUlwiOjIzMyxcIkdcIjoxMTMsXCJCXCI6NTB9LFwiQWNjZW50NVwiOntcIiRpZFwiOlwiODE3XCIsXCJBXCI6MjU1LFwiUlwiOjI1LFwiR1wiOjEwNyxcIkJcIjozNn0sXCJBY2NlbnQ2XCI6e1wiJGlkXCI6XCI4MThcIixcIkFcIjoyNTUsXCJSXCI6MTUsXCJHXCI6MTU4LFwiQlwiOjIxM30sXCJBY2NlbnQ3XCI6e1wiJGlkXCI6XCI4MTlcIixcIkFcIjoyNTUsXCJSXCI6MTYwLFwiR1wiOjQzLFwiQlwiOjE0N30sXCJBY2NlbnQ4XCI6e1wiJGlkXCI6XCI4MjBcIixcIkFcIjoyNTUsXCJSXCI6NzgsXCJHXCI6MTY3LFwiQlwiOjQ2fX0sXCJfY3VzdG9tUHJlc2V0Q29sb3JzXCI6e1wiJGlkXCI6XCI4MjFcIn19fSIsIlJlY2VudENvbG9yc0NvbGxlY3Rpb24iOiJbXCIjRkYxNTYwODJcIl0ifSwiU2V0dGluZ3MiOnsiJGlkIjoiMTk5NiIsIkltcGFPcHRpb25zIjp7IiRpZCI6IjE5OT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xOTk4IiwiVXNlVGltZSI6ZmFsc2UsIldvcmtEYXlTdGFydCI6IjAwOjAwOjAwIiwiV29ya0RheUVuZCI6IjIzOjU5OjAwIn0sIkxhc3RVc2VkVGVtcGxhdGVJZCI6IjAwMDAwMDAwLTAwMDAtMDAwMC0wMDAwLTAwMDAwMDAwMDAwMCIsIkxhc3RVc2VkVGhlbWVEZXRhaWxzIjp7IiRpZCI6IjE5OTkiLCJJZCI6IjA0ODcxNWIwLWQ1NzgtNGMyZi1hMzI2LTg4MThiZTI0NzI0OSIsIlRpdGxlIjoiQmFzZWxpbmUiLCJDYXRlZ29yeSI6MX0sIkZpcnN0V2Vla09mWWVhciI6MCwiUGxhY2VNaWxlc3RvbmVBdFRoZUJlZ2lubmluZ09mVGhlRGF5IjpmYWxzZSwiRGVwZW5kZW5jeVNjaGVkdWxpbmdTZXR0aW5ncyI6eyIkaWQiOiIyMDAw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0cnVlLCJQbGFubmVkTW9kdWxlRW5hYmxlZCI6ZmFsc2UsIk9sZEZpeGVkSW50ZXJ2YWxzUmVuZGVyaW5nU3RyYXRlZ3lVc2VkQmVmb3JlIjpmYWxzZSwiRGVwZW5kZW5jaWVzIjp7Il9kZXBlbmRlbmNpZXMiOltdfX0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Months"/>
  <p:tag name="OTLTIMEBANDSCALEFORMAT" val="MMM"/>
  <p:tag name="OTLTIMEBANDSHAPETYPE" val="RoundedCornerRectangleTimeband"/>
  <p:tag name="OTLTIMEBANDSHAPEHEIGHT" val="20"/>
  <p:tag name="OTLTIMEBANDSHAPEPADDINGLEFT" val="0"/>
  <p:tag name="OTLTIMEBANDCULTUREINFO" val="en-US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0"/>
  <p:tag name="OTLLEFTENDCAPSMARGINLEFT" val="20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3"/>
  <p:tag name="OTLTIMEBANDSPACINGBELOW" val="3"/>
  <p:tag name="OTLTIMEBANDSPACINGABOVEFORSWLANDTASKS" val="5"/>
  <p:tag name="OTLTIMEBANDSPACINGBELOWFORSWLANDTASKS" val="5"/>
  <p:tag name="OTLTIMEBANDENDDATE" val="2026-08-07T23:59:00.0000000"/>
  <p:tag name="OTLTIMEBANDQUICKPOSITION" val="Custo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Thi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ut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5-11-21T00:00:00.0000000"/>
  <p:tag name="OTLDURATIONFORMAT" val="day"/>
  <p:tag name="OTLSPACING" val="3"/>
  <p:tag name="OTLENDDATE" val="2026-08-07T23:59:00.0000000Z"/>
  <p:tag name="OTLBASELINESTARTDATE" val="2025-11-21T00:00:00.0000000"/>
  <p:tag name="OTLBASELINEENDDATE" val="2026-08-07T23:59:00.0000000"/>
  <p:tag name="OTLSHAPETHICKNESSTYPE" val="Custo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5-11-21T00:00:00.0000000"/>
  <p:tag name="OTLENDDATE" val="2025-12-04T23:59:00.0000000Z"/>
  <p:tag name="OTLDURATIONFORMAT" val="day"/>
  <p:tag name="OTLSPACING" val="3"/>
  <p:tag name="OTLBASELINESTARTDATE" val="2025-11-21T00:00:00.0000000"/>
  <p:tag name="OTLBASELINEENDDATE" val="2025-12-04T23:59:00.0000000"/>
  <p:tag name="OTLSHAPETHICKNESSTYPE" val="Custo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5-12-05T00:00:00.0000000"/>
  <p:tag name="OTLENDDATE" val="2026-01-01T23:59:00.0000000Z"/>
  <p:tag name="OTLDURATIONFORMAT" val="day"/>
  <p:tag name="OTLSPACING" val="3"/>
  <p:tag name="OTLBASELINESTARTDATE" val="2025-12-05T00:00:00.0000000"/>
  <p:tag name="OTLBASELINEENDDATE" val="2026-01-01T23:59:00.0000000"/>
  <p:tag name="OTLSHAPETHICKNESSTYPE" val="Custo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1-02T00:00:00.0000000"/>
  <p:tag name="OTLENDDATE" val="2026-01-29T23:59:00.0000000Z"/>
  <p:tag name="OTLDURATIONFORMAT" val="day"/>
  <p:tag name="OTLSPACING" val="3"/>
  <p:tag name="OTLBASELINESTARTDATE" val="2026-01-02T00:00:00.0000000"/>
  <p:tag name="OTLBASELINEENDDATE" val="2026-01-29T23:59:00.0000000"/>
  <p:tag name="OTLSHAPETHICKNESSTYPE" val="Custo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TARTDATE" val="2026-01-30T00:00:00.0000000Z"/>
  <p:tag name="OTLENDDATE" val="2026-02-26T23:59:00.0000000Z"/>
  <p:tag name="OTLSHAPETHICKNESSTYPE" val="Custom"/>
  <p:tag name="OTLBASELINESTARTDATE" val="2026-01-30T00:00:00.0000000"/>
  <p:tag name="OTLBASELINEENDDATE" val="2026-02-26T23:59:00.000000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2-27T00:00:00.0000000"/>
  <p:tag name="OTLENDDATE" val="2026-03-06T23:59:00.0000000"/>
  <p:tag name="OTLDURATIONFORMAT" val="day"/>
  <p:tag name="OTLSPACING" val="3"/>
  <p:tag name="OTLBASELINESTARTDATE" val="2026-02-27T00:00:00.0000000"/>
  <p:tag name="OTLBASELINEENDDATE" val="2026-03-06T23:59:00.0000000"/>
  <p:tag name="OTLSHAPETHICKNESSTYPE" val="Custo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3-09T00:00:00.0000000"/>
  <p:tag name="OTLENDDATE" val="2026-04-10T23:59:00.0000000Z"/>
  <p:tag name="OTLDURATIONFORMAT" val="day"/>
  <p:tag name="OTLSPACING" val="3"/>
  <p:tag name="OTLBASELINESTARTDATE" val="2026-03-09T00:00:00.0000000"/>
  <p:tag name="OTLBASELINEENDDATE" val="2026-04-10T23:59:00.0000000"/>
  <p:tag name="OTLSHAPETHICKNESSTYPE" val="Custo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TARTDATE" val="2026-04-12T00:00:00.0000000Z"/>
  <p:tag name="OTLENDDATE" val="2026-07-03T23:59:00.0000000Z"/>
  <p:tag name="OTLBASELINESTARTDATE" val="2026-04-12T00:00:00.0000000"/>
  <p:tag name="OTLBASELINEENDDATE" val="2026-07-03T23:59:00.0000000"/>
  <p:tag name="OTLSHAPETHICKNESSTYPE" val="Custo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TARTDATE" val="2026-07-05T00:00:00.0000000Z"/>
  <p:tag name="OTLENDDATE" val="2026-07-24T23:59:00.0000000Z"/>
  <p:tag name="OTLBASELINESTARTDATE" val="2026-07-05T00:00:00.0000000"/>
  <p:tag name="OTLBASELINEENDDATE" val="2026-07-24T23:59:00.0000000"/>
  <p:tag name="OTLSHAPETHICKNESSTYPE" val="Custo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TARTDATE" val="2026-07-26T23:59:00.0000000Z"/>
  <p:tag name="OTLENDDATE" val="2026-08-07T23:59:00.0000000Z"/>
  <p:tag name="OTLBASELINESTARTDATE" val="2026-07-26T23:59:00.0000000"/>
  <p:tag name="OTLBASELINEENDDATE" val="2026-08-07T23:59:00.0000000"/>
  <p:tag name="OTLSHAPETHICKNESSTYPE" val="Custo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5923</TotalTime>
  <Words>1498</Words>
  <Application>Microsoft Office PowerPoint</Application>
  <PresentationFormat>Widescreen</PresentationFormat>
  <Paragraphs>155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Garamond</vt:lpstr>
      <vt:lpstr>Organic</vt:lpstr>
      <vt:lpstr>LABORATORY INFORMATION MANAGEMENT SYSTEM FOR YALA SUB-COUNTY HOSPITAL</vt:lpstr>
      <vt:lpstr>INTRODUCTION</vt:lpstr>
      <vt:lpstr>BACKGROUND STUDY</vt:lpstr>
      <vt:lpstr>PROBLEM STATEMENT</vt:lpstr>
      <vt:lpstr>PROJECT OBJECTIVES</vt:lpstr>
      <vt:lpstr>PROJECT SCOPE</vt:lpstr>
      <vt:lpstr>JUSTIFICATION &amp; SIGNIFICANCE</vt:lpstr>
      <vt:lpstr>RESOURCE REQUIREMENTS &amp; BUDGET</vt:lpstr>
      <vt:lpstr>PROJECT SCHEDULE </vt:lpstr>
      <vt:lpstr>PowerPoint Presentation</vt:lpstr>
      <vt:lpstr>LITERATURE REVIEW: EXISTING SYSTEMS</vt:lpstr>
      <vt:lpstr>LITERATURE REVIEW: GAPS &amp; PROPOSED SOLUTION</vt:lpstr>
      <vt:lpstr>METHODOLOGY &amp; DEVELOPMENT TOOLS</vt:lpstr>
      <vt:lpstr>SYSTEM ANALYSIS &amp; FEASIBILITY STUDY</vt:lpstr>
      <vt:lpstr> SYSTEM REQUIREMENTS MODELING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 PRESENTATION</dc:title>
  <dc:creator>VINNY</dc:creator>
  <cp:lastModifiedBy>Noliptical .</cp:lastModifiedBy>
  <cp:revision>57</cp:revision>
  <dcterms:created xsi:type="dcterms:W3CDTF">2018-07-03T20:09:46Z</dcterms:created>
  <dcterms:modified xsi:type="dcterms:W3CDTF">2026-10-06T09:10:35Z</dcterms:modified>
</cp:coreProperties>
</file>