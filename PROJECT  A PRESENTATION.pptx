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81" r:id="rId9"/>
    <p:sldId id="278" r:id="rId10"/>
    <p:sldId id="282" r:id="rId11"/>
    <p:sldId id="270" r:id="rId12"/>
    <p:sldId id="280" r:id="rId13"/>
    <p:sldId id="268" r:id="rId14"/>
    <p:sldId id="272" r:id="rId15"/>
    <p:sldId id="277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16" autoAdjust="0"/>
    <p:restoredTop sz="95288" autoAdjust="0"/>
  </p:normalViewPr>
  <p:slideViewPr>
    <p:cSldViewPr snapToGrid="0">
      <p:cViewPr varScale="1">
        <p:scale>
          <a:sx n="59" d="100"/>
          <a:sy n="59" d="100"/>
        </p:scale>
        <p:origin x="956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tags" Target="../tags/tag117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6" Type="http://schemas.openxmlformats.org/officeDocument/2006/relationships/tags" Target="../tags/tag16.xml"/><Relationship Id="rId107" Type="http://schemas.openxmlformats.org/officeDocument/2006/relationships/tags" Target="../tags/tag107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23" Type="http://schemas.openxmlformats.org/officeDocument/2006/relationships/tags" Target="../tags/tag123.xml"/><Relationship Id="rId128" Type="http://schemas.openxmlformats.org/officeDocument/2006/relationships/slideLayout" Target="../slideLayouts/slideLayout7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tags" Target="../tags/tag113.xml"/><Relationship Id="rId118" Type="http://schemas.openxmlformats.org/officeDocument/2006/relationships/tags" Target="../tags/tag118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tags" Target="../tags/tag103.xml"/><Relationship Id="rId108" Type="http://schemas.openxmlformats.org/officeDocument/2006/relationships/tags" Target="../tags/tag108.xml"/><Relationship Id="rId124" Type="http://schemas.openxmlformats.org/officeDocument/2006/relationships/tags" Target="../tags/tag124.xml"/><Relationship Id="rId129" Type="http://schemas.openxmlformats.org/officeDocument/2006/relationships/image" Target="../media/image8.jpeg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tags" Target="../tags/tag114.xml"/><Relationship Id="rId119" Type="http://schemas.openxmlformats.org/officeDocument/2006/relationships/tags" Target="../tags/tag119.xml"/><Relationship Id="rId44" Type="http://schemas.openxmlformats.org/officeDocument/2006/relationships/tags" Target="../tags/tag44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tags" Target="../tags/tag10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104" Type="http://schemas.openxmlformats.org/officeDocument/2006/relationships/tags" Target="../tags/tag104.xml"/><Relationship Id="rId120" Type="http://schemas.openxmlformats.org/officeDocument/2006/relationships/tags" Target="../tags/tag120.xml"/><Relationship Id="rId125" Type="http://schemas.openxmlformats.org/officeDocument/2006/relationships/tags" Target="../tags/tag125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115" Type="http://schemas.openxmlformats.org/officeDocument/2006/relationships/tags" Target="../tags/tag115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105" Type="http://schemas.openxmlformats.org/officeDocument/2006/relationships/tags" Target="../tags/tag105.xml"/><Relationship Id="rId126" Type="http://schemas.openxmlformats.org/officeDocument/2006/relationships/tags" Target="../tags/tag126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121" Type="http://schemas.openxmlformats.org/officeDocument/2006/relationships/tags" Target="../tags/tag121.xml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116" Type="http://schemas.openxmlformats.org/officeDocument/2006/relationships/tags" Target="../tags/tag116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111" Type="http://schemas.openxmlformats.org/officeDocument/2006/relationships/tags" Target="../tags/tag111.xml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106" Type="http://schemas.openxmlformats.org/officeDocument/2006/relationships/tags" Target="../tags/tag106.xml"/><Relationship Id="rId127" Type="http://schemas.openxmlformats.org/officeDocument/2006/relationships/tags" Target="../tags/tag12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122" Type="http://schemas.openxmlformats.org/officeDocument/2006/relationships/tags" Target="../tags/tag122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26" Type="http://schemas.openxmlformats.org/officeDocument/2006/relationships/tags" Target="../tags/tag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 sz="2400" b="1"/>
            </a:pPr>
            <a:r>
              <a:t>LABORATORY INFORMATION MANAGEMENT SYSTEM FOR YALA SUB-COUNTY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8544" y="3614063"/>
            <a:ext cx="8066314" cy="1704536"/>
          </a:xfrm>
        </p:spPr>
        <p:txBody>
          <a:bodyPr wrap="square">
            <a:normAutofit fontScale="62500" lnSpcReduction="20000"/>
          </a:bodyPr>
          <a:lstStyle/>
          <a:p>
            <a:pPr algn="ctr">
              <a:spcAft>
                <a:spcPts val="400"/>
              </a:spcAft>
              <a:defRPr sz="1600" b="1"/>
            </a:pPr>
            <a:r>
              <a:rPr lang="en-US" sz="2000" b="1" dirty="0">
                <a:latin typeface="Calibri"/>
              </a:rPr>
              <a:t>Project Proposal Presentation (Project A)</a:t>
            </a:r>
          </a:p>
          <a:p>
            <a:pPr algn="ctr">
              <a:spcAft>
                <a:spcPts val="400"/>
              </a:spcAft>
            </a:pPr>
            <a:r>
              <a:rPr lang="en-US" sz="1800" b="1" dirty="0">
                <a:latin typeface="Calibri"/>
              </a:rPr>
              <a:t>Candidate: Owuor Collins  |  Reg No: SCCI/01227/2022</a:t>
            </a:r>
          </a:p>
          <a:p>
            <a:pPr algn="ctr">
              <a:spcAft>
                <a:spcPts val="400"/>
              </a:spcAft>
            </a:pPr>
            <a:r>
              <a:rPr lang="en-US" sz="1500" b="0" dirty="0">
                <a:latin typeface="Calibri"/>
              </a:rPr>
              <a:t>Program: Bachelor of Technology in Information Technology</a:t>
            </a:r>
          </a:p>
          <a:p>
            <a:pPr algn="ctr">
              <a:spcAft>
                <a:spcPts val="400"/>
              </a:spcAft>
            </a:pPr>
            <a:r>
              <a:rPr lang="en-US" sz="1400" b="0" dirty="0">
                <a:latin typeface="Calibri"/>
              </a:rPr>
              <a:t>Faculty of Applied Sciences &amp; Technology | School of Computing and Information Technology (SCIT)</a:t>
            </a:r>
          </a:p>
          <a:p>
            <a:pPr algn="ctr">
              <a:spcAft>
                <a:spcPts val="400"/>
              </a:spcAft>
            </a:pPr>
            <a:r>
              <a:rPr lang="en-US" sz="1400" b="0" dirty="0">
                <a:latin typeface="Calibri"/>
              </a:rPr>
              <a:t>Department of Computer Science and Informatics</a:t>
            </a:r>
          </a:p>
          <a:p>
            <a:pPr algn="ctr">
              <a:spcAft>
                <a:spcPts val="400"/>
              </a:spcAft>
            </a:pPr>
            <a:r>
              <a:rPr lang="en-US" sz="1500" b="1" dirty="0">
                <a:latin typeface="Calibri"/>
              </a:rPr>
              <a:t>Institution: The Technical University of Kenya (TUK)</a:t>
            </a:r>
          </a:p>
          <a:p>
            <a:pPr algn="ctr">
              <a:spcAft>
                <a:spcPts val="400"/>
              </a:spcAft>
            </a:pPr>
            <a:r>
              <a:rPr lang="en-US" sz="1500" b="1" dirty="0">
                <a:latin typeface="Calibri"/>
              </a:rPr>
              <a:t>Supervisors: Dr. Edwin Ngwawe &amp; Mr. Peter Maina Kariuki</a:t>
            </a:r>
          </a:p>
          <a:p>
            <a:pPr algn="ctr">
              <a:spcAft>
                <a:spcPts val="400"/>
              </a:spcAft>
            </a:pPr>
            <a:r>
              <a:rPr lang="en-US" sz="1400" b="0" dirty="0">
                <a:latin typeface="Calibri"/>
              </a:rPr>
              <a:t>Academic Year: 2025 / 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769449" y="1539402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10416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rPr dirty="0"/>
              <a:t>Digital Health Context: Modernizing public healthcare infrastructure across Kenya.</a:t>
            </a:r>
            <a:endParaRPr lang="en-US" dirty="0"/>
          </a:p>
          <a:p>
            <a:pPr>
              <a:spcAft>
                <a:spcPts val="600"/>
              </a:spcAft>
              <a:defRPr sz="1500" b="0"/>
            </a:pPr>
            <a:r>
              <a:rPr dirty="0"/>
              <a:t>Facility Focus: Targeting Level 4 Sub-County hospitals as primary frontline care centers.</a:t>
            </a:r>
          </a:p>
          <a:p>
            <a:pPr>
              <a:spcAft>
                <a:spcPts val="600"/>
              </a:spcAft>
              <a:defRPr sz="1500" b="0"/>
            </a:pPr>
            <a:r>
              <a:rPr dirty="0"/>
              <a:t>Critical Diagnostic Role: Medical laboratories inform over 70% of clinical decisions.</a:t>
            </a:r>
          </a:p>
          <a:p>
            <a:pPr>
              <a:spcAft>
                <a:spcPts val="600"/>
              </a:spcAft>
              <a:defRPr sz="1500" b="0"/>
            </a:pPr>
            <a:r>
              <a:rPr dirty="0"/>
              <a:t>Current Challenge: Heavy reliance on manual paper registers causing delays and errors.</a:t>
            </a:r>
          </a:p>
          <a:p>
            <a:pPr>
              <a:spcAft>
                <a:spcPts val="600"/>
              </a:spcAft>
              <a:defRPr sz="1500" b="0"/>
            </a:pPr>
            <a:r>
              <a:rPr dirty="0"/>
              <a:t>Proposed Solution: A localized, cost-effective, web-based LIMS tailored for public facilities.</a:t>
            </a:r>
          </a:p>
          <a:p>
            <a:pPr>
              <a:spcAft>
                <a:spcPts val="0"/>
              </a:spcAft>
              <a:defRPr sz="1500" b="0"/>
            </a:pPr>
            <a:r>
              <a:rPr dirty="0"/>
              <a:t>Expected Outcome: Streamlined workflow, faster turnaround times, and protected records.</a:t>
            </a:r>
          </a:p>
        </p:txBody>
      </p:sp>
    </p:spTree>
    <p:extLst>
      <p:ext uri="{BB962C8B-B14F-4D97-AF65-F5344CB8AC3E}">
        <p14:creationId xmlns:p14="http://schemas.microsoft.com/office/powerpoint/2010/main" val="187293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t>Target Facility: Yala Sub-County Hospital — Level 4 public hospital in Siaya County.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t>Geographic Setting: Primary referral center in Gem Sub-County along Kisumu–Busia corridor.</a:t>
            </a:r>
          </a:p>
          <a:p>
            <a:pPr>
              <a:spcAft>
                <a:spcPts val="600"/>
              </a:spcAft>
              <a:defRPr sz="1500" b="0"/>
            </a:pPr>
            <a:r>
              <a:t>Workload Demand: High daily outpatient volume, active inpatient wards, and maternity care.</a:t>
            </a:r>
          </a:p>
          <a:p>
            <a:pPr>
              <a:spcAft>
                <a:spcPts val="600"/>
              </a:spcAft>
              <a:defRPr sz="1500" b="0"/>
            </a:pPr>
            <a:r>
              <a:t>Workflow Bottleneck: Laboratory identified as the primary hospital operations bottleneck.</a:t>
            </a:r>
          </a:p>
          <a:p>
            <a:pPr>
              <a:spcAft>
                <a:spcPts val="600"/>
              </a:spcAft>
              <a:defRPr sz="1500" b="0"/>
            </a:pPr>
            <a:r>
              <a:t>Information Fragmentation: Physical paper requests frequently misplaced during transit.</a:t>
            </a:r>
          </a:p>
          <a:p>
            <a:pPr>
              <a:spcAft>
                <a:spcPts val="0"/>
              </a:spcAft>
              <a:defRPr sz="1500" b="0"/>
            </a:pPr>
            <a:r>
              <a:t>Modernization Need: Transitioning from manual MOH registers to a connected digital bench.</a:t>
            </a:r>
          </a:p>
        </p:txBody>
      </p:sp>
    </p:spTree>
    <p:extLst>
      <p:ext uri="{BB962C8B-B14F-4D97-AF65-F5344CB8AC3E}">
        <p14:creationId xmlns:p14="http://schemas.microsoft.com/office/powerpoint/2010/main" val="380726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t>Turnaround Time Delays: Physical routing of test requests and results delays critical care.</a:t>
            </a:r>
          </a:p>
          <a:p>
            <a:pPr>
              <a:spcAft>
                <a:spcPts val="600"/>
              </a:spcAft>
              <a:defRPr sz="1500" b="0"/>
            </a:pPr>
            <a:r>
              <a:t>Transcription Errors: Illegible handwriting on paper slips risks diagnostic inaccuracies.</a:t>
            </a:r>
          </a:p>
          <a:p>
            <a:pPr>
              <a:spcAft>
                <a:spcPts val="600"/>
              </a:spcAft>
              <a:defRPr sz="1500" b="0"/>
            </a:pPr>
            <a:r>
              <a:t>Missing Patient Slips: Lost result slips require repeated sampling and frustrate patients.</a:t>
            </a:r>
          </a:p>
          <a:p>
            <a:pPr>
              <a:spcAft>
                <a:spcPts val="600"/>
              </a:spcAft>
              <a:defRPr sz="1500" b="0"/>
            </a:pPr>
            <a:r>
              <a:t>Absence of Panic Alerts: Critical life-threatening results lack instant clinician alerting.</a:t>
            </a:r>
          </a:p>
          <a:p>
            <a:pPr>
              <a:spcAft>
                <a:spcPts val="600"/>
              </a:spcAft>
              <a:defRPr sz="1500" b="0"/>
            </a:pPr>
            <a:r>
              <a:t>Tedious MOH Reporting: Monthly MOH 706 statistical compilation requires days of manual tallying.</a:t>
            </a:r>
          </a:p>
          <a:p>
            <a:pPr>
              <a:spcAft>
                <a:spcPts val="0"/>
              </a:spcAft>
              <a:defRPr sz="1500" b="0"/>
            </a:pPr>
            <a:r>
              <a:t>Revenue Leakage: Unreconciled billing and paper cash handling at hospital counters.</a:t>
            </a:r>
          </a:p>
        </p:txBody>
      </p:sp>
    </p:spTree>
    <p:extLst>
      <p:ext uri="{BB962C8B-B14F-4D97-AF65-F5344CB8AC3E}">
        <p14:creationId xmlns:p14="http://schemas.microsoft.com/office/powerpoint/2010/main" val="1629994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003366"/>
                </a:solidFill>
              </a:defRPr>
            </a:pPr>
            <a:r>
              <a:rPr dirty="0"/>
              <a:t>General Objective: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1200"/>
              </a:spcAft>
              <a:defRPr sz="1500">
                <a:solidFill>
                  <a:srgbClr val="222222"/>
                </a:solidFill>
              </a:defRPr>
            </a:pPr>
            <a:r>
              <a:rPr dirty="0"/>
              <a:t>Develop a web-based Laboratory Information Management System (LIMS) for Yala Sub-County Hospital to automate diagnostic workflows, reduce clinical turnaround times, and secure revenue collection.</a:t>
            </a:r>
          </a:p>
          <a:p>
            <a:pPr>
              <a:spcAft>
                <a:spcPts val="400"/>
              </a:spcAft>
              <a:defRPr sz="1700" b="1">
                <a:solidFill>
                  <a:srgbClr val="003366"/>
                </a:solidFill>
              </a:defRPr>
            </a:pPr>
            <a:r>
              <a:rPr dirty="0"/>
              <a:t>Specific Objectives: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03366"/>
                </a:solidFill>
              </a:rPr>
              <a:t>1. Analyze: </a:t>
            </a:r>
            <a:r>
              <a:rPr sz="1400" b="0" dirty="0">
                <a:solidFill>
                  <a:srgbClr val="222222"/>
                </a:solidFill>
              </a:rPr>
              <a:t>Analyze current manual laboratory and billing workflows to determine functional and non-functional system requirements.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03366"/>
                </a:solidFill>
              </a:rPr>
              <a:t>2. Design: </a:t>
            </a:r>
            <a:r>
              <a:rPr sz="1400" b="0" dirty="0">
                <a:solidFill>
                  <a:srgbClr val="222222"/>
                </a:solidFill>
              </a:rPr>
              <a:t>Design a 3-tier system architecture, normalized relational database schema, and Role-Based Access Control (RBAC) model.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03366"/>
                </a:solidFill>
              </a:rPr>
              <a:t>3. Implement: </a:t>
            </a:r>
            <a:r>
              <a:rPr sz="1400" b="0" dirty="0">
                <a:solidFill>
                  <a:srgbClr val="222222"/>
                </a:solidFill>
              </a:rPr>
              <a:t>Implement core web modules for outpatient triage, CPOE test ordering, laboratory bench testing with panic alerts</a:t>
            </a:r>
            <a:r>
              <a:rPr lang="en-US" sz="1400" dirty="0">
                <a:solidFill>
                  <a:srgbClr val="222222"/>
                </a:solidFill>
              </a:rPr>
              <a:t>.</a:t>
            </a:r>
            <a:r>
              <a:rPr sz="1400" b="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1" dirty="0">
                <a:solidFill>
                  <a:srgbClr val="003366"/>
                </a:solidFill>
              </a:rPr>
              <a:t>4. Evaluate: </a:t>
            </a:r>
            <a:r>
              <a:rPr sz="1400" b="0" dirty="0">
                <a:solidFill>
                  <a:srgbClr val="222222"/>
                </a:solidFill>
              </a:rPr>
              <a:t>Evaluate system performance, data security, and user acceptance through structured test cases and hospital staff feedback.</a:t>
            </a:r>
          </a:p>
        </p:txBody>
      </p:sp>
    </p:spTree>
    <p:extLst>
      <p:ext uri="{BB962C8B-B14F-4D97-AF65-F5344CB8AC3E}">
        <p14:creationId xmlns:p14="http://schemas.microsoft.com/office/powerpoint/2010/main" val="9135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PROJECT SCOPE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40CAA-0477-05BF-BDC7-B6F7C76E94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scope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  <a:defRPr sz="1400" b="0"/>
            </a:pPr>
            <a:r>
              <a:t>• Modular Web Architecture: Native PHP 8.2 and MySQL relational database on Apache.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400"/>
              </a:spcAft>
              <a:defRPr sz="1400" b="0"/>
            </a:pPr>
            <a:r>
              <a:t>• Role-Based Access Control: Receptionist, Doctor, Lab Technologist, Cashier, Admin.</a:t>
            </a:r>
          </a:p>
          <a:p>
            <a:pPr>
              <a:spcAft>
                <a:spcPts val="400"/>
              </a:spcAft>
              <a:defRPr sz="1400" b="0"/>
            </a:pPr>
            <a:r>
              <a:t>• Outpatient Flow: Unique OPD sequencing and A5 routing slips with Code128 barcodes.</a:t>
            </a:r>
          </a:p>
          <a:p>
            <a:pPr>
              <a:spcAft>
                <a:spcPts val="400"/>
              </a:spcAft>
              <a:defRPr sz="1400" b="0"/>
            </a:pPr>
            <a:r>
              <a:t>• Clinical Workbench: CPOE ordering, result verification, panic alerts, and PDF certificates.</a:t>
            </a:r>
          </a:p>
          <a:p>
            <a:pPr>
              <a:spcAft>
                <a:spcPts val="0"/>
              </a:spcAft>
              <a:defRPr sz="1400" b="0"/>
            </a:pPr>
            <a:r>
              <a:t>• Cashless Billing: Integration with Kenya Government eCitizen Paybill 222222 gateway.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68F4F0-7E78-4375-68AE-9AB19A29C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of scope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536C2F-D885-8F03-E09E-1CFE693CC1F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285750" marR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 sz="1400" b="0"/>
            </a:pPr>
            <a:r>
              <a:t>• Direct bidirectional serial communication (RS-232/HL7) with physical lab machines.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  <a:p>
            <a:pPr>
              <a:spcAft>
                <a:spcPts val="400"/>
              </a:spcAft>
              <a:defRPr sz="1400" b="0"/>
            </a:pPr>
            <a:r>
              <a:t>• Automated real-time REST API synchronization with National DHIS2 / KHIS cloud.</a:t>
            </a:r>
          </a:p>
          <a:p>
            <a:pPr>
              <a:spcAft>
                <a:spcPts val="0"/>
              </a:spcAft>
              <a:defRPr sz="1400" b="0"/>
            </a:pPr>
            <a:r>
              <a:t>• Procurement and installation of hospital-wide physical network cabling and hardware.</a:t>
            </a:r>
          </a:p>
        </p:txBody>
      </p:sp>
    </p:spTree>
    <p:extLst>
      <p:ext uri="{BB962C8B-B14F-4D97-AF65-F5344CB8AC3E}">
        <p14:creationId xmlns:p14="http://schemas.microsoft.com/office/powerpoint/2010/main" val="207809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t>JUSTIFICATION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rPr sz="1800" dirty="0"/>
              <a:t>Hospital Administration: Eliminates paper stationery costs and closes revenue leakage.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Clinicians &amp; Doctors: Instant longitudinal access to diagnostic histories; critical panic alerts.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Laboratory Technologists: Clear testing worklists, automated reference ranges, 1-click reports.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Patients &amp; Community: Drastically reduced waiting times; prevention of lost result slips.</a:t>
            </a:r>
          </a:p>
          <a:p>
            <a:pPr>
              <a:spcAft>
                <a:spcPts val="0"/>
              </a:spcAft>
              <a:defRPr sz="1500" b="0"/>
            </a:pPr>
            <a:r>
              <a:rPr sz="1800" dirty="0"/>
              <a:t>Public Health Authorities: Reliable epidemiological data for disease surveillance in Siaya County.</a:t>
            </a:r>
          </a:p>
        </p:txBody>
      </p:sp>
    </p:spTree>
    <p:extLst>
      <p:ext uri="{BB962C8B-B14F-4D97-AF65-F5344CB8AC3E}">
        <p14:creationId xmlns:p14="http://schemas.microsoft.com/office/powerpoint/2010/main" val="2411300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3AA53-866D-74AD-7780-6B8366DC3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RESOURCE REQUIREMENTS &amp; 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7743A-B19B-D8F0-E726-96A6E1D72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rPr sz="1800" dirty="0"/>
              <a:t>Hardware: Desktop Workstation / Core i5 Laptops and backup UPS power units.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Networking: Hospital Local Area Network (LAN) installation and intranet switches.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Software Platform: PHP 8.2, MySQL 8.0, Apache/XAMPP, Windows OS (Zero license costs).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Direct Capital Costs: Dedicated server host, LAN cabling, and power protection (KES 120,000).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Indirect Costs: Staff training, system onboarding, and ongoing maintenance (KES 60,000).</a:t>
            </a:r>
          </a:p>
          <a:p>
            <a:pPr>
              <a:spcAft>
                <a:spcPts val="0"/>
              </a:spcAft>
              <a:defRPr sz="1500" b="1"/>
            </a:pPr>
            <a:r>
              <a:rPr sz="1800" dirty="0"/>
              <a:t>Total Estimated Budget: Approximately KES 180,000 – 220,000.</a:t>
            </a:r>
          </a:p>
        </p:txBody>
      </p:sp>
    </p:spTree>
    <p:extLst>
      <p:ext uri="{BB962C8B-B14F-4D97-AF65-F5344CB8AC3E}">
        <p14:creationId xmlns:p14="http://schemas.microsoft.com/office/powerpoint/2010/main" val="789150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PROJECT SCHEDULE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596859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9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LSHAPE_TB_00000000000000000000000000000000_LeftEndCaps" hidden="1">
            <a:extLst>
              <a:ext uri="{FF2B5EF4-FFF2-40B4-BE49-F238E27FC236}">
                <a16:creationId xmlns:a16="http://schemas.microsoft.com/office/drawing/2014/main" id="{81BDC010-10DF-48FA-723F-88DB4AE1EFE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221339" y="12700"/>
            <a:ext cx="469900" cy="276999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>
                <a:solidFill>
                  <a:srgbClr val="ED7D31"/>
                </a:solidFill>
                <a:latin typeface="Calibri" panose="020F0502020204030204" pitchFamily="34" charset="0"/>
              </a:rPr>
              <a:t>2025</a:t>
            </a:r>
          </a:p>
        </p:txBody>
      </p:sp>
      <p:sp>
        <p:nvSpPr>
          <p:cNvPr id="3" name="OTLSHAPE_TB_00000000000000000000000000000000_RightEndCaps">
            <a:extLst>
              <a:ext uri="{FF2B5EF4-FFF2-40B4-BE49-F238E27FC236}">
                <a16:creationId xmlns:a16="http://schemas.microsoft.com/office/drawing/2014/main" id="{8FD0728A-C6C0-9A93-09BA-3965DFF2086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1474534" y="5120016"/>
            <a:ext cx="449610" cy="27906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 spc="-44">
                <a:solidFill>
                  <a:srgbClr val="E97132"/>
                </a:solidFill>
                <a:latin typeface="Calibri" panose="020F0502020204030204" pitchFamily="34" charset="0"/>
              </a:rPr>
              <a:t>2026</a:t>
            </a:r>
          </a:p>
        </p:txBody>
      </p:sp>
      <p:cxnSp>
        <p:nvCxnSpPr>
          <p:cNvPr id="127" name="OTLSHAPE_T_7a6a9d09c0fc456081129ee3645a5be1_HorizontalConnector1">
            <a:extLst>
              <a:ext uri="{FF2B5EF4-FFF2-40B4-BE49-F238E27FC236}">
                <a16:creationId xmlns:a16="http://schemas.microsoft.com/office/drawing/2014/main" id="{11B16782-ACD5-90CE-BDFA-CF956822A672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1535457" y="1675127"/>
            <a:ext cx="141155" cy="0"/>
          </a:xfrm>
          <a:prstGeom prst="line">
            <a:avLst/>
          </a:prstGeom>
          <a:ln w="6350" cap="flat" cmpd="sng" algn="ctr">
            <a:solidFill>
              <a:srgbClr val="156082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TLSHAPE_TB_00000000000000000000000000000000_ScaleContainer">
            <a:extLst>
              <a:ext uri="{FF2B5EF4-FFF2-40B4-BE49-F238E27FC236}">
                <a16:creationId xmlns:a16="http://schemas.microsoft.com/office/drawing/2014/main" id="{40040F5B-EFF7-B650-20A4-47899C9CB8D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844465" y="5132547"/>
            <a:ext cx="10515600" cy="254000"/>
          </a:xfrm>
          <a:prstGeom prst="roundRect">
            <a:avLst/>
          </a:prstGeom>
          <a:solidFill>
            <a:srgbClr val="0E2841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TLSHAPE_TB_00000000000000000000000000000000_ElapsedTime">
            <a:extLst>
              <a:ext uri="{FF2B5EF4-FFF2-40B4-BE49-F238E27FC236}">
                <a16:creationId xmlns:a16="http://schemas.microsoft.com/office/drawing/2014/main" id="{BA5AF234-0311-0CE4-2779-E3FE192F10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844465" y="5335747"/>
            <a:ext cx="4089400" cy="50800"/>
          </a:xfrm>
          <a:prstGeom prst="roundRect">
            <a:avLst/>
          </a:prstGeom>
          <a:solidFill>
            <a:srgbClr val="FF0000">
              <a:alpha val="74902"/>
            </a:srgb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TLSHAPE_TB_00000000000000000000000000000000_TodayMarkerShape">
            <a:extLst>
              <a:ext uri="{FF2B5EF4-FFF2-40B4-BE49-F238E27FC236}">
                <a16:creationId xmlns:a16="http://schemas.microsoft.com/office/drawing/2014/main" id="{4F5D1601-91B3-58E0-9A61-15C2451FA769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885652" y="5386547"/>
            <a:ext cx="76200" cy="84667"/>
          </a:xfrm>
          <a:prstGeom prst="triangle">
            <a:avLst/>
          </a:prstGeom>
          <a:solidFill>
            <a:srgbClr val="FF0000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TLSHAPE_TB_00000000000000000000000000000000_TodayMarkerText">
            <a:extLst>
              <a:ext uri="{FF2B5EF4-FFF2-40B4-BE49-F238E27FC236}">
                <a16:creationId xmlns:a16="http://schemas.microsoft.com/office/drawing/2014/main" id="{084CDEB5-BE8E-F6CF-BC55-0067E76ECEF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741810" y="5471213"/>
            <a:ext cx="368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sz="1200" spc="-12">
                <a:solidFill>
                  <a:schemeClr val="dk1"/>
                </a:solidFill>
                <a:latin typeface="Calibri" panose="020F0502020204030204" pitchFamily="34" charset="0"/>
              </a:rPr>
              <a:t>Today</a:t>
            </a:r>
          </a:p>
        </p:txBody>
      </p:sp>
      <p:sp>
        <p:nvSpPr>
          <p:cNvPr id="8" name="OTLSHAPE_TB_00000000000000000000000000000000_TimescaleInterval1">
            <a:extLst>
              <a:ext uri="{FF2B5EF4-FFF2-40B4-BE49-F238E27FC236}">
                <a16:creationId xmlns:a16="http://schemas.microsoft.com/office/drawing/2014/main" id="{DF224D70-6F8A-22C9-FEB6-F3724C9DC44D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895265" y="5166519"/>
            <a:ext cx="24936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Nov</a:t>
            </a:r>
          </a:p>
        </p:txBody>
      </p:sp>
      <p:sp>
        <p:nvSpPr>
          <p:cNvPr id="10" name="OTLSHAPE_TB_00000000000000000000000000000000_TimescaleInterval2">
            <a:extLst>
              <a:ext uri="{FF2B5EF4-FFF2-40B4-BE49-F238E27FC236}">
                <a16:creationId xmlns:a16="http://schemas.microsoft.com/office/drawing/2014/main" id="{A6DB6160-669D-9C08-BD48-92F39C3504B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931752" y="5166519"/>
            <a:ext cx="23724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2">
                <a:solidFill>
                  <a:srgbClr val="E8E8E8"/>
                </a:solidFill>
                <a:latin typeface="Calibri" panose="020F0502020204030204" pitchFamily="34" charset="0"/>
              </a:rPr>
              <a:t>Dec</a:t>
            </a:r>
          </a:p>
        </p:txBody>
      </p:sp>
      <p:sp>
        <p:nvSpPr>
          <p:cNvPr id="12" name="OTLSHAPE_TB_00000000000000000000000000000000_TimescaleInterval3">
            <a:extLst>
              <a:ext uri="{FF2B5EF4-FFF2-40B4-BE49-F238E27FC236}">
                <a16:creationId xmlns:a16="http://schemas.microsoft.com/office/drawing/2014/main" id="{EEFF5BD6-D6CD-35B2-D937-010D718842CF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3002789" y="5166519"/>
            <a:ext cx="2032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Jan</a:t>
            </a:r>
          </a:p>
        </p:txBody>
      </p:sp>
      <p:sp>
        <p:nvSpPr>
          <p:cNvPr id="14" name="OTLSHAPE_TB_00000000000000000000000000000000_TimescaleInterval4">
            <a:extLst>
              <a:ext uri="{FF2B5EF4-FFF2-40B4-BE49-F238E27FC236}">
                <a16:creationId xmlns:a16="http://schemas.microsoft.com/office/drawing/2014/main" id="{2A7993C3-1EB2-389F-5799-ACAC6904F538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4073826" y="5166519"/>
            <a:ext cx="225383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Feb</a:t>
            </a:r>
          </a:p>
        </p:txBody>
      </p:sp>
      <p:sp>
        <p:nvSpPr>
          <p:cNvPr id="16" name="OTLSHAPE_TB_00000000000000000000000000000000_TimescaleInterval5">
            <a:extLst>
              <a:ext uri="{FF2B5EF4-FFF2-40B4-BE49-F238E27FC236}">
                <a16:creationId xmlns:a16="http://schemas.microsoft.com/office/drawing/2014/main" id="{BEC3EB09-1A27-B3C2-C100-1707169DDBE5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214" y="5166519"/>
            <a:ext cx="255776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Mar</a:t>
            </a:r>
          </a:p>
        </p:txBody>
      </p:sp>
      <p:sp>
        <p:nvSpPr>
          <p:cNvPr id="18" name="OTLSHAPE_TB_00000000000000000000000000000000_TimescaleInterval6">
            <a:extLst>
              <a:ext uri="{FF2B5EF4-FFF2-40B4-BE49-F238E27FC236}">
                <a16:creationId xmlns:a16="http://schemas.microsoft.com/office/drawing/2014/main" id="{03CDA973-E485-52FF-61C6-701EC63EAC28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6112251" y="5166519"/>
            <a:ext cx="22281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Apr</a:t>
            </a:r>
          </a:p>
        </p:txBody>
      </p:sp>
      <p:sp>
        <p:nvSpPr>
          <p:cNvPr id="20" name="OTLSHAPE_TB_00000000000000000000000000000000_TimescaleInterval7">
            <a:extLst>
              <a:ext uri="{FF2B5EF4-FFF2-40B4-BE49-F238E27FC236}">
                <a16:creationId xmlns:a16="http://schemas.microsoft.com/office/drawing/2014/main" id="{0EA156A7-9B72-63B9-A088-CD8D0604684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7148738" y="5166519"/>
            <a:ext cx="27122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May</a:t>
            </a:r>
          </a:p>
        </p:txBody>
      </p:sp>
      <p:sp>
        <p:nvSpPr>
          <p:cNvPr id="22" name="OTLSHAPE_TB_00000000000000000000000000000000_TimescaleInterval8">
            <a:extLst>
              <a:ext uri="{FF2B5EF4-FFF2-40B4-BE49-F238E27FC236}">
                <a16:creationId xmlns:a16="http://schemas.microsoft.com/office/drawing/2014/main" id="{DF1FF490-DDA0-5CB7-78DB-F5F1036B589F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8219774" y="5166519"/>
            <a:ext cx="20999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Jun</a:t>
            </a:r>
          </a:p>
        </p:txBody>
      </p:sp>
      <p:sp>
        <p:nvSpPr>
          <p:cNvPr id="24" name="OTLSHAPE_TB_00000000000000000000000000000000_TimescaleInterval9">
            <a:extLst>
              <a:ext uri="{FF2B5EF4-FFF2-40B4-BE49-F238E27FC236}">
                <a16:creationId xmlns:a16="http://schemas.microsoft.com/office/drawing/2014/main" id="{E643AD2D-6E52-9730-3FC2-5257D1FD86AD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9256261" y="5166519"/>
            <a:ext cx="158185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Jul</a:t>
            </a:r>
          </a:p>
        </p:txBody>
      </p:sp>
      <p:sp>
        <p:nvSpPr>
          <p:cNvPr id="126" name="OTLSHAPE_TB_00000000000000000000000000000000_TimescaleInterval10">
            <a:extLst>
              <a:ext uri="{FF2B5EF4-FFF2-40B4-BE49-F238E27FC236}">
                <a16:creationId xmlns:a16="http://schemas.microsoft.com/office/drawing/2014/main" id="{00932AB9-620B-2C9E-D9FE-CFB6D3A85964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327298" y="5166519"/>
            <a:ext cx="241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Aug</a:t>
            </a:r>
          </a:p>
        </p:txBody>
      </p:sp>
      <p:cxnSp>
        <p:nvCxnSpPr>
          <p:cNvPr id="9" name="OTLSHAPE_TB_00000000000000000000000000000000_Separator1">
            <a:extLst>
              <a:ext uri="{FF2B5EF4-FFF2-40B4-BE49-F238E27FC236}">
                <a16:creationId xmlns:a16="http://schemas.microsoft.com/office/drawing/2014/main" id="{480CF6D5-00E1-0ECE-7C66-C5FAFFDCA539}"/>
              </a:ext>
            </a:extLst>
          </p:cNvPr>
          <p:cNvCxnSpPr/>
          <p:nvPr>
            <p:custDataLst>
              <p:tags r:id="rId19"/>
            </p:custDataLst>
          </p:nvPr>
        </p:nvCxnSpPr>
        <p:spPr>
          <a:xfrm>
            <a:off x="1880952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OTLSHAPE_TB_00000000000000000000000000000000_Separator2">
            <a:extLst>
              <a:ext uri="{FF2B5EF4-FFF2-40B4-BE49-F238E27FC236}">
                <a16:creationId xmlns:a16="http://schemas.microsoft.com/office/drawing/2014/main" id="{D4E84512-B939-E255-2989-B3729D76D1A8}"/>
              </a:ext>
            </a:extLst>
          </p:cNvPr>
          <p:cNvCxnSpPr/>
          <p:nvPr>
            <p:custDataLst>
              <p:tags r:id="rId20"/>
            </p:custDataLst>
          </p:nvPr>
        </p:nvCxnSpPr>
        <p:spPr>
          <a:xfrm>
            <a:off x="2951989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OTLSHAPE_TB_00000000000000000000000000000000_Separator3">
            <a:extLst>
              <a:ext uri="{FF2B5EF4-FFF2-40B4-BE49-F238E27FC236}">
                <a16:creationId xmlns:a16="http://schemas.microsoft.com/office/drawing/2014/main" id="{F76BDC51-3E6A-9ACD-5927-D6297F19700A}"/>
              </a:ext>
            </a:extLst>
          </p:cNvPr>
          <p:cNvCxnSpPr/>
          <p:nvPr>
            <p:custDataLst>
              <p:tags r:id="rId21"/>
            </p:custDataLst>
          </p:nvPr>
        </p:nvCxnSpPr>
        <p:spPr>
          <a:xfrm>
            <a:off x="4023025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OTLSHAPE_TB_00000000000000000000000000000000_Separator4">
            <a:extLst>
              <a:ext uri="{FF2B5EF4-FFF2-40B4-BE49-F238E27FC236}">
                <a16:creationId xmlns:a16="http://schemas.microsoft.com/office/drawing/2014/main" id="{6E00470C-B10E-B582-1F19-D18F0369BE7B}"/>
              </a:ext>
            </a:extLst>
          </p:cNvPr>
          <p:cNvCxnSpPr/>
          <p:nvPr>
            <p:custDataLst>
              <p:tags r:id="rId22"/>
            </p:custDataLst>
          </p:nvPr>
        </p:nvCxnSpPr>
        <p:spPr>
          <a:xfrm>
            <a:off x="499041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OTLSHAPE_TB_00000000000000000000000000000000_Separator5">
            <a:extLst>
              <a:ext uri="{FF2B5EF4-FFF2-40B4-BE49-F238E27FC236}">
                <a16:creationId xmlns:a16="http://schemas.microsoft.com/office/drawing/2014/main" id="{172DDDD7-4F3E-619A-9A9B-4FA66F579D60}"/>
              </a:ext>
            </a:extLst>
          </p:cNvPr>
          <p:cNvCxnSpPr/>
          <p:nvPr>
            <p:custDataLst>
              <p:tags r:id="rId23"/>
            </p:custDataLst>
          </p:nvPr>
        </p:nvCxnSpPr>
        <p:spPr>
          <a:xfrm>
            <a:off x="6061450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OTLSHAPE_TB_00000000000000000000000000000000_Separator6">
            <a:extLst>
              <a:ext uri="{FF2B5EF4-FFF2-40B4-BE49-F238E27FC236}">
                <a16:creationId xmlns:a16="http://schemas.microsoft.com/office/drawing/2014/main" id="{E700EC7A-3C50-CB58-99C5-4477CA8C2DBE}"/>
              </a:ext>
            </a:extLst>
          </p:cNvPr>
          <p:cNvCxnSpPr/>
          <p:nvPr>
            <p:custDataLst>
              <p:tags r:id="rId24"/>
            </p:custDataLst>
          </p:nvPr>
        </p:nvCxnSpPr>
        <p:spPr>
          <a:xfrm>
            <a:off x="7097937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OTLSHAPE_TB_00000000000000000000000000000000_Separator7">
            <a:extLst>
              <a:ext uri="{FF2B5EF4-FFF2-40B4-BE49-F238E27FC236}">
                <a16:creationId xmlns:a16="http://schemas.microsoft.com/office/drawing/2014/main" id="{7B67F852-AFBB-D30E-77DA-E0D4B3E79B3B}"/>
              </a:ext>
            </a:extLst>
          </p:cNvPr>
          <p:cNvCxnSpPr/>
          <p:nvPr>
            <p:custDataLst>
              <p:tags r:id="rId25"/>
            </p:custDataLst>
          </p:nvPr>
        </p:nvCxnSpPr>
        <p:spPr>
          <a:xfrm>
            <a:off x="816897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OTLSHAPE_TB_00000000000000000000000000000000_Separator8">
            <a:extLst>
              <a:ext uri="{FF2B5EF4-FFF2-40B4-BE49-F238E27FC236}">
                <a16:creationId xmlns:a16="http://schemas.microsoft.com/office/drawing/2014/main" id="{1ED9E0C6-D4D9-E60C-DBAE-93380C368E17}"/>
              </a:ext>
            </a:extLst>
          </p:cNvPr>
          <p:cNvCxnSpPr/>
          <p:nvPr>
            <p:custDataLst>
              <p:tags r:id="rId26"/>
            </p:custDataLst>
          </p:nvPr>
        </p:nvCxnSpPr>
        <p:spPr>
          <a:xfrm>
            <a:off x="9205461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OTLSHAPE_TB_00000000000000000000000000000000_Separator9">
            <a:extLst>
              <a:ext uri="{FF2B5EF4-FFF2-40B4-BE49-F238E27FC236}">
                <a16:creationId xmlns:a16="http://schemas.microsoft.com/office/drawing/2014/main" id="{866BEA8A-0E2B-A2F2-C19A-1405DD6B748E}"/>
              </a:ext>
            </a:extLst>
          </p:cNvPr>
          <p:cNvCxnSpPr/>
          <p:nvPr>
            <p:custDataLst>
              <p:tags r:id="rId27"/>
            </p:custDataLst>
          </p:nvPr>
        </p:nvCxnSpPr>
        <p:spPr>
          <a:xfrm>
            <a:off x="10276498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TLSHAPE_T_7a6a9d09c0fc456081129ee3645a5be1_Shape">
            <a:extLst>
              <a:ext uri="{FF2B5EF4-FFF2-40B4-BE49-F238E27FC236}">
                <a16:creationId xmlns:a16="http://schemas.microsoft.com/office/drawing/2014/main" id="{07E40466-320B-5724-19AF-2478ED766236}"/>
              </a:ext>
            </a:extLst>
          </p:cNvPr>
          <p:cNvSpPr/>
          <p:nvPr>
            <p:custDataLst>
              <p:tags r:id="rId28"/>
            </p:custDataLst>
          </p:nvPr>
        </p:nvSpPr>
        <p:spPr>
          <a:xfrm>
            <a:off x="1535457" y="1492758"/>
            <a:ext cx="8991600" cy="36473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TLSHAPE_T_8e54fc09184543dc9a2969a4a57abbcc_Shape">
            <a:extLst>
              <a:ext uri="{FF2B5EF4-FFF2-40B4-BE49-F238E27FC236}">
                <a16:creationId xmlns:a16="http://schemas.microsoft.com/office/drawing/2014/main" id="{35E4D02A-F927-546B-9B59-31C8653A8C6E}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1535457" y="2012997"/>
            <a:ext cx="495300" cy="276753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TLSHAPE_T_ff86c8ea9c904c6b8f090a64a4838006_Shape">
            <a:extLst>
              <a:ext uri="{FF2B5EF4-FFF2-40B4-BE49-F238E27FC236}">
                <a16:creationId xmlns:a16="http://schemas.microsoft.com/office/drawing/2014/main" id="{0F1CF398-2C2B-F4AF-3896-A9A7E0B3B3F0}"/>
              </a:ext>
            </a:extLst>
          </p:cNvPr>
          <p:cNvSpPr/>
          <p:nvPr>
            <p:custDataLst>
              <p:tags r:id="rId30"/>
            </p:custDataLst>
          </p:nvPr>
        </p:nvSpPr>
        <p:spPr>
          <a:xfrm>
            <a:off x="2019151" y="2445252"/>
            <a:ext cx="977900" cy="34848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OTLSHAPE_T_ef3650a7c5e2430f90e27c55cd07f060_Shape">
            <a:extLst>
              <a:ext uri="{FF2B5EF4-FFF2-40B4-BE49-F238E27FC236}">
                <a16:creationId xmlns:a16="http://schemas.microsoft.com/office/drawing/2014/main" id="{7FC6B107-489C-A3ED-8EC3-A36303F683B7}"/>
              </a:ext>
            </a:extLst>
          </p:cNvPr>
          <p:cNvSpPr/>
          <p:nvPr>
            <p:custDataLst>
              <p:tags r:id="rId31"/>
            </p:custDataLst>
          </p:nvPr>
        </p:nvSpPr>
        <p:spPr>
          <a:xfrm>
            <a:off x="2986539" y="2831840"/>
            <a:ext cx="977900" cy="33176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OTLSHAPE_T_d5a5bb26c385461dbca5613eb57071be_Shape">
            <a:extLst>
              <a:ext uri="{FF2B5EF4-FFF2-40B4-BE49-F238E27FC236}">
                <a16:creationId xmlns:a16="http://schemas.microsoft.com/office/drawing/2014/main" id="{6135E3E4-BD90-9657-BA32-A2A7C3F4E187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3953927" y="3201708"/>
            <a:ext cx="977900" cy="25094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OTLSHAPE_T_5fdc09349af84e928a69e94ebcd5e01c_Shape">
            <a:extLst>
              <a:ext uri="{FF2B5EF4-FFF2-40B4-BE49-F238E27FC236}">
                <a16:creationId xmlns:a16="http://schemas.microsoft.com/office/drawing/2014/main" id="{E64B5BB9-3D87-49C9-50A3-1DB86DE51BA0}"/>
              </a:ext>
            </a:extLst>
          </p:cNvPr>
          <p:cNvSpPr/>
          <p:nvPr>
            <p:custDataLst>
              <p:tags r:id="rId33"/>
            </p:custDataLst>
          </p:nvPr>
        </p:nvSpPr>
        <p:spPr>
          <a:xfrm>
            <a:off x="4921315" y="3490754"/>
            <a:ext cx="279400" cy="306261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OTLSHAPE_T_29952edd050c4301a590f824eb7f55f0_Shape">
            <a:extLst>
              <a:ext uri="{FF2B5EF4-FFF2-40B4-BE49-F238E27FC236}">
                <a16:creationId xmlns:a16="http://schemas.microsoft.com/office/drawing/2014/main" id="{2C633F21-114A-4B39-D01A-4B4C4E729C6E}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5266810" y="3835115"/>
            <a:ext cx="1143000" cy="29437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OTLSHAPE_T_d87fcdcb71734600ad1434170b7f322b_Shape">
            <a:extLst>
              <a:ext uri="{FF2B5EF4-FFF2-40B4-BE49-F238E27FC236}">
                <a16:creationId xmlns:a16="http://schemas.microsoft.com/office/drawing/2014/main" id="{9DFD2C49-AE7D-DA9B-E243-B27D503A1391}"/>
              </a:ext>
            </a:extLst>
          </p:cNvPr>
          <p:cNvSpPr/>
          <p:nvPr>
            <p:custDataLst>
              <p:tags r:id="rId35"/>
            </p:custDataLst>
          </p:nvPr>
        </p:nvSpPr>
        <p:spPr>
          <a:xfrm>
            <a:off x="6441496" y="4167591"/>
            <a:ext cx="2870200" cy="292552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OTLSHAPE_T_f4f90ce8d3ec45dabff76366e02ac402_Shape">
            <a:extLst>
              <a:ext uri="{FF2B5EF4-FFF2-40B4-BE49-F238E27FC236}">
                <a16:creationId xmlns:a16="http://schemas.microsoft.com/office/drawing/2014/main" id="{1B09778D-1807-C9BD-269B-7D6117673D8C}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9343660" y="4498243"/>
            <a:ext cx="698500" cy="26848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OTLSHAPE_T_4276c4fd585d42dd8330adf7f247db63_Shape">
            <a:extLst>
              <a:ext uri="{FF2B5EF4-FFF2-40B4-BE49-F238E27FC236}">
                <a16:creationId xmlns:a16="http://schemas.microsoft.com/office/drawing/2014/main" id="{D2CB9D0D-8F6A-1D76-3D45-A964EF188D95}"/>
              </a:ext>
            </a:extLst>
          </p:cNvPr>
          <p:cNvSpPr/>
          <p:nvPr>
            <p:custDataLst>
              <p:tags r:id="rId37"/>
            </p:custDataLst>
          </p:nvPr>
        </p:nvSpPr>
        <p:spPr>
          <a:xfrm>
            <a:off x="10103727" y="4804830"/>
            <a:ext cx="419100" cy="28961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TLSHAPE_T_7a6a9d09c0fc456081129ee3645a5be1_ShapePercentage" hidden="1">
            <a:extLst>
              <a:ext uri="{FF2B5EF4-FFF2-40B4-BE49-F238E27FC236}">
                <a16:creationId xmlns:a16="http://schemas.microsoft.com/office/drawing/2014/main" id="{8145B520-B220-69D0-65A2-3602A40ACEA9}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1535457" y="1492758"/>
            <a:ext cx="25400" cy="36473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TLSHAPE_T_8e54fc09184543dc9a2969a4a57abbcc_ShapePercentage" hidden="1">
            <a:extLst>
              <a:ext uri="{FF2B5EF4-FFF2-40B4-BE49-F238E27FC236}">
                <a16:creationId xmlns:a16="http://schemas.microsoft.com/office/drawing/2014/main" id="{38E14D8B-F332-EE31-048C-738E2D3FB36F}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1535457" y="2012997"/>
            <a:ext cx="25400" cy="276753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TLSHAPE_T_ff86c8ea9c904c6b8f090a64a4838006_ShapePercentage" hidden="1">
            <a:extLst>
              <a:ext uri="{FF2B5EF4-FFF2-40B4-BE49-F238E27FC236}">
                <a16:creationId xmlns:a16="http://schemas.microsoft.com/office/drawing/2014/main" id="{75DFCABC-9A10-DD0D-64D0-B354340627FE}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2019151" y="2445252"/>
            <a:ext cx="25400" cy="34848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TLSHAPE_T_ef3650a7c5e2430f90e27c55cd07f060_ShapePercentage" hidden="1">
            <a:extLst>
              <a:ext uri="{FF2B5EF4-FFF2-40B4-BE49-F238E27FC236}">
                <a16:creationId xmlns:a16="http://schemas.microsoft.com/office/drawing/2014/main" id="{613B87D3-BD2E-608B-66DA-156045F0C62B}"/>
              </a:ext>
            </a:extLst>
          </p:cNvPr>
          <p:cNvSpPr/>
          <p:nvPr>
            <p:custDataLst>
              <p:tags r:id="rId41"/>
            </p:custDataLst>
          </p:nvPr>
        </p:nvSpPr>
        <p:spPr>
          <a:xfrm>
            <a:off x="2986539" y="2831840"/>
            <a:ext cx="25400" cy="33176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TLSHAPE_T_d5a5bb26c385461dbca5613eb57071be_ShapePercentage" hidden="1">
            <a:extLst>
              <a:ext uri="{FF2B5EF4-FFF2-40B4-BE49-F238E27FC236}">
                <a16:creationId xmlns:a16="http://schemas.microsoft.com/office/drawing/2014/main" id="{DDA923CA-6F65-7A20-CC57-225DD7C8C0F2}"/>
              </a:ext>
            </a:extLst>
          </p:cNvPr>
          <p:cNvSpPr/>
          <p:nvPr>
            <p:custDataLst>
              <p:tags r:id="rId42"/>
            </p:custDataLst>
          </p:nvPr>
        </p:nvSpPr>
        <p:spPr>
          <a:xfrm>
            <a:off x="3953927" y="3201708"/>
            <a:ext cx="25400" cy="25094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OTLSHAPE_T_5fdc09349af84e928a69e94ebcd5e01c_ShapePercentage" hidden="1">
            <a:extLst>
              <a:ext uri="{FF2B5EF4-FFF2-40B4-BE49-F238E27FC236}">
                <a16:creationId xmlns:a16="http://schemas.microsoft.com/office/drawing/2014/main" id="{C99474CB-727D-DD0A-4506-3A3D26CA8CAA}"/>
              </a:ext>
            </a:extLst>
          </p:cNvPr>
          <p:cNvSpPr/>
          <p:nvPr>
            <p:custDataLst>
              <p:tags r:id="rId43"/>
            </p:custDataLst>
          </p:nvPr>
        </p:nvSpPr>
        <p:spPr>
          <a:xfrm>
            <a:off x="4921315" y="3490754"/>
            <a:ext cx="25400" cy="306261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TLSHAPE_T_29952edd050c4301a590f824eb7f55f0_ShapePercentage" hidden="1">
            <a:extLst>
              <a:ext uri="{FF2B5EF4-FFF2-40B4-BE49-F238E27FC236}">
                <a16:creationId xmlns:a16="http://schemas.microsoft.com/office/drawing/2014/main" id="{85AF5497-F225-E4ED-185C-AB23A4DAF5B3}"/>
              </a:ext>
            </a:extLst>
          </p:cNvPr>
          <p:cNvSpPr/>
          <p:nvPr>
            <p:custDataLst>
              <p:tags r:id="rId44"/>
            </p:custDataLst>
          </p:nvPr>
        </p:nvSpPr>
        <p:spPr>
          <a:xfrm>
            <a:off x="5266810" y="3835115"/>
            <a:ext cx="25400" cy="29437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OTLSHAPE_T_d87fcdcb71734600ad1434170b7f322b_ShapePercentage" hidden="1">
            <a:extLst>
              <a:ext uri="{FF2B5EF4-FFF2-40B4-BE49-F238E27FC236}">
                <a16:creationId xmlns:a16="http://schemas.microsoft.com/office/drawing/2014/main" id="{A1DF0414-DD7B-DDD9-C048-1E2F4AAF2E52}"/>
              </a:ext>
            </a:extLst>
          </p:cNvPr>
          <p:cNvSpPr/>
          <p:nvPr>
            <p:custDataLst>
              <p:tags r:id="rId45"/>
            </p:custDataLst>
          </p:nvPr>
        </p:nvSpPr>
        <p:spPr>
          <a:xfrm>
            <a:off x="6441496" y="4167591"/>
            <a:ext cx="25400" cy="292552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OTLSHAPE_T_f4f90ce8d3ec45dabff76366e02ac402_ShapePercentage" hidden="1">
            <a:extLst>
              <a:ext uri="{FF2B5EF4-FFF2-40B4-BE49-F238E27FC236}">
                <a16:creationId xmlns:a16="http://schemas.microsoft.com/office/drawing/2014/main" id="{92BC3A90-42B8-5683-532F-5C38D29B1CB5}"/>
              </a:ext>
            </a:extLst>
          </p:cNvPr>
          <p:cNvSpPr/>
          <p:nvPr>
            <p:custDataLst>
              <p:tags r:id="rId46"/>
            </p:custDataLst>
          </p:nvPr>
        </p:nvSpPr>
        <p:spPr>
          <a:xfrm>
            <a:off x="9343660" y="4498243"/>
            <a:ext cx="25400" cy="26848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OTLSHAPE_T_4276c4fd585d42dd8330adf7f247db63_ShapePercentage" hidden="1">
            <a:extLst>
              <a:ext uri="{FF2B5EF4-FFF2-40B4-BE49-F238E27FC236}">
                <a16:creationId xmlns:a16="http://schemas.microsoft.com/office/drawing/2014/main" id="{89B514F2-9DDE-588D-D8BC-18A3530CC748}"/>
              </a:ext>
            </a:extLst>
          </p:cNvPr>
          <p:cNvSpPr/>
          <p:nvPr>
            <p:custDataLst>
              <p:tags r:id="rId47"/>
            </p:custDataLst>
          </p:nvPr>
        </p:nvSpPr>
        <p:spPr>
          <a:xfrm>
            <a:off x="10103727" y="4804830"/>
            <a:ext cx="25400" cy="28961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TLSHAPE_T_7a6a9d09c0fc456081129ee3645a5be1_BaselineShape" hidden="1">
            <a:extLst>
              <a:ext uri="{FF2B5EF4-FFF2-40B4-BE49-F238E27FC236}">
                <a16:creationId xmlns:a16="http://schemas.microsoft.com/office/drawing/2014/main" id="{D96599F2-77C8-7806-C140-79FE9DDC2315}"/>
              </a:ext>
            </a:extLst>
          </p:cNvPr>
          <p:cNvSpPr/>
          <p:nvPr>
            <p:custDataLst>
              <p:tags r:id="rId48"/>
            </p:custDataLst>
          </p:nvPr>
        </p:nvSpPr>
        <p:spPr>
          <a:xfrm>
            <a:off x="844465" y="1819396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TLSHAPE_T_8e54fc09184543dc9a2969a4a57abbcc_BaselineShape" hidden="1">
            <a:extLst>
              <a:ext uri="{FF2B5EF4-FFF2-40B4-BE49-F238E27FC236}">
                <a16:creationId xmlns:a16="http://schemas.microsoft.com/office/drawing/2014/main" id="{90F07DAD-4A2B-93FC-87AE-8B3FDBDCC4C8}"/>
              </a:ext>
            </a:extLst>
          </p:cNvPr>
          <p:cNvSpPr/>
          <p:nvPr>
            <p:custDataLst>
              <p:tags r:id="rId49"/>
            </p:custDataLst>
          </p:nvPr>
        </p:nvSpPr>
        <p:spPr>
          <a:xfrm>
            <a:off x="844465" y="225165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TLSHAPE_T_ff86c8ea9c904c6b8f090a64a4838006_BaselineShape" hidden="1">
            <a:extLst>
              <a:ext uri="{FF2B5EF4-FFF2-40B4-BE49-F238E27FC236}">
                <a16:creationId xmlns:a16="http://schemas.microsoft.com/office/drawing/2014/main" id="{90DB5D42-3B91-3FE4-54FE-3A94D03B167D}"/>
              </a:ext>
            </a:extLst>
          </p:cNvPr>
          <p:cNvSpPr/>
          <p:nvPr>
            <p:custDataLst>
              <p:tags r:id="rId50"/>
            </p:custDataLst>
          </p:nvPr>
        </p:nvSpPr>
        <p:spPr>
          <a:xfrm>
            <a:off x="844465" y="275564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TLSHAPE_T_ef3650a7c5e2430f90e27c55cd07f060_BaselineShape" hidden="1">
            <a:extLst>
              <a:ext uri="{FF2B5EF4-FFF2-40B4-BE49-F238E27FC236}">
                <a16:creationId xmlns:a16="http://schemas.microsoft.com/office/drawing/2014/main" id="{1F331635-500A-33E9-1F14-B6F009E0380A}"/>
              </a:ext>
            </a:extLst>
          </p:cNvPr>
          <p:cNvSpPr/>
          <p:nvPr>
            <p:custDataLst>
              <p:tags r:id="rId51"/>
            </p:custDataLst>
          </p:nvPr>
        </p:nvSpPr>
        <p:spPr>
          <a:xfrm>
            <a:off x="844465" y="3125508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OTLSHAPE_T_d5a5bb26c385461dbca5613eb57071be_BaselineShape" hidden="1">
            <a:extLst>
              <a:ext uri="{FF2B5EF4-FFF2-40B4-BE49-F238E27FC236}">
                <a16:creationId xmlns:a16="http://schemas.microsoft.com/office/drawing/2014/main" id="{785EF636-8708-E74E-4D92-17DAD524931A}"/>
              </a:ext>
            </a:extLst>
          </p:cNvPr>
          <p:cNvSpPr/>
          <p:nvPr>
            <p:custDataLst>
              <p:tags r:id="rId52"/>
            </p:custDataLst>
          </p:nvPr>
        </p:nvSpPr>
        <p:spPr>
          <a:xfrm>
            <a:off x="844465" y="3414554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OTLSHAPE_T_5fdc09349af84e928a69e94ebcd5e01c_BaselineShape" hidden="1">
            <a:extLst>
              <a:ext uri="{FF2B5EF4-FFF2-40B4-BE49-F238E27FC236}">
                <a16:creationId xmlns:a16="http://schemas.microsoft.com/office/drawing/2014/main" id="{2AB54D66-4A87-8879-452D-D49B0D89A815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844465" y="3758915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TLSHAPE_T_29952edd050c4301a590f824eb7f55f0_BaselineShape" hidden="1">
            <a:extLst>
              <a:ext uri="{FF2B5EF4-FFF2-40B4-BE49-F238E27FC236}">
                <a16:creationId xmlns:a16="http://schemas.microsoft.com/office/drawing/2014/main" id="{448AF4B2-7E13-420E-E726-47F52131C980}"/>
              </a:ext>
            </a:extLst>
          </p:cNvPr>
          <p:cNvSpPr/>
          <p:nvPr>
            <p:custDataLst>
              <p:tags r:id="rId54"/>
            </p:custDataLst>
          </p:nvPr>
        </p:nvSpPr>
        <p:spPr>
          <a:xfrm>
            <a:off x="844465" y="409139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OTLSHAPE_T_d87fcdcb71734600ad1434170b7f322b_BaselineShape" hidden="1">
            <a:extLst>
              <a:ext uri="{FF2B5EF4-FFF2-40B4-BE49-F238E27FC236}">
                <a16:creationId xmlns:a16="http://schemas.microsoft.com/office/drawing/2014/main" id="{0057C286-CEEC-EF6B-5997-283B05618B10}"/>
              </a:ext>
            </a:extLst>
          </p:cNvPr>
          <p:cNvSpPr/>
          <p:nvPr>
            <p:custDataLst>
              <p:tags r:id="rId55"/>
            </p:custDataLst>
          </p:nvPr>
        </p:nvSpPr>
        <p:spPr>
          <a:xfrm>
            <a:off x="844465" y="4422043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OTLSHAPE_T_f4f90ce8d3ec45dabff76366e02ac402_BaselineShape" hidden="1">
            <a:extLst>
              <a:ext uri="{FF2B5EF4-FFF2-40B4-BE49-F238E27FC236}">
                <a16:creationId xmlns:a16="http://schemas.microsoft.com/office/drawing/2014/main" id="{058827A4-6F8D-D842-DBCF-C9FEDCD4C450}"/>
              </a:ext>
            </a:extLst>
          </p:cNvPr>
          <p:cNvSpPr/>
          <p:nvPr>
            <p:custDataLst>
              <p:tags r:id="rId56"/>
            </p:custDataLst>
          </p:nvPr>
        </p:nvSpPr>
        <p:spPr>
          <a:xfrm>
            <a:off x="844465" y="472863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OTLSHAPE_T_4276c4fd585d42dd8330adf7f247db63_BaselineShape" hidden="1">
            <a:extLst>
              <a:ext uri="{FF2B5EF4-FFF2-40B4-BE49-F238E27FC236}">
                <a16:creationId xmlns:a16="http://schemas.microsoft.com/office/drawing/2014/main" id="{1F505193-4DD6-12A0-A628-B9770ED7DA2F}"/>
              </a:ext>
            </a:extLst>
          </p:cNvPr>
          <p:cNvSpPr/>
          <p:nvPr>
            <p:custDataLst>
              <p:tags r:id="rId57"/>
            </p:custDataLst>
          </p:nvPr>
        </p:nvSpPr>
        <p:spPr>
          <a:xfrm>
            <a:off x="844465" y="5056347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TLSHAPE_T_7a6a9d09c0fc456081129ee3645a5be1_Duration" hidden="1">
            <a:extLst>
              <a:ext uri="{FF2B5EF4-FFF2-40B4-BE49-F238E27FC236}">
                <a16:creationId xmlns:a16="http://schemas.microsoft.com/office/drawing/2014/main" id="{B3420AB6-CB4B-AD0B-F6C3-5B64EBE17318}"/>
              </a:ext>
            </a:extLst>
          </p:cNvPr>
          <p:cNvSpPr txBox="1"/>
          <p:nvPr>
            <p:custDataLst>
              <p:tags r:id="rId58"/>
            </p:custDataLst>
          </p:nvPr>
        </p:nvSpPr>
        <p:spPr>
          <a:xfrm>
            <a:off x="12700" y="-381804"/>
            <a:ext cx="4572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186 days</a:t>
            </a:r>
          </a:p>
        </p:txBody>
      </p:sp>
      <p:sp>
        <p:nvSpPr>
          <p:cNvPr id="29" name="OTLSHAPE_T_7a6a9d09c0fc456081129ee3645a5be1_StartDate" hidden="1">
            <a:extLst>
              <a:ext uri="{FF2B5EF4-FFF2-40B4-BE49-F238E27FC236}">
                <a16:creationId xmlns:a16="http://schemas.microsoft.com/office/drawing/2014/main" id="{7FC4E712-8CDD-FA52-84A5-4FEB2FEB1623}"/>
              </a:ext>
            </a:extLst>
          </p:cNvPr>
          <p:cNvSpPr txBox="1"/>
          <p:nvPr>
            <p:custDataLst>
              <p:tags r:id="rId5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OTLSHAPE_T_7a6a9d09c0fc456081129ee3645a5be1_EndDate" hidden="1">
            <a:extLst>
              <a:ext uri="{FF2B5EF4-FFF2-40B4-BE49-F238E27FC236}">
                <a16:creationId xmlns:a16="http://schemas.microsoft.com/office/drawing/2014/main" id="{945028EF-D594-99FD-0672-73884CEFD812}"/>
              </a:ext>
            </a:extLst>
          </p:cNvPr>
          <p:cNvSpPr txBox="1"/>
          <p:nvPr>
            <p:custDataLst>
              <p:tags r:id="rId6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OTLSHAPE_T_7a6a9d09c0fc456081129ee3645a5be1_Title">
            <a:extLst>
              <a:ext uri="{FF2B5EF4-FFF2-40B4-BE49-F238E27FC236}">
                <a16:creationId xmlns:a16="http://schemas.microsoft.com/office/drawing/2014/main" id="{87BA8279-7CBE-D8CA-218D-5F31E3725D19}"/>
              </a:ext>
            </a:extLst>
          </p:cNvPr>
          <p:cNvSpPr txBox="1"/>
          <p:nvPr>
            <p:custDataLst>
              <p:tags r:id="rId61"/>
            </p:custDataLst>
          </p:nvPr>
        </p:nvSpPr>
        <p:spPr>
          <a:xfrm>
            <a:off x="127000" y="1589868"/>
            <a:ext cx="15621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Full System Documentation</a:t>
            </a:r>
          </a:p>
        </p:txBody>
      </p:sp>
      <p:sp>
        <p:nvSpPr>
          <p:cNvPr id="32" name="OTLSHAPE_T_7a6a9d09c0fc456081129ee3645a5be1_JoinedDate">
            <a:extLst>
              <a:ext uri="{FF2B5EF4-FFF2-40B4-BE49-F238E27FC236}">
                <a16:creationId xmlns:a16="http://schemas.microsoft.com/office/drawing/2014/main" id="{E14847BE-5D1E-7DB3-C6F9-8F26F12EBE40}"/>
              </a:ext>
            </a:extLst>
          </p:cNvPr>
          <p:cNvSpPr txBox="1"/>
          <p:nvPr>
            <p:custDataLst>
              <p:tags r:id="rId62"/>
            </p:custDataLst>
          </p:nvPr>
        </p:nvSpPr>
        <p:spPr>
          <a:xfrm>
            <a:off x="10569122" y="1597615"/>
            <a:ext cx="7620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Aug 7</a:t>
            </a:r>
          </a:p>
        </p:txBody>
      </p:sp>
      <p:sp>
        <p:nvSpPr>
          <p:cNvPr id="33" name="OTLSHAPE_T_7a6a9d09c0fc456081129ee3645a5be1_TextPercentage" hidden="1">
            <a:extLst>
              <a:ext uri="{FF2B5EF4-FFF2-40B4-BE49-F238E27FC236}">
                <a16:creationId xmlns:a16="http://schemas.microsoft.com/office/drawing/2014/main" id="{A0EBCC23-0316-8E79-28CA-BB8F7A1B6C2F}"/>
              </a:ext>
            </a:extLst>
          </p:cNvPr>
          <p:cNvSpPr txBox="1"/>
          <p:nvPr>
            <p:custDataLst>
              <p:tags r:id="rId6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OTLSHAPE_T_7a6a9d09c0fc456081129ee3645a5be1_Variance" hidden="1">
            <a:extLst>
              <a:ext uri="{FF2B5EF4-FFF2-40B4-BE49-F238E27FC236}">
                <a16:creationId xmlns:a16="http://schemas.microsoft.com/office/drawing/2014/main" id="{C17466A2-DA6F-A678-86F8-306CBB23B7C3}"/>
              </a:ext>
            </a:extLst>
          </p:cNvPr>
          <p:cNvSpPr txBox="1"/>
          <p:nvPr>
            <p:custDataLst>
              <p:tags r:id="rId6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38" name="OTLSHAPE_T_8e54fc09184543dc9a2969a4a57abbcc_Duration" hidden="1">
            <a:extLst>
              <a:ext uri="{FF2B5EF4-FFF2-40B4-BE49-F238E27FC236}">
                <a16:creationId xmlns:a16="http://schemas.microsoft.com/office/drawing/2014/main" id="{7F04F5E2-C24C-0966-A515-0505B7EEFF8E}"/>
              </a:ext>
            </a:extLst>
          </p:cNvPr>
          <p:cNvSpPr txBox="1"/>
          <p:nvPr>
            <p:custDataLst>
              <p:tags r:id="rId65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39" name="OTLSHAPE_T_8e54fc09184543dc9a2969a4a57abbcc_StartDate" hidden="1">
            <a:extLst>
              <a:ext uri="{FF2B5EF4-FFF2-40B4-BE49-F238E27FC236}">
                <a16:creationId xmlns:a16="http://schemas.microsoft.com/office/drawing/2014/main" id="{91C1B1E7-C42B-7903-E4CF-7F0D3AE67738}"/>
              </a:ext>
            </a:extLst>
          </p:cNvPr>
          <p:cNvSpPr txBox="1"/>
          <p:nvPr>
            <p:custDataLst>
              <p:tags r:id="rId6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0" name="OTLSHAPE_T_8e54fc09184543dc9a2969a4a57abbcc_EndDate" hidden="1">
            <a:extLst>
              <a:ext uri="{FF2B5EF4-FFF2-40B4-BE49-F238E27FC236}">
                <a16:creationId xmlns:a16="http://schemas.microsoft.com/office/drawing/2014/main" id="{D1D7B710-6C52-F7E0-91A7-6B6E67AF9FA6}"/>
              </a:ext>
            </a:extLst>
          </p:cNvPr>
          <p:cNvSpPr txBox="1"/>
          <p:nvPr>
            <p:custDataLst>
              <p:tags r:id="rId6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1" name="OTLSHAPE_T_8e54fc09184543dc9a2969a4a57abbcc_Title">
            <a:extLst>
              <a:ext uri="{FF2B5EF4-FFF2-40B4-BE49-F238E27FC236}">
                <a16:creationId xmlns:a16="http://schemas.microsoft.com/office/drawing/2014/main" id="{78F09506-1E30-4A16-E946-5EABDF51D995}"/>
              </a:ext>
            </a:extLst>
          </p:cNvPr>
          <p:cNvSpPr txBox="1"/>
          <p:nvPr>
            <p:custDataLst>
              <p:tags r:id="rId68"/>
            </p:custDataLst>
          </p:nvPr>
        </p:nvSpPr>
        <p:spPr>
          <a:xfrm>
            <a:off x="-6366" y="1895596"/>
            <a:ext cx="1498600" cy="51155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</a:rPr>
              <a:t>Coming up with project title and Drafting Concept Paper</a:t>
            </a:r>
            <a:endParaRPr lang="en-GB" sz="1100" dirty="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2" name="OTLSHAPE_T_8e54fc09184543dc9a2969a4a57abbcc_JoinedDate">
            <a:extLst>
              <a:ext uri="{FF2B5EF4-FFF2-40B4-BE49-F238E27FC236}">
                <a16:creationId xmlns:a16="http://schemas.microsoft.com/office/drawing/2014/main" id="{B73AC30C-D971-790E-E50C-74835F5992E6}"/>
              </a:ext>
            </a:extLst>
          </p:cNvPr>
          <p:cNvSpPr txBox="1"/>
          <p:nvPr>
            <p:custDataLst>
              <p:tags r:id="rId69"/>
            </p:custDataLst>
          </p:nvPr>
        </p:nvSpPr>
        <p:spPr>
          <a:xfrm>
            <a:off x="2069927" y="207386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Dec 4</a:t>
            </a:r>
          </a:p>
        </p:txBody>
      </p:sp>
      <p:sp>
        <p:nvSpPr>
          <p:cNvPr id="43" name="OTLSHAPE_T_8e54fc09184543dc9a2969a4a57abbcc_TextPercentage" hidden="1">
            <a:extLst>
              <a:ext uri="{FF2B5EF4-FFF2-40B4-BE49-F238E27FC236}">
                <a16:creationId xmlns:a16="http://schemas.microsoft.com/office/drawing/2014/main" id="{E429B77E-5E07-2323-9305-41C32E04B912}"/>
              </a:ext>
            </a:extLst>
          </p:cNvPr>
          <p:cNvSpPr txBox="1"/>
          <p:nvPr>
            <p:custDataLst>
              <p:tags r:id="rId7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OTLSHAPE_T_8e54fc09184543dc9a2969a4a57abbcc_Variance" hidden="1">
            <a:extLst>
              <a:ext uri="{FF2B5EF4-FFF2-40B4-BE49-F238E27FC236}">
                <a16:creationId xmlns:a16="http://schemas.microsoft.com/office/drawing/2014/main" id="{34C9886C-857F-2B59-DDC0-77E8EB232825}"/>
              </a:ext>
            </a:extLst>
          </p:cNvPr>
          <p:cNvSpPr txBox="1"/>
          <p:nvPr>
            <p:custDataLst>
              <p:tags r:id="rId7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8" name="OTLSHAPE_T_ff86c8ea9c904c6b8f090a64a4838006_Duration" hidden="1">
            <a:extLst>
              <a:ext uri="{FF2B5EF4-FFF2-40B4-BE49-F238E27FC236}">
                <a16:creationId xmlns:a16="http://schemas.microsoft.com/office/drawing/2014/main" id="{88F9CB71-3DB0-6858-258B-F3986810BAC1}"/>
              </a:ext>
            </a:extLst>
          </p:cNvPr>
          <p:cNvSpPr txBox="1"/>
          <p:nvPr>
            <p:custDataLst>
              <p:tags r:id="rId72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49" name="OTLSHAPE_T_ff86c8ea9c904c6b8f090a64a4838006_StartDate" hidden="1">
            <a:extLst>
              <a:ext uri="{FF2B5EF4-FFF2-40B4-BE49-F238E27FC236}">
                <a16:creationId xmlns:a16="http://schemas.microsoft.com/office/drawing/2014/main" id="{8DAA51DC-07D8-9EB1-65E3-6023EB5790EA}"/>
              </a:ext>
            </a:extLst>
          </p:cNvPr>
          <p:cNvSpPr txBox="1"/>
          <p:nvPr>
            <p:custDataLst>
              <p:tags r:id="rId7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OTLSHAPE_T_ff86c8ea9c904c6b8f090a64a4838006_EndDate" hidden="1">
            <a:extLst>
              <a:ext uri="{FF2B5EF4-FFF2-40B4-BE49-F238E27FC236}">
                <a16:creationId xmlns:a16="http://schemas.microsoft.com/office/drawing/2014/main" id="{1939D966-C8ED-4419-6E69-FC88950FF9A8}"/>
              </a:ext>
            </a:extLst>
          </p:cNvPr>
          <p:cNvSpPr txBox="1"/>
          <p:nvPr>
            <p:custDataLst>
              <p:tags r:id="rId7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OTLSHAPE_T_ff86c8ea9c904c6b8f090a64a4838006_Title">
            <a:extLst>
              <a:ext uri="{FF2B5EF4-FFF2-40B4-BE49-F238E27FC236}">
                <a16:creationId xmlns:a16="http://schemas.microsoft.com/office/drawing/2014/main" id="{44805A69-48B1-4FFE-442F-631742B360A5}"/>
              </a:ext>
            </a:extLst>
          </p:cNvPr>
          <p:cNvSpPr txBox="1"/>
          <p:nvPr>
            <p:custDataLst>
              <p:tags r:id="rId75"/>
            </p:custDataLst>
          </p:nvPr>
        </p:nvSpPr>
        <p:spPr>
          <a:xfrm>
            <a:off x="313922" y="2534237"/>
            <a:ext cx="1663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Writing Chapter 1 &amp; Proposal</a:t>
            </a:r>
          </a:p>
        </p:txBody>
      </p:sp>
      <p:sp>
        <p:nvSpPr>
          <p:cNvPr id="52" name="OTLSHAPE_T_ff86c8ea9c904c6b8f090a64a4838006_JoinedDate">
            <a:extLst>
              <a:ext uri="{FF2B5EF4-FFF2-40B4-BE49-F238E27FC236}">
                <a16:creationId xmlns:a16="http://schemas.microsoft.com/office/drawing/2014/main" id="{E0E98306-E317-BDD5-373A-4B625D3CFFB2}"/>
              </a:ext>
            </a:extLst>
          </p:cNvPr>
          <p:cNvSpPr txBox="1"/>
          <p:nvPr>
            <p:custDataLst>
              <p:tags r:id="rId76"/>
            </p:custDataLst>
          </p:nvPr>
        </p:nvSpPr>
        <p:spPr>
          <a:xfrm>
            <a:off x="3037315" y="2541984"/>
            <a:ext cx="647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Dec 5 - Jan 1</a:t>
            </a:r>
          </a:p>
        </p:txBody>
      </p:sp>
      <p:sp>
        <p:nvSpPr>
          <p:cNvPr id="53" name="OTLSHAPE_T_ff86c8ea9c904c6b8f090a64a4838006_TextPercentage" hidden="1">
            <a:extLst>
              <a:ext uri="{FF2B5EF4-FFF2-40B4-BE49-F238E27FC236}">
                <a16:creationId xmlns:a16="http://schemas.microsoft.com/office/drawing/2014/main" id="{CB3776F2-49E9-BB2B-5A02-02739826B343}"/>
              </a:ext>
            </a:extLst>
          </p:cNvPr>
          <p:cNvSpPr txBox="1"/>
          <p:nvPr>
            <p:custDataLst>
              <p:tags r:id="rId7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54" name="OTLSHAPE_T_ff86c8ea9c904c6b8f090a64a4838006_Variance" hidden="1">
            <a:extLst>
              <a:ext uri="{FF2B5EF4-FFF2-40B4-BE49-F238E27FC236}">
                <a16:creationId xmlns:a16="http://schemas.microsoft.com/office/drawing/2014/main" id="{DF3809A1-5BE5-1E3C-9F0F-DF0E55C5B823}"/>
              </a:ext>
            </a:extLst>
          </p:cNvPr>
          <p:cNvSpPr txBox="1"/>
          <p:nvPr>
            <p:custDataLst>
              <p:tags r:id="rId7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58" name="OTLSHAPE_T_ef3650a7c5e2430f90e27c55cd07f060_Duration" hidden="1">
            <a:extLst>
              <a:ext uri="{FF2B5EF4-FFF2-40B4-BE49-F238E27FC236}">
                <a16:creationId xmlns:a16="http://schemas.microsoft.com/office/drawing/2014/main" id="{2FA86E4E-69E7-2827-FFC5-DDD37E99A2AA}"/>
              </a:ext>
            </a:extLst>
          </p:cNvPr>
          <p:cNvSpPr txBox="1"/>
          <p:nvPr>
            <p:custDataLst>
              <p:tags r:id="rId79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59" name="OTLSHAPE_T_ef3650a7c5e2430f90e27c55cd07f060_StartDate" hidden="1">
            <a:extLst>
              <a:ext uri="{FF2B5EF4-FFF2-40B4-BE49-F238E27FC236}">
                <a16:creationId xmlns:a16="http://schemas.microsoft.com/office/drawing/2014/main" id="{C287642B-A242-2E1F-4657-A451ECD60620}"/>
              </a:ext>
            </a:extLst>
          </p:cNvPr>
          <p:cNvSpPr txBox="1"/>
          <p:nvPr>
            <p:custDataLst>
              <p:tags r:id="rId8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0" name="OTLSHAPE_T_ef3650a7c5e2430f90e27c55cd07f060_EndDate" hidden="1">
            <a:extLst>
              <a:ext uri="{FF2B5EF4-FFF2-40B4-BE49-F238E27FC236}">
                <a16:creationId xmlns:a16="http://schemas.microsoft.com/office/drawing/2014/main" id="{04B0ABDC-800A-736B-441B-3B4EF0405467}"/>
              </a:ext>
            </a:extLst>
          </p:cNvPr>
          <p:cNvSpPr txBox="1"/>
          <p:nvPr>
            <p:custDataLst>
              <p:tags r:id="rId8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1" name="OTLSHAPE_T_ef3650a7c5e2430f90e27c55cd07f060_Title">
            <a:extLst>
              <a:ext uri="{FF2B5EF4-FFF2-40B4-BE49-F238E27FC236}">
                <a16:creationId xmlns:a16="http://schemas.microsoft.com/office/drawing/2014/main" id="{3362A734-1BCA-DC7B-ABC4-58D847802C51}"/>
              </a:ext>
            </a:extLst>
          </p:cNvPr>
          <p:cNvSpPr txBox="1"/>
          <p:nvPr>
            <p:custDataLst>
              <p:tags r:id="rId82"/>
            </p:custDataLst>
          </p:nvPr>
        </p:nvSpPr>
        <p:spPr>
          <a:xfrm>
            <a:off x="1437520" y="2912464"/>
            <a:ext cx="14986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 dirty="0">
                <a:solidFill>
                  <a:schemeClr val="dk1"/>
                </a:solidFill>
                <a:latin typeface="Calibri" panose="020F0502020204030204" pitchFamily="34" charset="0"/>
              </a:rPr>
              <a:t>Literature Review (Chap 2)</a:t>
            </a:r>
          </a:p>
        </p:txBody>
      </p:sp>
      <p:sp>
        <p:nvSpPr>
          <p:cNvPr id="62" name="OTLSHAPE_T_ef3650a7c5e2430f90e27c55cd07f060_JoinedDate">
            <a:extLst>
              <a:ext uri="{FF2B5EF4-FFF2-40B4-BE49-F238E27FC236}">
                <a16:creationId xmlns:a16="http://schemas.microsoft.com/office/drawing/2014/main" id="{9BD2064A-E5B9-06BC-DF60-6657FCCFE7D3}"/>
              </a:ext>
            </a:extLst>
          </p:cNvPr>
          <p:cNvSpPr txBox="1"/>
          <p:nvPr>
            <p:custDataLst>
              <p:tags r:id="rId83"/>
            </p:custDataLst>
          </p:nvPr>
        </p:nvSpPr>
        <p:spPr>
          <a:xfrm>
            <a:off x="4004703" y="2920211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2 - Jan 29</a:t>
            </a:r>
          </a:p>
        </p:txBody>
      </p:sp>
      <p:sp>
        <p:nvSpPr>
          <p:cNvPr id="63" name="OTLSHAPE_T_ef3650a7c5e2430f90e27c55cd07f060_TextPercentage" hidden="1">
            <a:extLst>
              <a:ext uri="{FF2B5EF4-FFF2-40B4-BE49-F238E27FC236}">
                <a16:creationId xmlns:a16="http://schemas.microsoft.com/office/drawing/2014/main" id="{51DF6A3E-6428-B6D8-EA8D-7F76C26C3504}"/>
              </a:ext>
            </a:extLst>
          </p:cNvPr>
          <p:cNvSpPr txBox="1"/>
          <p:nvPr>
            <p:custDataLst>
              <p:tags r:id="rId8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64" name="OTLSHAPE_T_ef3650a7c5e2430f90e27c55cd07f060_Variance" hidden="1">
            <a:extLst>
              <a:ext uri="{FF2B5EF4-FFF2-40B4-BE49-F238E27FC236}">
                <a16:creationId xmlns:a16="http://schemas.microsoft.com/office/drawing/2014/main" id="{AD0A8F7B-0127-EB08-2FE1-E83282E47ACB}"/>
              </a:ext>
            </a:extLst>
          </p:cNvPr>
          <p:cNvSpPr txBox="1"/>
          <p:nvPr>
            <p:custDataLst>
              <p:tags r:id="rId8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68" name="OTLSHAPE_T_d5a5bb26c385461dbca5613eb57071be_Duration" hidden="1">
            <a:extLst>
              <a:ext uri="{FF2B5EF4-FFF2-40B4-BE49-F238E27FC236}">
                <a16:creationId xmlns:a16="http://schemas.microsoft.com/office/drawing/2014/main" id="{0A0CCA14-4484-D2FD-72E8-13D91CD793BF}"/>
              </a:ext>
            </a:extLst>
          </p:cNvPr>
          <p:cNvSpPr txBox="1"/>
          <p:nvPr>
            <p:custDataLst>
              <p:tags r:id="rId86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69" name="OTLSHAPE_T_d5a5bb26c385461dbca5613eb57071be_StartDate" hidden="1">
            <a:extLst>
              <a:ext uri="{FF2B5EF4-FFF2-40B4-BE49-F238E27FC236}">
                <a16:creationId xmlns:a16="http://schemas.microsoft.com/office/drawing/2014/main" id="{CAD71FA2-AD86-4C8A-CDB0-0F4D32359AD0}"/>
              </a:ext>
            </a:extLst>
          </p:cNvPr>
          <p:cNvSpPr txBox="1"/>
          <p:nvPr>
            <p:custDataLst>
              <p:tags r:id="rId8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0" name="OTLSHAPE_T_d5a5bb26c385461dbca5613eb57071be_EndDate" hidden="1">
            <a:extLst>
              <a:ext uri="{FF2B5EF4-FFF2-40B4-BE49-F238E27FC236}">
                <a16:creationId xmlns:a16="http://schemas.microsoft.com/office/drawing/2014/main" id="{8B596352-DEBF-B95F-05A3-4DC179436954}"/>
              </a:ext>
            </a:extLst>
          </p:cNvPr>
          <p:cNvSpPr txBox="1"/>
          <p:nvPr>
            <p:custDataLst>
              <p:tags r:id="rId8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1" name="OTLSHAPE_T_d5a5bb26c385461dbca5613eb57071be_Title">
            <a:extLst>
              <a:ext uri="{FF2B5EF4-FFF2-40B4-BE49-F238E27FC236}">
                <a16:creationId xmlns:a16="http://schemas.microsoft.com/office/drawing/2014/main" id="{F316969E-D727-8856-EEA5-0488D7413B3D}"/>
              </a:ext>
            </a:extLst>
          </p:cNvPr>
          <p:cNvSpPr txBox="1"/>
          <p:nvPr>
            <p:custDataLst>
              <p:tags r:id="rId89"/>
            </p:custDataLst>
          </p:nvPr>
        </p:nvSpPr>
        <p:spPr>
          <a:xfrm>
            <a:off x="2632365" y="3241921"/>
            <a:ext cx="1282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 dirty="0">
                <a:solidFill>
                  <a:schemeClr val="dk1"/>
                </a:solidFill>
                <a:latin typeface="Calibri" panose="020F0502020204030204" pitchFamily="34" charset="0"/>
              </a:rPr>
              <a:t>Methodology (Chap 3)</a:t>
            </a:r>
          </a:p>
        </p:txBody>
      </p:sp>
      <p:sp>
        <p:nvSpPr>
          <p:cNvPr id="72" name="OTLSHAPE_T_d5a5bb26c385461dbca5613eb57071be_JoinedDate">
            <a:extLst>
              <a:ext uri="{FF2B5EF4-FFF2-40B4-BE49-F238E27FC236}">
                <a16:creationId xmlns:a16="http://schemas.microsoft.com/office/drawing/2014/main" id="{20978DF2-465E-CF7A-0968-4730F457444C}"/>
              </a:ext>
            </a:extLst>
          </p:cNvPr>
          <p:cNvSpPr txBox="1"/>
          <p:nvPr>
            <p:custDataLst>
              <p:tags r:id="rId90"/>
            </p:custDataLst>
          </p:nvPr>
        </p:nvSpPr>
        <p:spPr>
          <a:xfrm>
            <a:off x="4972091" y="3249668"/>
            <a:ext cx="774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30 - Feb 26</a:t>
            </a:r>
          </a:p>
        </p:txBody>
      </p:sp>
      <p:sp>
        <p:nvSpPr>
          <p:cNvPr id="73" name="OTLSHAPE_T_d5a5bb26c385461dbca5613eb57071be_TextPercentage" hidden="1">
            <a:extLst>
              <a:ext uri="{FF2B5EF4-FFF2-40B4-BE49-F238E27FC236}">
                <a16:creationId xmlns:a16="http://schemas.microsoft.com/office/drawing/2014/main" id="{E94775DB-2DFA-5E96-CEE8-2B54CFAAE3FF}"/>
              </a:ext>
            </a:extLst>
          </p:cNvPr>
          <p:cNvSpPr txBox="1"/>
          <p:nvPr>
            <p:custDataLst>
              <p:tags r:id="rId9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74" name="OTLSHAPE_T_d5a5bb26c385461dbca5613eb57071be_Variance" hidden="1">
            <a:extLst>
              <a:ext uri="{FF2B5EF4-FFF2-40B4-BE49-F238E27FC236}">
                <a16:creationId xmlns:a16="http://schemas.microsoft.com/office/drawing/2014/main" id="{0C9A0C3B-4CC6-4386-5644-CCF56D1DA83C}"/>
              </a:ext>
            </a:extLst>
          </p:cNvPr>
          <p:cNvSpPr txBox="1"/>
          <p:nvPr>
            <p:custDataLst>
              <p:tags r:id="rId9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78" name="OTLSHAPE_T_5fdc09349af84e928a69e94ebcd5e01c_Duration" hidden="1">
            <a:extLst>
              <a:ext uri="{FF2B5EF4-FFF2-40B4-BE49-F238E27FC236}">
                <a16:creationId xmlns:a16="http://schemas.microsoft.com/office/drawing/2014/main" id="{24B3461C-9A7C-CB12-C12C-CF03A7748B00}"/>
              </a:ext>
            </a:extLst>
          </p:cNvPr>
          <p:cNvSpPr txBox="1"/>
          <p:nvPr>
            <p:custDataLst>
              <p:tags r:id="rId93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 days</a:t>
            </a:r>
          </a:p>
        </p:txBody>
      </p:sp>
      <p:sp>
        <p:nvSpPr>
          <p:cNvPr id="79" name="OTLSHAPE_T_5fdc09349af84e928a69e94ebcd5e01c_StartDate" hidden="1">
            <a:extLst>
              <a:ext uri="{FF2B5EF4-FFF2-40B4-BE49-F238E27FC236}">
                <a16:creationId xmlns:a16="http://schemas.microsoft.com/office/drawing/2014/main" id="{52E50519-4448-3FF0-37FF-AC7863A8B24C}"/>
              </a:ext>
            </a:extLst>
          </p:cNvPr>
          <p:cNvSpPr txBox="1"/>
          <p:nvPr>
            <p:custDataLst>
              <p:tags r:id="rId9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0" name="OTLSHAPE_T_5fdc09349af84e928a69e94ebcd5e01c_EndDate" hidden="1">
            <a:extLst>
              <a:ext uri="{FF2B5EF4-FFF2-40B4-BE49-F238E27FC236}">
                <a16:creationId xmlns:a16="http://schemas.microsoft.com/office/drawing/2014/main" id="{B48261EC-07D5-6DB6-01B4-00A8CBD61D99}"/>
              </a:ext>
            </a:extLst>
          </p:cNvPr>
          <p:cNvSpPr txBox="1"/>
          <p:nvPr>
            <p:custDataLst>
              <p:tags r:id="rId9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1" name="OTLSHAPE_T_5fdc09349af84e928a69e94ebcd5e01c_Title">
            <a:extLst>
              <a:ext uri="{FF2B5EF4-FFF2-40B4-BE49-F238E27FC236}">
                <a16:creationId xmlns:a16="http://schemas.microsoft.com/office/drawing/2014/main" id="{F16094A0-8836-3226-A7CD-13AF33E2E367}"/>
              </a:ext>
            </a:extLst>
          </p:cNvPr>
          <p:cNvSpPr txBox="1"/>
          <p:nvPr>
            <p:custDataLst>
              <p:tags r:id="rId96"/>
            </p:custDataLst>
          </p:nvPr>
        </p:nvSpPr>
        <p:spPr>
          <a:xfrm>
            <a:off x="3605044" y="3558625"/>
            <a:ext cx="12700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Project A Presentation</a:t>
            </a:r>
          </a:p>
        </p:txBody>
      </p:sp>
      <p:sp>
        <p:nvSpPr>
          <p:cNvPr id="82" name="OTLSHAPE_T_5fdc09349af84e928a69e94ebcd5e01c_JoinedDate">
            <a:extLst>
              <a:ext uri="{FF2B5EF4-FFF2-40B4-BE49-F238E27FC236}">
                <a16:creationId xmlns:a16="http://schemas.microsoft.com/office/drawing/2014/main" id="{FBCC9A39-6AA3-30B4-855B-21231FB5FCEA}"/>
              </a:ext>
            </a:extLst>
          </p:cNvPr>
          <p:cNvSpPr txBox="1"/>
          <p:nvPr>
            <p:custDataLst>
              <p:tags r:id="rId97"/>
            </p:custDataLst>
          </p:nvPr>
        </p:nvSpPr>
        <p:spPr>
          <a:xfrm>
            <a:off x="5248487" y="356637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Feb 27 - Mar 6</a:t>
            </a:r>
          </a:p>
        </p:txBody>
      </p:sp>
      <p:sp>
        <p:nvSpPr>
          <p:cNvPr id="83" name="OTLSHAPE_T_5fdc09349af84e928a69e94ebcd5e01c_TextPercentage" hidden="1">
            <a:extLst>
              <a:ext uri="{FF2B5EF4-FFF2-40B4-BE49-F238E27FC236}">
                <a16:creationId xmlns:a16="http://schemas.microsoft.com/office/drawing/2014/main" id="{DCBEEB75-4EB5-C07F-38BE-16CC0CF0C0C1}"/>
              </a:ext>
            </a:extLst>
          </p:cNvPr>
          <p:cNvSpPr txBox="1"/>
          <p:nvPr>
            <p:custDataLst>
              <p:tags r:id="rId9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84" name="OTLSHAPE_T_5fdc09349af84e928a69e94ebcd5e01c_Variance" hidden="1">
            <a:extLst>
              <a:ext uri="{FF2B5EF4-FFF2-40B4-BE49-F238E27FC236}">
                <a16:creationId xmlns:a16="http://schemas.microsoft.com/office/drawing/2014/main" id="{2AB74808-88D8-F063-276B-A419FD9CA808}"/>
              </a:ext>
            </a:extLst>
          </p:cNvPr>
          <p:cNvSpPr txBox="1"/>
          <p:nvPr>
            <p:custDataLst>
              <p:tags r:id="rId9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88" name="OTLSHAPE_T_29952edd050c4301a590f824eb7f55f0_Duration" hidden="1">
            <a:extLst>
              <a:ext uri="{FF2B5EF4-FFF2-40B4-BE49-F238E27FC236}">
                <a16:creationId xmlns:a16="http://schemas.microsoft.com/office/drawing/2014/main" id="{573E60B9-7EEA-D949-5503-355DE08800E3}"/>
              </a:ext>
            </a:extLst>
          </p:cNvPr>
          <p:cNvSpPr txBox="1"/>
          <p:nvPr>
            <p:custDataLst>
              <p:tags r:id="rId100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25 days</a:t>
            </a:r>
          </a:p>
        </p:txBody>
      </p:sp>
      <p:sp>
        <p:nvSpPr>
          <p:cNvPr id="89" name="OTLSHAPE_T_29952edd050c4301a590f824eb7f55f0_StartDate" hidden="1">
            <a:extLst>
              <a:ext uri="{FF2B5EF4-FFF2-40B4-BE49-F238E27FC236}">
                <a16:creationId xmlns:a16="http://schemas.microsoft.com/office/drawing/2014/main" id="{CDD0BA7C-AC69-FD76-7759-17E7B320A103}"/>
              </a:ext>
            </a:extLst>
          </p:cNvPr>
          <p:cNvSpPr txBox="1"/>
          <p:nvPr>
            <p:custDataLst>
              <p:tags r:id="rId10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OTLSHAPE_T_29952edd050c4301a590f824eb7f55f0_EndDate" hidden="1">
            <a:extLst>
              <a:ext uri="{FF2B5EF4-FFF2-40B4-BE49-F238E27FC236}">
                <a16:creationId xmlns:a16="http://schemas.microsoft.com/office/drawing/2014/main" id="{6177D3D1-E940-8F70-4234-568EEF303DCC}"/>
              </a:ext>
            </a:extLst>
          </p:cNvPr>
          <p:cNvSpPr txBox="1"/>
          <p:nvPr>
            <p:custDataLst>
              <p:tags r:id="rId10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OTLSHAPE_T_29952edd050c4301a590f824eb7f55f0_Title">
            <a:extLst>
              <a:ext uri="{FF2B5EF4-FFF2-40B4-BE49-F238E27FC236}">
                <a16:creationId xmlns:a16="http://schemas.microsoft.com/office/drawing/2014/main" id="{70F0265C-B70B-4400-DDB4-5C29A8477920}"/>
              </a:ext>
            </a:extLst>
          </p:cNvPr>
          <p:cNvSpPr txBox="1"/>
          <p:nvPr>
            <p:custDataLst>
              <p:tags r:id="rId103"/>
            </p:custDataLst>
          </p:nvPr>
        </p:nvSpPr>
        <p:spPr>
          <a:xfrm>
            <a:off x="4324047" y="3897044"/>
            <a:ext cx="901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Analysis</a:t>
            </a:r>
          </a:p>
        </p:txBody>
      </p:sp>
      <p:sp>
        <p:nvSpPr>
          <p:cNvPr id="92" name="OTLSHAPE_T_29952edd050c4301a590f824eb7f55f0_JoinedDate">
            <a:extLst>
              <a:ext uri="{FF2B5EF4-FFF2-40B4-BE49-F238E27FC236}">
                <a16:creationId xmlns:a16="http://schemas.microsoft.com/office/drawing/2014/main" id="{570D6F47-CF32-637D-448E-72B0B87180D4}"/>
              </a:ext>
            </a:extLst>
          </p:cNvPr>
          <p:cNvSpPr txBox="1"/>
          <p:nvPr>
            <p:custDataLst>
              <p:tags r:id="rId104"/>
            </p:custDataLst>
          </p:nvPr>
        </p:nvSpPr>
        <p:spPr>
          <a:xfrm>
            <a:off x="6457722" y="3904791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2">
                <a:solidFill>
                  <a:srgbClr val="0E2841"/>
                </a:solidFill>
                <a:latin typeface="Calibri" panose="020F0502020204030204" pitchFamily="34" charset="0"/>
              </a:rPr>
              <a:t>Mar 9 - Apr 10</a:t>
            </a:r>
          </a:p>
        </p:txBody>
      </p:sp>
      <p:sp>
        <p:nvSpPr>
          <p:cNvPr id="93" name="OTLSHAPE_T_29952edd050c4301a590f824eb7f55f0_TextPercentage" hidden="1">
            <a:extLst>
              <a:ext uri="{FF2B5EF4-FFF2-40B4-BE49-F238E27FC236}">
                <a16:creationId xmlns:a16="http://schemas.microsoft.com/office/drawing/2014/main" id="{1196CE6D-AC8D-CBFE-8AD9-CD4234530DBA}"/>
              </a:ext>
            </a:extLst>
          </p:cNvPr>
          <p:cNvSpPr txBox="1"/>
          <p:nvPr>
            <p:custDataLst>
              <p:tags r:id="rId10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OTLSHAPE_T_29952edd050c4301a590f824eb7f55f0_Variance" hidden="1">
            <a:extLst>
              <a:ext uri="{FF2B5EF4-FFF2-40B4-BE49-F238E27FC236}">
                <a16:creationId xmlns:a16="http://schemas.microsoft.com/office/drawing/2014/main" id="{D16C6F53-6B47-A317-65CE-6EDF73CEB31F}"/>
              </a:ext>
            </a:extLst>
          </p:cNvPr>
          <p:cNvSpPr txBox="1"/>
          <p:nvPr>
            <p:custDataLst>
              <p:tags r:id="rId10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98" name="OTLSHAPE_T_d87fcdcb71734600ad1434170b7f322b_Duration" hidden="1">
            <a:extLst>
              <a:ext uri="{FF2B5EF4-FFF2-40B4-BE49-F238E27FC236}">
                <a16:creationId xmlns:a16="http://schemas.microsoft.com/office/drawing/2014/main" id="{44D680FD-BCB8-4B72-DE84-3D62FAE5999A}"/>
              </a:ext>
            </a:extLst>
          </p:cNvPr>
          <p:cNvSpPr txBox="1"/>
          <p:nvPr>
            <p:custDataLst>
              <p:tags r:id="rId107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60 days</a:t>
            </a:r>
          </a:p>
        </p:txBody>
      </p:sp>
      <p:sp>
        <p:nvSpPr>
          <p:cNvPr id="99" name="OTLSHAPE_T_d87fcdcb71734600ad1434170b7f322b_StartDate" hidden="1">
            <a:extLst>
              <a:ext uri="{FF2B5EF4-FFF2-40B4-BE49-F238E27FC236}">
                <a16:creationId xmlns:a16="http://schemas.microsoft.com/office/drawing/2014/main" id="{76CBEA2F-BCDB-498D-08BF-14383EDABA41}"/>
              </a:ext>
            </a:extLst>
          </p:cNvPr>
          <p:cNvSpPr txBox="1"/>
          <p:nvPr>
            <p:custDataLst>
              <p:tags r:id="rId10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0" name="OTLSHAPE_T_d87fcdcb71734600ad1434170b7f322b_EndDate" hidden="1">
            <a:extLst>
              <a:ext uri="{FF2B5EF4-FFF2-40B4-BE49-F238E27FC236}">
                <a16:creationId xmlns:a16="http://schemas.microsoft.com/office/drawing/2014/main" id="{DD60AD3A-8C67-35F1-25BC-EA6F26D06E7D}"/>
              </a:ext>
            </a:extLst>
          </p:cNvPr>
          <p:cNvSpPr txBox="1"/>
          <p:nvPr>
            <p:custDataLst>
              <p:tags r:id="rId10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OTLSHAPE_T_d87fcdcb71734600ad1434170b7f322b_Title">
            <a:extLst>
              <a:ext uri="{FF2B5EF4-FFF2-40B4-BE49-F238E27FC236}">
                <a16:creationId xmlns:a16="http://schemas.microsoft.com/office/drawing/2014/main" id="{7311973F-2772-D994-9D0D-8B855E7CD39A}"/>
              </a:ext>
            </a:extLst>
          </p:cNvPr>
          <p:cNvSpPr txBox="1"/>
          <p:nvPr>
            <p:custDataLst>
              <p:tags r:id="rId110"/>
            </p:custDataLst>
          </p:nvPr>
        </p:nvSpPr>
        <p:spPr>
          <a:xfrm>
            <a:off x="5562444" y="4228608"/>
            <a:ext cx="8382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Coding</a:t>
            </a:r>
          </a:p>
        </p:txBody>
      </p:sp>
      <p:sp>
        <p:nvSpPr>
          <p:cNvPr id="102" name="OTLSHAPE_T_d87fcdcb71734600ad1434170b7f322b_JoinedDate">
            <a:extLst>
              <a:ext uri="{FF2B5EF4-FFF2-40B4-BE49-F238E27FC236}">
                <a16:creationId xmlns:a16="http://schemas.microsoft.com/office/drawing/2014/main" id="{12A03696-2661-F1EC-183D-E5420D671A3D}"/>
              </a:ext>
            </a:extLst>
          </p:cNvPr>
          <p:cNvSpPr txBox="1"/>
          <p:nvPr>
            <p:custDataLst>
              <p:tags r:id="rId111"/>
            </p:custDataLst>
          </p:nvPr>
        </p:nvSpPr>
        <p:spPr>
          <a:xfrm>
            <a:off x="9359886" y="4236355"/>
            <a:ext cx="6731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Apr 12 - Jul 3</a:t>
            </a:r>
          </a:p>
        </p:txBody>
      </p:sp>
      <p:sp>
        <p:nvSpPr>
          <p:cNvPr id="103" name="OTLSHAPE_T_d87fcdcb71734600ad1434170b7f322b_TextPercentage" hidden="1">
            <a:extLst>
              <a:ext uri="{FF2B5EF4-FFF2-40B4-BE49-F238E27FC236}">
                <a16:creationId xmlns:a16="http://schemas.microsoft.com/office/drawing/2014/main" id="{88D66C30-4F32-DFB4-91D4-94568016EEC6}"/>
              </a:ext>
            </a:extLst>
          </p:cNvPr>
          <p:cNvSpPr txBox="1"/>
          <p:nvPr>
            <p:custDataLst>
              <p:tags r:id="rId11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04" name="OTLSHAPE_T_d87fcdcb71734600ad1434170b7f322b_Variance" hidden="1">
            <a:extLst>
              <a:ext uri="{FF2B5EF4-FFF2-40B4-BE49-F238E27FC236}">
                <a16:creationId xmlns:a16="http://schemas.microsoft.com/office/drawing/2014/main" id="{101680EC-5BD5-2993-78E8-E58B4DA66757}"/>
              </a:ext>
            </a:extLst>
          </p:cNvPr>
          <p:cNvSpPr txBox="1"/>
          <p:nvPr>
            <p:custDataLst>
              <p:tags r:id="rId11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08" name="OTLSHAPE_T_f4f90ce8d3ec45dabff76366e02ac402_Duration" hidden="1">
            <a:extLst>
              <a:ext uri="{FF2B5EF4-FFF2-40B4-BE49-F238E27FC236}">
                <a16:creationId xmlns:a16="http://schemas.microsoft.com/office/drawing/2014/main" id="{CC13B546-E6F1-9077-7AEB-C622346AEE00}"/>
              </a:ext>
            </a:extLst>
          </p:cNvPr>
          <p:cNvSpPr txBox="1"/>
          <p:nvPr>
            <p:custDataLst>
              <p:tags r:id="rId114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15 days</a:t>
            </a:r>
          </a:p>
        </p:txBody>
      </p:sp>
      <p:sp>
        <p:nvSpPr>
          <p:cNvPr id="109" name="OTLSHAPE_T_f4f90ce8d3ec45dabff76366e02ac402_StartDate" hidden="1">
            <a:extLst>
              <a:ext uri="{FF2B5EF4-FFF2-40B4-BE49-F238E27FC236}">
                <a16:creationId xmlns:a16="http://schemas.microsoft.com/office/drawing/2014/main" id="{D842E173-8DE6-97A5-A3FE-D7F4BCC04437}"/>
              </a:ext>
            </a:extLst>
          </p:cNvPr>
          <p:cNvSpPr txBox="1"/>
          <p:nvPr>
            <p:custDataLst>
              <p:tags r:id="rId11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OTLSHAPE_T_f4f90ce8d3ec45dabff76366e02ac402_EndDate" hidden="1">
            <a:extLst>
              <a:ext uri="{FF2B5EF4-FFF2-40B4-BE49-F238E27FC236}">
                <a16:creationId xmlns:a16="http://schemas.microsoft.com/office/drawing/2014/main" id="{95F4F286-320E-3458-A5F2-49532D267F1F}"/>
              </a:ext>
            </a:extLst>
          </p:cNvPr>
          <p:cNvSpPr txBox="1"/>
          <p:nvPr>
            <p:custDataLst>
              <p:tags r:id="rId11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OTLSHAPE_T_f4f90ce8d3ec45dabff76366e02ac402_Title">
            <a:extLst>
              <a:ext uri="{FF2B5EF4-FFF2-40B4-BE49-F238E27FC236}">
                <a16:creationId xmlns:a16="http://schemas.microsoft.com/office/drawing/2014/main" id="{FF6E6876-99A1-2F2F-DE86-36A492F3D7A8}"/>
              </a:ext>
            </a:extLst>
          </p:cNvPr>
          <p:cNvSpPr txBox="1"/>
          <p:nvPr>
            <p:custDataLst>
              <p:tags r:id="rId117"/>
            </p:custDataLst>
          </p:nvPr>
        </p:nvSpPr>
        <p:spPr>
          <a:xfrm>
            <a:off x="8172678" y="4547227"/>
            <a:ext cx="11303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10">
                <a:solidFill>
                  <a:schemeClr val="dk1"/>
                </a:solidFill>
                <a:latin typeface="Calibri" panose="020F0502020204030204" pitchFamily="34" charset="0"/>
              </a:rPr>
              <a:t>Testing &amp; Validation</a:t>
            </a:r>
          </a:p>
        </p:txBody>
      </p:sp>
      <p:sp>
        <p:nvSpPr>
          <p:cNvPr id="112" name="OTLSHAPE_T_f4f90ce8d3ec45dabff76366e02ac402_JoinedDate">
            <a:extLst>
              <a:ext uri="{FF2B5EF4-FFF2-40B4-BE49-F238E27FC236}">
                <a16:creationId xmlns:a16="http://schemas.microsoft.com/office/drawing/2014/main" id="{128C4F18-4367-DCA9-028F-3C25E883E7F9}"/>
              </a:ext>
            </a:extLst>
          </p:cNvPr>
          <p:cNvSpPr txBox="1"/>
          <p:nvPr>
            <p:custDataLst>
              <p:tags r:id="rId118"/>
            </p:custDataLst>
          </p:nvPr>
        </p:nvSpPr>
        <p:spPr>
          <a:xfrm>
            <a:off x="10085427" y="4554974"/>
            <a:ext cx="622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5 - Jul 24</a:t>
            </a:r>
          </a:p>
        </p:txBody>
      </p:sp>
      <p:sp>
        <p:nvSpPr>
          <p:cNvPr id="113" name="OTLSHAPE_T_f4f90ce8d3ec45dabff76366e02ac402_TextPercentage" hidden="1">
            <a:extLst>
              <a:ext uri="{FF2B5EF4-FFF2-40B4-BE49-F238E27FC236}">
                <a16:creationId xmlns:a16="http://schemas.microsoft.com/office/drawing/2014/main" id="{ED99045D-4411-A06A-EBA5-B553C15C4533}"/>
              </a:ext>
            </a:extLst>
          </p:cNvPr>
          <p:cNvSpPr txBox="1"/>
          <p:nvPr>
            <p:custDataLst>
              <p:tags r:id="rId11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14" name="OTLSHAPE_T_f4f90ce8d3ec45dabff76366e02ac402_Variance" hidden="1">
            <a:extLst>
              <a:ext uri="{FF2B5EF4-FFF2-40B4-BE49-F238E27FC236}">
                <a16:creationId xmlns:a16="http://schemas.microsoft.com/office/drawing/2014/main" id="{8169D081-9E5D-6C1F-C00D-7D448840EFF1}"/>
              </a:ext>
            </a:extLst>
          </p:cNvPr>
          <p:cNvSpPr txBox="1"/>
          <p:nvPr>
            <p:custDataLst>
              <p:tags r:id="rId12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18" name="OTLSHAPE_T_4276c4fd585d42dd8330adf7f247db63_Duration" hidden="1">
            <a:extLst>
              <a:ext uri="{FF2B5EF4-FFF2-40B4-BE49-F238E27FC236}">
                <a16:creationId xmlns:a16="http://schemas.microsoft.com/office/drawing/2014/main" id="{A7108D1C-E4AF-CDF4-DEEB-68EDF38ABE12}"/>
              </a:ext>
            </a:extLst>
          </p:cNvPr>
          <p:cNvSpPr txBox="1"/>
          <p:nvPr>
            <p:custDataLst>
              <p:tags r:id="rId121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119" name="OTLSHAPE_T_4276c4fd585d42dd8330adf7f247db63_StartDate" hidden="1">
            <a:extLst>
              <a:ext uri="{FF2B5EF4-FFF2-40B4-BE49-F238E27FC236}">
                <a16:creationId xmlns:a16="http://schemas.microsoft.com/office/drawing/2014/main" id="{7A2DAEBA-0A6E-F354-5D4C-C469E7C7DBF2}"/>
              </a:ext>
            </a:extLst>
          </p:cNvPr>
          <p:cNvSpPr txBox="1"/>
          <p:nvPr>
            <p:custDataLst>
              <p:tags r:id="rId12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0" name="OTLSHAPE_T_4276c4fd585d42dd8330adf7f247db63_EndDate" hidden="1">
            <a:extLst>
              <a:ext uri="{FF2B5EF4-FFF2-40B4-BE49-F238E27FC236}">
                <a16:creationId xmlns:a16="http://schemas.microsoft.com/office/drawing/2014/main" id="{310DA248-BA10-B585-04A3-FF2F52F9C603}"/>
              </a:ext>
            </a:extLst>
          </p:cNvPr>
          <p:cNvSpPr txBox="1"/>
          <p:nvPr>
            <p:custDataLst>
              <p:tags r:id="rId12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OTLSHAPE_T_4276c4fd585d42dd8330adf7f247db63_Title">
            <a:extLst>
              <a:ext uri="{FF2B5EF4-FFF2-40B4-BE49-F238E27FC236}">
                <a16:creationId xmlns:a16="http://schemas.microsoft.com/office/drawing/2014/main" id="{6473EE06-C014-321F-B483-8C993FF85F59}"/>
              </a:ext>
            </a:extLst>
          </p:cNvPr>
          <p:cNvSpPr txBox="1"/>
          <p:nvPr>
            <p:custDataLst>
              <p:tags r:id="rId124"/>
            </p:custDataLst>
          </p:nvPr>
        </p:nvSpPr>
        <p:spPr>
          <a:xfrm>
            <a:off x="8316540" y="4864379"/>
            <a:ext cx="17399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>
                <a:solidFill>
                  <a:schemeClr val="dk1"/>
                </a:solidFill>
                <a:latin typeface="Calibri" panose="020F0502020204030204" pitchFamily="34" charset="0"/>
              </a:rPr>
              <a:t>Deployment &amp; Documentation</a:t>
            </a:r>
          </a:p>
        </p:txBody>
      </p:sp>
      <p:sp>
        <p:nvSpPr>
          <p:cNvPr id="122" name="OTLSHAPE_T_4276c4fd585d42dd8330adf7f247db63_JoinedDate">
            <a:extLst>
              <a:ext uri="{FF2B5EF4-FFF2-40B4-BE49-F238E27FC236}">
                <a16:creationId xmlns:a16="http://schemas.microsoft.com/office/drawing/2014/main" id="{DC17D91D-40DA-BA30-AEE6-0FFEE7057509}"/>
              </a:ext>
            </a:extLst>
          </p:cNvPr>
          <p:cNvSpPr txBox="1"/>
          <p:nvPr>
            <p:custDataLst>
              <p:tags r:id="rId125"/>
            </p:custDataLst>
          </p:nvPr>
        </p:nvSpPr>
        <p:spPr>
          <a:xfrm>
            <a:off x="10569122" y="4872126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26 - Aug 7</a:t>
            </a:r>
          </a:p>
        </p:txBody>
      </p:sp>
      <p:sp>
        <p:nvSpPr>
          <p:cNvPr id="123" name="OTLSHAPE_T_4276c4fd585d42dd8330adf7f247db63_TextPercentage" hidden="1">
            <a:extLst>
              <a:ext uri="{FF2B5EF4-FFF2-40B4-BE49-F238E27FC236}">
                <a16:creationId xmlns:a16="http://schemas.microsoft.com/office/drawing/2014/main" id="{2DEF0D58-6EF8-E7E8-0CCE-EC6B08A088F9}"/>
              </a:ext>
            </a:extLst>
          </p:cNvPr>
          <p:cNvSpPr txBox="1"/>
          <p:nvPr>
            <p:custDataLst>
              <p:tags r:id="rId12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24" name="OTLSHAPE_T_4276c4fd585d42dd8330adf7f247db63_Variance" hidden="1">
            <a:extLst>
              <a:ext uri="{FF2B5EF4-FFF2-40B4-BE49-F238E27FC236}">
                <a16:creationId xmlns:a16="http://schemas.microsoft.com/office/drawing/2014/main" id="{763E099D-2854-D73C-C9AB-9A77B93A555A}"/>
              </a:ext>
            </a:extLst>
          </p:cNvPr>
          <p:cNvSpPr txBox="1"/>
          <p:nvPr>
            <p:custDataLst>
              <p:tags r:id="rId12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77784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LITERATURE REVIEW: EXISTING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rPr sz="1800" dirty="0"/>
              <a:t>Manual Paper Registers: Standard MOH paper forms; high transcription error rate and zero searchability.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OpenMRS Community: Comprehensive open-source EMR; heavy hardware demands and complex setup for small labs.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KenyaEMR: National standard for HIV/TB care; lacks full-scope laboratory bench accessioning and QC tools.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Commercial Enterprise LIMS: High diagnostic capability; prohibitive licensing and vendor maintenance costs.</a:t>
            </a:r>
          </a:p>
          <a:p>
            <a:pPr>
              <a:spcAft>
                <a:spcPts val="0"/>
              </a:spcAft>
              <a:defRPr sz="1500" b="0"/>
            </a:pPr>
            <a:r>
              <a:rPr sz="1800" dirty="0"/>
              <a:t>Cloud-Only Solutions: Scalable, but vulnerable to frequent rural internet disruptions in Gem Sub-County.</a:t>
            </a:r>
          </a:p>
        </p:txBody>
      </p:sp>
    </p:spTree>
    <p:extLst>
      <p:ext uri="{BB962C8B-B14F-4D97-AF65-F5344CB8AC3E}">
        <p14:creationId xmlns:p14="http://schemas.microsoft.com/office/powerpoint/2010/main" val="3029936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LITERATURE REVIEW: GAPS &amp; PROPOSED SOLUTION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DC8B96-20CD-AE09-A46F-B8A40039F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693" y="2407185"/>
            <a:ext cx="9601196" cy="331893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rPr sz="2000" dirty="0"/>
              <a:t>Data Silos: Fragmented communication between reception, clinical consultation, and laboratory benches.</a:t>
            </a:r>
          </a:p>
          <a:p>
            <a:pPr>
              <a:spcAft>
                <a:spcPts val="600"/>
              </a:spcAft>
              <a:defRPr sz="1500" b="0"/>
            </a:pPr>
            <a:r>
              <a:rPr sz="2000" dirty="0"/>
              <a:t>Pre-Analytical Gaps: Inability to track specimen rejection rates and quality control compliance.</a:t>
            </a:r>
          </a:p>
          <a:p>
            <a:pPr>
              <a:spcAft>
                <a:spcPts val="600"/>
              </a:spcAft>
              <a:defRPr sz="1500" b="0"/>
            </a:pPr>
            <a:r>
              <a:rPr sz="2000" dirty="0"/>
              <a:t>Cost Barrier: Prohibitive recurring license fees for Level 4 public health facilities.</a:t>
            </a:r>
          </a:p>
          <a:p>
            <a:pPr>
              <a:spcAft>
                <a:spcPts val="600"/>
              </a:spcAft>
              <a:defRPr sz="1500" b="0"/>
            </a:pPr>
            <a:r>
              <a:rPr sz="2000" dirty="0"/>
              <a:t>Reporting Delays: Slow manual tallying of monthly MOH 706 statistical disease reports.</a:t>
            </a:r>
          </a:p>
          <a:p>
            <a:pPr>
              <a:spcAft>
                <a:spcPts val="0"/>
              </a:spcAft>
              <a:defRPr sz="1500" b="1"/>
            </a:pPr>
            <a:r>
              <a:rPr sz="2000" dirty="0"/>
              <a:t>Proposed Solution: An accessible, zero-license, web-based intranet LIMS built for Level 4 facilities.</a:t>
            </a:r>
          </a:p>
        </p:txBody>
      </p:sp>
    </p:spTree>
    <p:extLst>
      <p:ext uri="{BB962C8B-B14F-4D97-AF65-F5344CB8AC3E}">
        <p14:creationId xmlns:p14="http://schemas.microsoft.com/office/powerpoint/2010/main" val="1292349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 fontScale="90000"/>
          </a:bodyPr>
          <a:lstStyle/>
          <a:p>
            <a:r>
              <a:t>METHODOLOGY &amp; DEVELOPMENT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endParaRPr lang="en-US" dirty="0"/>
          </a:p>
          <a:p>
            <a:pPr marL="0" indent="0">
              <a:spcAft>
                <a:spcPts val="600"/>
              </a:spcAft>
              <a:buNone/>
              <a:defRPr sz="1500" b="0"/>
            </a:pPr>
            <a:endParaRPr lang="en-US" dirty="0"/>
          </a:p>
          <a:p>
            <a:pPr marL="0" indent="0">
              <a:spcAft>
                <a:spcPts val="600"/>
              </a:spcAft>
              <a:buNone/>
              <a:defRPr sz="1500" b="0"/>
            </a:pPr>
            <a:endParaRPr lang="en-US" dirty="0"/>
          </a:p>
          <a:p>
            <a:pPr marL="0" indent="0">
              <a:spcAft>
                <a:spcPts val="600"/>
              </a:spcAft>
              <a:buNone/>
              <a:defRPr sz="1500" b="0"/>
            </a:pPr>
            <a:r>
              <a:rPr sz="1800" dirty="0"/>
              <a:t>Development Model: Agile Software Development Life Cycle (iterative 2-week sprint cycles).</a:t>
            </a:r>
            <a:endParaRPr lang="en-US" sz="3200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Requirements Gathering: Staff interviews, direct bench observation, and review of MOH 204/706 registers.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System Modeling: UML diagrams (Use Case, Activity, Class) and Data Flow Diagrams (Context, Level 1).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Technology Stack: PHP 8.2 backend, MySQL 8.0 database, Apache/XAMPP web server, Bootstrap 5.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Engineering Tools: Visual Studio Code, Git/GitHub version control, FPDF reporting library.</a:t>
            </a:r>
          </a:p>
          <a:p>
            <a:pPr>
              <a:spcAft>
                <a:spcPts val="0"/>
              </a:spcAft>
              <a:defRPr sz="1500" b="0"/>
            </a:pPr>
            <a:r>
              <a:rPr sz="1800" dirty="0"/>
              <a:t>Quality Assurance: Unit testing, role-boundary integration testing, and User Acceptance Testing (UAT).</a:t>
            </a:r>
          </a:p>
        </p:txBody>
      </p:sp>
    </p:spTree>
    <p:extLst>
      <p:ext uri="{BB962C8B-B14F-4D97-AF65-F5344CB8AC3E}">
        <p14:creationId xmlns:p14="http://schemas.microsoft.com/office/powerpoint/2010/main" val="909837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SYSTEM ANALYSIS &amp; 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rPr sz="1600" dirty="0"/>
              <a:t>Problem Analysis: Mapped bottlenecks across reception, phlebotomy, and diagnostic testing benches.</a:t>
            </a:r>
            <a:endParaRPr lang="en-US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rPr sz="1600" dirty="0"/>
              <a:t>Technical Feasibility: Stack runs smoothly on existing hospital workstation PCs over local intranet.</a:t>
            </a:r>
          </a:p>
          <a:p>
            <a:pPr>
              <a:spcAft>
                <a:spcPts val="600"/>
              </a:spcAft>
              <a:defRPr sz="1500" b="0"/>
            </a:pPr>
            <a:r>
              <a:rPr sz="1600" dirty="0"/>
              <a:t>Operational Feasibility: Intuitive user interfaces modeled on standard physical MOH registers.</a:t>
            </a:r>
          </a:p>
          <a:p>
            <a:pPr>
              <a:spcAft>
                <a:spcPts val="600"/>
              </a:spcAft>
              <a:defRPr sz="1500" b="0"/>
            </a:pPr>
            <a:r>
              <a:rPr sz="1600" dirty="0"/>
              <a:t>Economic Feasibility: Rapid return through eliminated paper stationery costs and sealed revenue leaks.</a:t>
            </a:r>
          </a:p>
          <a:p>
            <a:pPr>
              <a:spcAft>
                <a:spcPts val="400"/>
              </a:spcAft>
              <a:defRPr sz="1500" b="1"/>
            </a:pPr>
            <a:r>
              <a:rPr sz="1600" dirty="0"/>
              <a:t>User Role Profiles Defined:</a:t>
            </a:r>
          </a:p>
          <a:p>
            <a:pPr>
              <a:spcAft>
                <a:spcPts val="300"/>
              </a:spcAft>
              <a:defRPr sz="1300" b="0"/>
            </a:pPr>
            <a:r>
              <a:rPr sz="1800" dirty="0"/>
              <a:t>• Receptionist (Registration &amp; Billing) | Doctor (CPOE Ordering &amp; History Review)</a:t>
            </a:r>
          </a:p>
          <a:p>
            <a:pPr>
              <a:spcAft>
                <a:spcPts val="0"/>
              </a:spcAft>
              <a:defRPr sz="1300" b="0"/>
            </a:pPr>
            <a:r>
              <a:rPr sz="1800" dirty="0"/>
              <a:t>• Lab Technologist (Accessioning &amp; Results) | Administrator (Users, Backups &amp; Audit)</a:t>
            </a:r>
          </a:p>
        </p:txBody>
      </p:sp>
    </p:spTree>
    <p:extLst>
      <p:ext uri="{BB962C8B-B14F-4D97-AF65-F5344CB8AC3E}">
        <p14:creationId xmlns:p14="http://schemas.microsoft.com/office/powerpoint/2010/main" val="667655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SYSTEM REQUIREMENTS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  <a:defRPr sz="1500" b="1"/>
            </a:pPr>
            <a:endParaRPr lang="en-US" dirty="0"/>
          </a:p>
          <a:p>
            <a:pPr marL="0" indent="0">
              <a:spcAft>
                <a:spcPts val="400"/>
              </a:spcAft>
              <a:buNone/>
              <a:defRPr sz="1500" b="1"/>
            </a:pPr>
            <a:endParaRPr lang="en-US" dirty="0"/>
          </a:p>
          <a:p>
            <a:pPr marL="0" indent="0">
              <a:spcAft>
                <a:spcPts val="400"/>
              </a:spcAft>
              <a:buNone/>
              <a:defRPr sz="1500" b="1"/>
            </a:pPr>
            <a:endParaRPr lang="en-US" dirty="0"/>
          </a:p>
          <a:p>
            <a:pPr marL="0" indent="0">
              <a:spcAft>
                <a:spcPts val="400"/>
              </a:spcAft>
              <a:buNone/>
              <a:defRPr sz="1500" b="1"/>
            </a:pPr>
            <a:r>
              <a:rPr dirty="0"/>
              <a:t>Functional Requirements: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Patient Registration: Unique OPD number generation and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CPOE Test Requisition: Categorized catalogue ordering with clinical indication and urgency flags.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Results Workbench: Normal reference ranges, automated panic alerting, and certified PDF printing.</a:t>
            </a:r>
          </a:p>
          <a:p>
            <a:pPr>
              <a:spcAft>
                <a:spcPts val="600"/>
              </a:spcAft>
              <a:defRPr sz="1300" b="0"/>
            </a:pPr>
            <a:r>
              <a:rPr sz="1600" dirty="0"/>
              <a:t>• Cashless Billing: Real-time settlement via Government eCitizen </a:t>
            </a:r>
            <a:r>
              <a:rPr sz="1600" dirty="0" err="1"/>
              <a:t>Paybill</a:t>
            </a:r>
            <a:r>
              <a:rPr sz="1600" dirty="0"/>
              <a:t> 222222 gateway.</a:t>
            </a:r>
          </a:p>
          <a:p>
            <a:pPr>
              <a:spcAft>
                <a:spcPts val="400"/>
              </a:spcAft>
              <a:defRPr sz="1500" b="1"/>
            </a:pPr>
            <a:r>
              <a:rPr dirty="0"/>
              <a:t>Non-Functional Requirements: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Security: Role-Based Access Control, </a:t>
            </a:r>
            <a:r>
              <a:rPr sz="1600" dirty="0" err="1"/>
              <a:t>Bcrypt</a:t>
            </a:r>
            <a:r>
              <a:rPr sz="1600" dirty="0"/>
              <a:t> password hashing, and CSRF token defense.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Speed &amp; Performance: Sub-second page load times (&lt;1.5s) over the hospital Local Area Network.</a:t>
            </a:r>
          </a:p>
          <a:p>
            <a:pPr>
              <a:spcAft>
                <a:spcPts val="0"/>
              </a:spcAft>
              <a:defRPr sz="1300" b="0"/>
            </a:pPr>
            <a:r>
              <a:rPr sz="1600" dirty="0"/>
              <a:t>• Reliability: Automated daily database SQL backup scripts with manual admin trigger.</a:t>
            </a:r>
          </a:p>
        </p:txBody>
      </p:sp>
    </p:spTree>
    <p:extLst>
      <p:ext uri="{BB962C8B-B14F-4D97-AF65-F5344CB8AC3E}">
        <p14:creationId xmlns:p14="http://schemas.microsoft.com/office/powerpoint/2010/main" val="1898825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t>REFERENCES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Aft>
                <a:spcPts val="400"/>
              </a:spcAft>
              <a:defRPr sz="1300" b="0"/>
            </a:pPr>
            <a:r>
              <a:rPr sz="2000" dirty="0"/>
              <a:t>• Ministry of Health Kenya (2020). Standard Operating Procedures for Laboratory Services. Nairobi.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Ministry of Health Kenya (2016). Kenya National eHealth Policy 2016–2030. Nairobi: Government Printer.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World Health Organization (2021). Digital Health Intervention Frameworks. Geneva: WHO.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ISO 15189:2022. Medical Laboratories — Requirements for Quality and Competence.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Sommerville, I. (2016). Software Engineering (10th ed.). Boston: Pearson Education.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Kendall, K. E., &amp; Kendall, J. E. (2014). Systems Analysis and Design (9th ed.). Prentice Hall.</a:t>
            </a:r>
          </a:p>
          <a:p>
            <a:pPr>
              <a:spcAft>
                <a:spcPts val="0"/>
              </a:spcAft>
              <a:defRPr sz="1300" b="0"/>
            </a:pPr>
            <a:r>
              <a:rPr sz="2000" dirty="0"/>
              <a:t>• Kenya Law (2019). Data Protection Act, No. 24 of 2019. Nairobi: Government Printer.</a:t>
            </a:r>
          </a:p>
        </p:txBody>
      </p:sp>
    </p:spTree>
    <p:extLst>
      <p:ext uri="{BB962C8B-B14F-4D97-AF65-F5344CB8AC3E}">
        <p14:creationId xmlns:p14="http://schemas.microsoft.com/office/powerpoint/2010/main" val="38579955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0cnVlLCJXaWR0aCI6MC4wLCJIZWlnaHQiOjAuMCwiQm9yZGVyU3R5bGUiOnsiJGlkIjoiNTUiLCJMaW5lQ29sb3IiOm51bGwsIkxpbmVXZWlnaHQiOjAuMCwiTGluZVR5cGUiOjAsIlBhcmVudFN0eWxlIjpudWxsfSwiUGFyZW50U3R5bGUiOm51bGx9LCJMZWZ0RW5kQ2Fwc1N0eWxlIjp7IiRpZCI6IjU2IiwiRm9udFNldHRpbmdzIjp7IiRpZCI6IjU3IiwiRm9udFNpemUiOjE4LCJGb250TmFtZSI6IkNhbGlicmkiLCJJc0JvbGQiOnRydWUsIklzSXRhbGljIjpmYWxzZSwiSXNVbmRlcmxpbmVkIjpmYWxzZSwiUGFyZW50U3R5bGUiOm51bGx9LCJBdXRvU2l6ZSI6MCwiRm9yZWdyb3VuZCI6eyIkaWQiOiI1OCIsIkNvbG9yIjp7IiRpZCI6IjU5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jAiLCJUb3AiOjAuMCwiTGVmdCI6MjAuMCwiUmlnaHQiOjAuMCwiQm90dG9tIjowLjB9LCJQYWRkaW5nIjp7IiRpZCI6IjYxIiwiVG9wIjowLjAsIkxlZnQiOjAuMCwiUmlnaHQiOjAuMCwiQm90dG9tIjowLjB9LCJCYWNrZ3JvdW5kIjp7IiRpZCI6IjYyIiwiQ29sb3IiOnsiJGlkIjoiNjMiLCJBIjoyNTUsIlIiOjIzNywiRyI6MTI1LCJCIjo0OX19LCJJc1Zpc2libGUiOmZhbHNlLCJXaWR0aCI6MC4wLCJIZWlnaHQiOjAuMCwiQm9yZGVyU3R5bGUiOnsiJGlkIjoiNjQiLCJMaW5lQ29sb3IiOm51bGwsIkxpbmVXZWlnaHQiOjAuMCwiTGluZVR5cGUiOjAsIlBhcmVudFN0eWxlIjpudWxsfSwiUGFyZW50U3R5bGUiOm51bGx9LCJUb2RheVRleHRTdHlsZSI6eyIkaWQiOiI2NSIsIkZvbnRTZXR0aW5ncyI6eyIkaWQiOiI2NiIsIkZvbnRTaXplIjoxMiwiRm9udE5hbWUiOiJDYWxpYnJpIiwiSXNCb2xkIjpmYWxzZSwiSXNJdGFsaWMiOmZhbHNlLCJJc1VuZGVybGluZWQiOmZhbHNlLCJQYXJlbnRTdHlsZSI6bnVsbH0sIkF1dG9TaXplIjowLCJGb3JlZ3JvdW5kIjp7IiRpZCI6IjY3IiwiQ29sb3IiOnsiJGlkIjoiNjg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jkiLCJUb3AiOjAuMCwiTGVmdCI6MC4wLCJSaWdodCI6MC4wLCJCb3R0b20iOjAuMH0sIlBhZGRpbmciOnsiJGlkIjoiNzAiLCJUb3AiOjAuMCwiTGVmdCI6MC4wLCJSaWdodCI6MC4wLCJCb3R0b20iOjAuMH0sIkJhY2tncm91bmQiOnsiJGlkIjoiNzEiLCJDb2xvciI6eyIkaWQiOiI3MiIsIkEiOjI1NSwiUiI6MCwiRyI6MCwiQiI6MH19LCJJc1Zpc2libGUiOnRydWUsIldpZHRoIjowLjAsIkhlaWdodCI6MC4wLCJCb3JkZXJTdHlsZSI6eyIkaWQiOiI3MyIsIkxpbmVDb2xvciI6bnVsbCwiTGluZVdlaWdodCI6MC4wLCJMaW5lVHlwZSI6MCwiUGFyZW50U3R5bGUiOm51bGx9LCJQYXJlbnRTdHlsZSI6bnVsbH0sIlRvZGF5TWFya2VyU3R5bGUiOnsiJGlkIjoiNzQiLCJNYXJnaW4iOnsiJGlkIjoiNzUiLCJUb3AiOjAuMCwiTGVmdCI6MC4wLCJSaWdodCI6MC4wLCJCb3R0b20iOjAuMH0sIlBhZGRpbmciOnsiJGlkIjoiNzYiLCJUb3AiOjAuMCwiTGVmdCI6MC4wLCJSaWdodCI6MC4wLCJCb3R0b20iOjAuMH0sIkJhY2tncm91bmQiOnsiJGlkIjoiNzciLCJDb2xvciI6eyIkaWQiOiI3OCIsIkEiOjI1NSwiUiI6MjU1LCJHIjowLCJCIjowfX0sIklzVmlzaWJsZSI6dHJ1ZSwiV2lkdGgiOjAuMCwiSGVpZ2h0IjowLjAsIkJvcmRlclN0eWxlIjpudWxsLCJQYXJlbnRTdHlsZSI6bnVsbH0sIlNjYWxlU3R5bGUiOnsiJGlkIjoiNzkiLCJTaGFwZSI6MywiU2hvd1NlZ21lbnRTZXBhcmF0b3JzIjp0cnVlLCJTZWdtZW50U2VwYXJhdG9yT3BhY2l0eSI6MzAsIkhhc0JlZW5WaXNpYmxlQmVmb3JlIjpmYWxzZSwiRm9udFNldHRpbmdzIjp7IiRpZCI6IjgwIiwiRm9udFNpemUiOjEyLCJGb250TmFtZSI6IkNhbGlicmkiLCJJc0JvbGQiOmZhbHNlLCJJc0l0YWxpYyI6ZmFsc2UsIklzVW5kZXJsaW5lZCI6ZmFsc2UsIlBhcmVudFN0eWxlIjpudWxsfSwiQXV0b1NpemUiOjAsIkZvcmVncm91bmQiOnsiJGlkIjoiODEiLCJDb2xvciI6eyIkaWQiOiI4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4MyIsIlRvcCI6MC4wLCJMZWZ0Ijo0LjAsIlJpZ2h0Ijo0LjAsIkJvdHRvbSI6MC4wfSwiUGFkZGluZyI6eyIkaWQiOiI4NCIsIlRvcCI6MC4wLCJMZWZ0IjowLjAsIlJpZ2h0IjowLjAsIkJvdHRvbSI6MC4wfSwiQmFja2dyb3VuZCI6eyIkaWQiOiI4NSIsIkNvbG9yIjp7IiRpZCI6Ijg2IiwiQSI6MjU1LCJSIjoxNCwiRyI6NDAsIkIiOjY1fX0sIklzVmlzaWJsZSI6dHJ1ZSwiV2lkdGgiOjAuMCwiSGVpZ2h0IjowLjAsIkJvcmRlclN0eWxlIjp7IiRpZCI6Ijg3IiwiTGluZUNvbG9yIjpudWxsLCJMaW5lV2VpZ2h0IjowLjAsIkxpbmVUeXBlIjowLCJQYXJlbnRTdHlsZSI6bnVsbH0sIlBhcmVudFN0eWxlIjpudWxsfSwiU2luZ2xlU2NhbGVTaGFwZVN0eWxlIjp7IiRpZCI6Ijg4IiwiU2hhcGUiOjAsIkhlaWdodCI6MC4wfSwiTWlkZGxlVGllclNjYWxlU3R5bGUiOnsiJGlkIjoiODkiLCJTaGFwZSI6MywiU2hvd1NlZ21lbnRTZXBhcmF0b3JzIjp0cnVlLCJTZWdtZW50U2VwYXJhdG9yT3BhY2l0eSI6MzAsIkhhc0JlZW5WaXNpYmxlQmVmb3JlIjpmYWxzZSwiRm9udFNldHRpbmdzIjp7IiRpZCI6IjkwIiwiRm9udFNpemUiOjEyLCJGb250TmFtZSI6IkNhbGlicmkiLCJJc0JvbGQiOmZhbHNlLCJJc0l0YWxpYyI6ZmFsc2UsIklzVW5kZXJsaW5lZCI6ZmFsc2UsIlBhcmVudFN0eWxlIjpudWxsfSwiQXV0b1NpemUiOjAsIkZvcmVncm91bmQiOnsiJGlkIjoiOTEiLCJDb2xvciI6eyIkaWQiOiI5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5MyIsIlRvcCI6MC4wLCJMZWZ0Ijo0LjAsIlJpZ2h0Ijo0LjAsIkJvdHRvbSI6MC4wfSwiUGFkZGluZyI6eyIkaWQiOiI5NCIsIlRvcCI6MC4wLCJMZWZ0IjowLjAsIlJpZ2h0IjowLjAsIkJvdHRvbSI6MC4wfSwiQmFja2dyb3VuZCI6eyIkaWQiOiI5NSIsIkNvbG9yIjp7IiRpZCI6Ijk2IiwiQSI6MjU1LCJSIjoxNCwiRyI6NDAsIkIiOjY1fX0sIklzVmlzaWJsZSI6ZmFsc2UsIldpZHRoIjowLjAsIkhlaWdodCI6MC4wLCJCb3JkZXJTdHlsZSI6eyIkaWQiOiI5NyIsIkxpbmVDb2xvciI6bnVsbCwiTGluZVdlaWdodCI6MC4wLCJMaW5lVHlwZSI6MCwiUGFyZW50U3R5bGUiOm51bGx9LCJQYXJlbnRTdHlsZSI6bnVsbH0sIkJvdHRvbVRpZXJTY2FsZVN0eWxlIjp7IiRpZCI6Ijk4IiwiU2hhcGUiOjMsIlNob3dTZWdtZW50U2VwYXJhdG9ycyI6dHJ1ZSwiU2VnbWVudFNlcGFyYXRvck9wYWNpdHkiOjMwLCJIYXNCZWVuVmlzaWJsZUJlZm9yZSI6ZmFsc2UsIkZvbnRTZXR0aW5ncyI6eyIkaWQiOiI5OSIsIkZvbnRTaXplIjoxMiwiRm9udE5hbWUiOiJDYWxpYnJpIiwiSXNCb2xkIjpmYWxzZSwiSXNJdGFsaWMiOmZhbHNlLCJJc1VuZGVybGluZWQiOmZhbHNlLCJQYXJlbnRTdHlsZSI6bnVsbH0sIkF1dG9TaXplIjowLCJGb3JlZ3JvdW5kIjp7IiRpZCI6IjEwMCIsIkNvbG9yIjp7IiRpZCI6IjEwMS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xMDIiLCJUb3AiOjAuMCwiTGVmdCI6NC4wLCJSaWdodCI6NC4wLCJCb3R0b20iOjAuMH0sIlBhZGRpbmciOnsiJGlkIjoiMTAzIiwiVG9wIjowLjAsIkxlZnQiOjAuMCwiUmlnaHQiOjAuMCwiQm90dG9tIjowLjB9LCJCYWNrZ3JvdW5kIjp7IiRpZCI6IjEwNCIsIkNvbG9yIjp7IiRpZCI6IjEwNSIsIkEiOjI1NSwiUiI6MTQsIkciOjQwLCJCIjo2NX19LCJJc1Zpc2libGUiOmZhbHNlLCJXaWR0aCI6MC4wLCJIZWlnaHQiOjAuMCwiQm9yZGVyU3R5bGUiOnsiJGlkIjoiMTA2IiwiTGluZUNvbG9yIjpudWxsLCJMaW5lV2VpZ2h0IjowLjAsIkxpbmVUeXBlIjowLCJQYXJlbnRTdHlsZSI6bnVsbH0sIlBhcmVudFN0eWxlIjpudWxsfSwiRWxhcHNlZFRpbWVCYWNrZ3JvdW5kIjp7IiRpZCI6IjEwNyIsIkNvbG9yIjp7IiRpZCI6IjEwOCIsIkEiOjE5MSwiUiI6MjU1LCJHIjowLCJCIjowfX0sIkFwcGVuZFllYXJPblllYXJDaGFuZ2UiOmZhbHNlLCJFbGFwc2VkVGltZUZvcm1hdCI6MiwiVG9kYXlNYXJrZXJQb3NpdGlvbiI6MywiUXVpY2tQb3NpdGlvbiI6MywiQWJzb2x1dGVQb3NpdGlvbiI6NDA0LjEzNzU0My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2LTA4LTA3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TEtMjFUMDA6MDA6MDAiLCJFbmREYXRlIjoiMjAyNi0wOC0wN1QyMzo1OTowMFoiLCJQZXJjZW50YWdlQ29tcGxldGUiOm51bGwsIlN0eWxlIjp7IiRpZCI6IjEyNDUiLCJTaGFwZSI6MywiU2hhcGVUaGlja25lc3MiOjM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mZhbHNlLCJQZXJjZW50YWdlQ29tcGxldGVTaGFwZU9wYWNpdHkiOjM1LCJCYXNlbGluZVN0eWxlIjp7IiRpZCI6IjEyNzAiLCJTaGFwZVN0eWxlIjp7IiRpZCI6IjEyNzEiLCJNYXJnaW4iOnsiJGlkIjoiMTI3MiIsIlRvcCI6MC4wLCJMZWZ0IjowLjAsIlJpZ2h0IjowLjAsIkJvdHRvbSI6MC4wfSwiUGFkZGluZyI6eyIkaWQiOiIxMjczIiwiVG9wIjowLjAsIkxlZnQiOjAuMCwiUmlnaHQiOjAuMCwiQm90dG9tIjowLjB9LCJCYWNrZ3JvdW5kIjp7IiRpZCI6IjEyNzQiLCJDb2xvciI6eyIkaWQiOiIxMjc1IiwiQSI6MTUzLCJSIjowLCJHIjowLCJCIjowfX0sIklzVmlzaWJsZSI6dHJ1ZSwiV2lkdGgiOjAuMCwiSGVpZ2h0IjowLjAsIkJvcmRlclN0eWxlIjpudWxsLCJQYXJlbnRTdHlsZSI6bnVsbH0sIk1hcmdpbiI6eyIkaWQiOiIxMjc2IiwiVG9wIjowLjAsIkxlZnQiOjAuMCwiUmlnaHQiOjAuMCwiQm90dG9tIjowLjB9LCJQYWRkaW5nIjp7IiRpZCI6IjEyNzciLCJUb3AiOjAuMCwiTGVmdCI6MC4wLCJSaWdodCI6MC4wLCJCb3R0b20iOjAuMH0sIkJhY2tncm91bmQiOm51bGwsIklzVmlzaWJsZSI6dHJ1ZSwiV2lkdGgiOjAuMCwiSGVpZ2h0IjowLjAsIkJvcmRlclN0eWxlIjpudWxsLCJQYXJlbnRTdHlsZSI6bnVsbH0sIlNoYXBlU3R5bGUiOnsiJGlkIjoiMTI3OCIsIk1hcmdpbiI6eyIkaWQiOiIxMjc5IiwiVG9wIjowLjAsIkxlZnQiOjQuMCwiUmlnaHQiOjQuMCwiQm90dG9tIjowLjB9LCJQYWRkaW5nIjp7IiRpZCI6IjEyODAiLCJUb3AiOjAuMCwiTGVmdCI6MC4wLCJSaWdodCI6MC4wLCJCb3R0b20iOjAuMH0sIkJhY2tncm91bmQiOnsiJGlkIjoiMTI4MSIsIkNvbG9yIjp7IiRpZCI6IjEyODIiLCJBIjoyNTUsIlIiOjIxLCJHIjo5NiwiQiI6MTMwfX0sIklzVmlzaWJsZSI6dHJ1ZSwiV2lkdGgiOjAuMCwiSGVpZ2h0IjoyOC43MTk1MDU2MjcyMTE2NzQ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nRydWUsIlZhcmlhbmNlU3R5bGUiOnsiJGlkIjoiMTMwNiIsIlRleHRTdHlsZSI6eyIkaWQiOiIxMzA3IiwiRm9udFNldHRpbmdzIjp7IiRpZCI6IjEzMDgiLCJGb250U2l6ZSI6MTAsIkZvbnROYW1lIjoiQ2FsaWJyaSIsIklzQm9sZCI6ZmFsc2UsIklzSXRhbGljIjpmYWxzZSwiSXNVbmRlcmxpbmVkIjpmYWxzZSwiUGFyZW50U3R5bGUiOm51bGx9LCJBdXRvU2l6ZSI6MCwiRm9yZWdyb3VuZCI6eyIkaWQiOiIxMzA5IiwiQ29sb3IiOnsiJGlkIjoiMTM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ExIiwiVG9wIjowLjAsIkxlZnQiOjAuMCwiUmlnaHQiOjAuMCwiQm90dG9tIjowLjB9LCJQYWRkaW5nIjp7IiRpZCI6IjEzMTIiLCJUb3AiOjAuMCwiTGVmdCI6MC4wLCJSaWdodCI6MC4wLCJCb3R0b20iOjAuMH0sIkJhY2tncm91bmQiOnsiJGlkIjoiMTMxMyIsIkNvbG9yIjp7IiRpZCI6IjEzMTQiLCJBIjoyNTUsIlIiOjAsIkciOjAsIkIiOjB9fSwiSXNWaXNpYmxlIjp0cnVlLCJXaWR0aCI6MC4wLCJIZWlnaHQiOjAuMCwiQm9yZGVyU3R5bGUiOnsiJGlkIjoiMTMxNSIsIkxpbmVDb2xvciI6bnVsbCwiTGluZVdlaWdodCI6MC4wLCJMaW5lVHlwZSI6MCwiUGFyZW50U3R5bGUiOm51bGx9LCJQYXJlbnRTdHlsZSI6bnVsbH0sIlBhcmVudFN0eWxlIjpudWxsfSwiUGFyZW50U3R5bGUiOm51bGx9LCJJbmRleCI6MCwiU21hcnREdXJhdGlvbkFjdGl2YXRlZCI6ZmFsc2UsIkRhdGVGb3JtYXQiOnsiJHJlZiI6IjEzMDQifSwiV2Vla051bWJlcmluZyI6eyIkaWQiOiIxMzE2IiwiRm9ybWF0IjowLCJJc1Zpc2libGUiOmZhbHNlLCJMYXN0S25vd25WaXNpYmlsaXR5U3RhdGUiOmZhbHNlfSwiQmFzZWxpbmVEYXRhIjp7IiRpZCI6IjEzMTciLCJTdGFydERhdGUiOiIyMDI1LTExLTIxVDAwOjAwOjAwIiwiRW5kRGF0ZSI6IjIwMjYtMDgtMDdUMjM6NTk6MDAifSwiSWQiOiI3YTZhOWQwOS1jMGZjLTQ1NjAtODExMi05ZWUzNjQ1YTViZTEiLCJJbXBvcnRJZCI6bnVsbCwiVGl0bGUiOiJGdWxsIFN5c3RlbSBEb2N1bWVudGF0aW9uIiwiTm90ZSI6bnVsbCwiSHlwZXJsaW5rIjp7IiRpZCI6IjEzMTgiLCJBZGRyZXNzIjoiIiwiU3ViQWRkcmVzcyI6IiJ9LCJJc0NoYW5nZWQiOmZhbHNlLCJJc05ldyI6ZmFsc2V9LHsiJGlkIjoiMTMxOSIsIkdyb3VwTmFtZSI6bnVsbCwiU3RhcnREYXRlIjoiMjAyNS0xMS0yMVQwMDowMDowMCIsIkVuZERhdGUiOiIyMDI1LTEyLTA0VDIzOjU5OjAwWiIsIlBlcmNlbnRhZ2VDb21wbGV0ZSI6bnVsbCwiU3R5bGUiOnsiJGlkIjoiMTMyMCIsIlNoYXBlIjozLCJTaGFwZVRoaWNrbmVzcyI6MywiRHVyYXRpb25Gb3JtYXQiOjAsIkluY2x1ZGVOb25Xb3JraW5nRGF5c0luRHVyYXRpb24iOmZhbHNlLCJQZXJjZW50YWdlQ29tcGxldGVTdHlsZSI6eyIkaWQiOiIxMzIxIiwiRm9udFNldHRpbmdzIjp7IiRpZCI6IjEzMjIiLCJGb250U2l6ZSI6MTAsIkZvbnROYW1lIjoiQ2FsaWJyaSIsIklzQm9sZCI6ZmFsc2UsIklzSXRhbGljIjpmYWxzZSwiSXNVbmRlcmxpbmVkIjpmYWxzZSwiUGFyZW50U3R5bGUiOm51bGx9LCJBdXRvU2l6ZSI6MCwiRm9yZWdyb3VuZCI6eyIkaWQiOiIxMzIzIiwiQ29sb3IiOnsiJGlkIjoiMTMy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MzI1IiwiVG9wIjowLjAsIkxlZnQiOjAuMCwiUmlnaHQiOjAuMCwiQm90dG9tIjowLjB9LCJQYWRkaW5nIjp7IiRpZCI6IjEzMjYiLCJUb3AiOjAuMCwiTGVmdCI6MC4wLCJSaWdodCI6MC4wLCJCb3R0b20iOjAuMH0sIkJhY2tncm91bmQiOnsiJGlkIjoiMTMyNyIsIkNvbG9yIjp7IiRpZCI6IjEzMjgiLCJBIjo4OSwiUiI6MCwiRyI6MCwiQiI6MH19LCJJc1Zpc2libGUiOnRydWUsIldpZHRoIjowLjAsIkhlaWdodCI6MC4wLCJCb3JkZXJTdHlsZSI6eyIkaWQiOiIxMzI5IiwiTGluZUNvbG9yIjpudWxsLCJMaW5lV2VpZ2h0IjowLjAsIkxpbmVUeXBlIjowLCJQYXJlbnRTdHlsZSI6bnVsbH0sIlBhcmVudFN0eWxlIjpudWxsfSwiRHVyYXRpb25TdHlsZSI6eyIkaWQiOiIxMzMwIiwiRm9udFNldHRpbmdzIjp7IiRpZCI6IjEzMzEiLCJGb250U2l6ZSI6MTAsIkZvbnROYW1lIjoiQ2FsaWJyaSIsIklzQm9sZCI6ZmFsc2UsIklzSXRhbGljIjpmYWxzZSwiSXNVbmRlcmxpbmVkIjpmYWxzZSwiUGFyZW50U3R5bGUiOm51bGx9LCJBdXRvU2l6ZSI6MCwiRm9yZWdyb3VuZCI6eyIkaWQiOiIxMzMyIiwiQ29sb3IiOnsiJGlkIjoiMTMz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zMzQiLCJUb3AiOjAuMCwiTGVmdCI6MC4wLCJSaWdodCI6MC4wLCJCb3R0b20iOjAuMH0sIlBhZGRpbmciOnsiJGlkIjoiMTMzNSIsIlRvcCI6MC4wLCJMZWZ0IjowLjAsIlJpZ2h0IjowLjAsIkJvdHRvbSI6MC4wfSwiQmFja2dyb3VuZCI6eyIkaWQiOiIxMzM2IiwiQ29sb3IiOnsiJGlkIjoiMTMzNyIsIkEiOjI1NSwiUiI6MjM3LCJHIjoxMjUsIkIiOjQ5fX0sIklzVmlzaWJsZSI6dHJ1ZSwiV2lkdGgiOjAuMCwiSGVpZ2h0IjowLjAsIkJvcmRlclN0eWxlIjp7IiRpZCI6IjEzMzgiLCJMaW5lQ29sb3IiOm51bGwsIkxpbmVXZWlnaHQiOjAuMCwiTGluZVR5cGUiOjAsIlBhcmVudFN0eWxlIjpudWxsfSwiUGFyZW50U3R5bGUiOm51bGx9LCJIb3Jpem9udGFsQ29ubmVjdG9yU3R5bGUiOnsiJGlkIjoiMTMzOSIsIkxpbmVDb2xvciI6eyIkaWQiOiIxMzQwIiwiJHR5cGUiOiJOTFJFLkNvbW1vbi5Eb20uU29saWRDb2xvckJydXNoLCBOTFJFLkNvbW1vbiIsIkNvbG9yIjp7IiRpZCI6IjEzNDEiLCJBIjo1MSwiUiI6MjEsIkciOjk2LCJCIjoxMzB9fSwiTGluZVdlaWdodCI6MS4wLCJMaW5lVHlwZSI6MCwiUGFyZW50U3R5bGUiOm51bGx9LCJWZXJ0aWNhbENvbm5lY3RvclN0eWxlIjp7IiRpZCI6IjEzNDIiLCJMaW5lQ29sb3IiOnsiJGlkIjoiMTM0MyIsIiR0eXBlIjoiTkxSRS5Db21tb24uRG9tLlNvbGlkQ29sb3JCcnVzaCwgTkxSRS5Db21tb24iLCJDb2xvciI6eyIkaWQiOiIxMzQ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IxLjc5MTYwMTY1OTAyMjM0OCwiQm9yZGVyU3R5bGUiOnsiJGlkIjoiMTM1OCIsIkxpbmVDb2xvciI6eyIkaWQiOiIxMzU5IiwiJHR5cGUiOiJOTFJFLkNvbW1vbi5Eb20uU29saWRDb2xvckJydXNoLCBOTFJFLkNvbW1vbiIsIkNvbG9yIjp7IiRpZCI6IjEzNjAiLCJBIjoyNTUsIlIiOjIzNCwiRyI6MjIsIkIiOjMwfX0sIkxpbmVXZWlnaHQiOjAuMCwiTGluZVR5cGUiOjAsIlBhcmVudFN0eWxlIjpudWxsfSwiUGFyZW50U3R5bGUiOm51bGx9LCJUaXRsZVN0eWxlIjp7IiRpZCI6IjEzNjEiLCJGb250U2V0dGluZ3MiOnsiJGlkIjoiMTM2MiIsIkZvbnRTaXplIjoxMSwiRm9udE5hbWUiOiJDYWxpYnJpIiwiSXNCb2xkIjpmYWxzZSwiSXNJdGFsaWMiOmZhbHNlLCJJc1VuZGVybGluZWQiOmZhbHNlLCJQYXJlbnRTdHlsZSI6bnVsbH0sIkF1dG9TaXplIjowLCJGb3JlZ3JvdW5kIjp7IiRpZCI6IjEzNjMiLCJDb2xvciI6eyIkaWQiOiIxMz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zNjUiLCJUb3AiOjAuMCwiTGVmdCI6MC4wLCJSaWdodCI6MC4wLCJCb3R0b20iOjAuMH0sIlBhZGRpbmciOnsiJGlkIjoiMTM2NiIsIlRvcCI6MC4wLCJMZWZ0IjowLjAsIlJpZ2h0IjowLjAsIkJvdHRvbSI6MC4wfSwiQmFja2dyb3VuZCI6eyIkaWQiOiIxMzY3IiwiQ29sb3IiOnsiJGlkIjoiMTM2OCIsIkEiOjAsIlIiOjI1NSwiRyI6MjU1LCJCIjoyNTV9fSwiSXNWaXNpYmxlIjp0cnVlLCJXaWR0aCI6MC4wLCJIZWlnaHQiOjAuMCwiQm9yZGVyU3R5bGUiOnsiJGlkIjoiMTM2OSIsIkxpbmVDb2xvciI6bnVsbCwiTGluZVdlaWdodCI6MC4wLCJMaW5lVHlwZSI6MCwiUGFyZW50U3R5bGUiOm51bGx9LCJQYXJlbnRTdHlsZSI6bnVsbH0sIkRhdGVTdHlsZSI6eyIkaWQiOiIxMzcwIiwiRm9udFNldHRpbmdzIjp7IiRpZCI6IjEzNzEiLCJGb250U2l6ZSI6MTAsIkZvbnROYW1lIjoiQ2FsaWJyaSIsIklzQm9sZCI6ZmFsc2UsIklzSXRhbGljIjpmYWxzZSwiSXNVbmRlcmxpbmVkIjpmYWxzZSwiUGFyZW50U3R5bGUiOm51bGx9LCJBdXRvU2l6ZSI6MCwiRm9yZWdyb3VuZCI6eyIkaWQiOiIxMzcyIiwiQ29sb3IiOnsiJGlkIjoiMTM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Mzc0IiwiVG9wIjowLjAsIkxlZnQiOjAuMCwiUmlnaHQiOjAuMCwiQm90dG9tIjowLjB9LCJQYWRkaW5nIjp7IiRpZCI6IjEzNzUiLCJUb3AiOjAuMCwiTGVmdCI6MC4wLCJSaWdodCI6MC4wLCJCb3R0b20iOjAuMH0sIkJhY2tncm91bmQiOnsiJGlkIjoiMTM3NiIsIkNvbG9yIjp7IiRpZCI6IjEzNzciLCJBIjowLCJSIjoyNTUsIkciOjI1NSwiQiI6MjU1fX0sIklzVmlzaWJsZSI6dHJ1ZSwiV2lkdGgiOjAuMCwiSGVpZ2h0IjowLjAsIkJvcmRlclN0eWxlIjp7IiRpZCI6IjEzNzgiLCJMaW5lQ29sb3IiOm51bGwsIkxpbmVXZWlnaHQiOjAuMCwiTGluZVR5cGUiOjAsIlBhcmVudFN0eWxlIjpudWxsfSwiUGFyZW50U3R5bGUiOm51bGx9LCJEYXRlRm9ybWF0Ijp7IiRpZCI6IjEz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M4MCIsIkZvcm1hdCI6MCwiSXNWaXNpYmxlIjpmYWxzZSwiTGFzdEtub3duVmlzaWJpbGl0eVN0YXRlIjpmYWxzZX0sIklzVmlzaWJsZSI6dHJ1ZSwiVmFyaWFuY2VTdHlsZSI6eyIkaWQiOiIxMzgxIiwiVGV4dFN0eWxlIjp7IiRpZCI6IjEzODIiLCJGb250U2V0dGluZ3MiOnsiJGlkIjoiMTM4MyIsIkZvbnRTaXplIjoxMCwiRm9udE5hbWUiOiJDYWxpYnJpIiwiSXNCb2xkIjpmYWxzZSwiSXNJdGFsaWMiOmZhbHNlLCJJc1VuZGVybGluZWQiOmZhbHNlLCJQYXJlbnRTdHlsZSI6bnVsbH0sIkF1dG9TaXplIjowLCJGb3JlZ3JvdW5kIjp7IiRpZCI6IjEzODQiLCJDb2xvciI6eyIkaWQiOiIxMz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ODYiLCJUb3AiOjAuMCwiTGVmdCI6MC4wLCJSaWdodCI6MC4wLCJCb3R0b20iOjAuMH0sIlBhZGRpbmciOnsiJGlkIjoiMTM4NyIsIlRvcCI6MC4wLCJMZWZ0IjowLjAsIlJpZ2h0IjowLjAsIkJvdHRvbSI6MC4wfSwiQmFja2dyb3VuZCI6eyIkaWQiOiIxMzg4IiwiQ29sb3IiOnsiJGlkIjoiMTM4OSIsIkEiOjI1NSwiUiI6MCwiRyI6MCwiQiI6MH19LCJJc1Zpc2libGUiOnRydWUsIldpZHRoIjowLjAsIkhlaWdodCI6MC4wLCJCb3JkZXJTdHlsZSI6eyIkaWQiOiIxMzkwIiwiTGluZUNvbG9yIjpudWxsLCJMaW5lV2VpZ2h0IjowLjAsIkxpbmVUeXBlIjowLCJQYXJlbnRTdHlsZSI6bnVsbH0sIlBhcmVudFN0eWxlIjpudWxsfSwiUGFyZW50U3R5bGUiOm51bGx9LCJQYXJlbnRTdHlsZSI6bnVsbH0sIkluZGV4IjoxLCJTbWFydER1cmF0aW9uQWN0aXZhdGVkIjpmYWxzZSwiRGF0ZUZvcm1hdCI6eyIkcmVmIjoiMTM3OSJ9LCJXZWVrTnVtYmVyaW5nIjp7IiRpZCI6IjEzOTEiLCJGb3JtYXQiOjAsIklzVmlzaWJsZSI6ZmFsc2UsIkxhc3RLbm93blZpc2liaWxpdHlTdGF0ZSI6ZmFsc2V9LCJCYXNlbGluZURhdGEiOnsiJGlkIjoiMTM5MiIsIlN0YXJ0RGF0ZSI6IjIwMjUtMTEtMjFUMDA6MDA6MDAiLCJFbmREYXRlIjoiMjAyNS0xMi0wNFQyMzo1OTowMCJ9LCJJZCI6IjhlNTRmYzA5LTE4NDUtNDNkYy05YTI5LTY5YTRhNTdhYmJjYyIsIkltcG9ydElkIjpudWxsLCJUaXRsZSI6IkNvbWluZyB1cCB3aXRoIHByb2plY3QgdGl0bGUgYW5kIERyYWZ0aW5nIENvbmNlcHQgUGFwZXIiLCJOb3RlIjpudWxsLCJIeXBlcmxpbmsiOnsiJGlkIjoiMTM5MyIsIkFkZHJlc3MiOiIiLCJTdWJBZGRyZXNzIjoiIn0sIklzQ2hhbmdlZCI6ZmFsc2UsIklzTmV3IjpmYWxzZX0seyIkaWQiOiIxMzk0IiwiR3JvdXBOYW1lIjpudWxsLCJTdGFydERhdGUiOiIyMDI1LTEyLTA1VDAwOjAwOjAwIiwiRW5kRGF0ZSI6IjIwMjYtMDEtMDFUMjM6NTk6MDBaIiwiUGVyY2VudGFnZUNvbXBsZXRlIjpudWxsLCJTdHlsZSI6eyIkaWQiOiIxMzk1IiwiU2hhcGUiOjMsIlNoYXBlVGhpY2tuZXNzIjoz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DIwIiwiU2hhcGVTdHlsZSI6eyIkaWQiOiIxNDIxIiwiTWFyZ2luIjp7IiRpZCI6IjE0MjIiLCJUb3AiOjAuMCwiTGVmdCI6MC4wLCJSaWdodCI6MC4wLCJCb3R0b20iOjAuMH0sIlBhZGRpbmciOnsiJGlkIjoiMTQyMyIsIlRvcCI6MC4wLCJMZWZ0IjowLjAsIlJpZ2h0IjowLjAsIkJvdHRvbSI6MC4wfSwiQmFja2dyb3VuZCI6eyIkaWQiOiIxNDI0IiwiQ29sb3IiOnsiJGlkIjoiMTQyNSIsIkEiOjE1MywiUiI6MCwiRyI6MCwiQiI6MH19LCJJc1Zpc2libGUiOnRydWUsIldpZHRoIjowLjAsIkhlaWdodCI6MC4wLCJCb3JkZXJTdHlsZSI6bnVsbCwiUGFyZW50U3R5bGUiOm51bGx9LCJNYXJnaW4iOnsiJGlkIjoiMTQyNiIsIlRvcCI6MC4wLCJMZWZ0IjowLjAsIlJpZ2h0IjowLjAsIkJvdHRvbSI6MC4wfSwiUGFkZGluZyI6eyIkaWQiOiIxNDI3IiwiVG9wIjowLjAsIkxlZnQiOjAuMCwiUmlnaHQiOjAuMCwiQm90dG9tIjowLjB9LCJCYWNrZ3JvdW5kIjpudWxsLCJJc1Zpc2libGUiOnRydWUsIldpZHRoIjowLjAsIkhlaWdodCI6MC4wLCJCb3JkZXJTdHlsZSI6bnVsbCwiUGFyZW50U3R5bGUiOm51bGx9LCJTaGFwZVN0eWxlIjp7IiRpZCI6IjE0MjgiLCJNYXJnaW4iOnsiJGlkIjoiMTQyOSIsIlRvcCI6MC4wLCJMZWZ0Ijo0LjAsIlJpZ2h0Ijo0LjAsIkJvdHRvbSI6MC4wfSwiUGFkZGluZyI6eyIkaWQiOiIxNDMwIiwiVG9wIjowLjAsIkxlZnQiOjAuMCwiUmlnaHQiOjAuMCwiQm90dG9tIjowLjB9LCJCYWNrZ3JvdW5kIjp7IiRpZCI6IjE0MzEiLCJDb2xvciI6eyIkaWQiOiIxNDMyIiwiQSI6MjU1LCJSIjoyMSwiRyI6OTYsIkIiOjEzMH19LCJJc1Zpc2libGUiOnRydWUsIldpZHRoIjowLjAsIkhlaWdodCI6MjcuNDM5OTk5NTU1ODIwNTIx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0cnVlLCJWYXJpYW5jZVN0eWxlIjp7IiRpZCI6IjE0NTYiLCJUZXh0U3R5bGUiOnsiJGlkIjoiMTQ1NyIsIkZvbnRTZXR0aW5ncyI6eyIkaWQiOiIxNDU4IiwiRm9udFNpemUiOjEwLCJGb250TmFtZSI6IkNhbGlicmkiLCJJc0JvbGQiOmZhbHNlLCJJc0l0YWxpYyI6ZmFsc2UsIklzVW5kZXJsaW5lZCI6ZmFsc2UsIlBhcmVudFN0eWxlIjpudWxsfSwiQXV0b1NpemUiOjAsIkZvcmVncm91bmQiOnsiJGlkIjoiMTQ1OSIsIkNvbG9yIjp7IiRpZCI6IjE0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Q2MSIsIlRvcCI6MC4wLCJMZWZ0IjowLjAsIlJpZ2h0IjowLjAsIkJvdHRvbSI6MC4wfSwiUGFkZGluZyI6eyIkaWQiOiIxNDYyIiwiVG9wIjowLjAsIkxlZnQiOjAuMCwiUmlnaHQiOjAuMCwiQm90dG9tIjowLjB9LCJCYWNrZ3JvdW5kIjp7IiRpZCI6IjE0NjMiLCJDb2xvciI6eyIkaWQiOiIxNDY0IiwiQSI6MjU1LCJSIjowLCJHIjowLCJCIjowfX0sIklzVmlzaWJsZSI6dHJ1ZSwiV2lkdGgiOjAuMCwiSGVpZ2h0IjowLjAsIkJvcmRlclN0eWxlIjp7IiRpZCI6IjE0NjUiLCJMaW5lQ29sb3IiOm51bGwsIkxpbmVXZWlnaHQiOjAuMCwiTGluZVR5cGUiOjAsIlBhcmVudFN0eWxlIjpudWxsfSwiUGFyZW50U3R5bGUiOm51bGx9LCJQYXJlbnRTdHlsZSI6bnVsbH0sIlBhcmVudFN0eWxlIjpudWxsfSwiSW5kZXgiOjIsIlNtYXJ0RHVyYXRpb25BY3RpdmF0ZWQiOmZhbHNlLCJEYXRlRm9ybWF0Ijp7IiRyZWYiOiIxNDU0In0sIldlZWtOdW1iZXJpbmciOnsiJGlkIjoiMTQ2NiIsIkZvcm1hdCI6MCwiSXNWaXNpYmxlIjpmYWxzZSwiTGFzdEtub3duVmlzaWJpbGl0eVN0YXRlIjpmYWxzZX0sIkJhc2VsaW5lRGF0YSI6eyIkaWQiOiIxNDY3IiwiU3RhcnREYXRlIjoiMjAyNS0xMi0wNVQwMDowMDowMCIsIkVuZERhdGUiOiIyMDI2LTAxLTAxVDIzOjU5OjAwIn0sIklkIjoiZmY4NmM4ZWEtOWM5MC00YzZiLThmMDktMGE2NGE0ODM4MDA2IiwiSW1wb3J0SWQiOm51bGwsIlRpdGxlIjoiV3JpdGluZyBDaGFwdGVyIDEgJiBQcm9wb3NhbCIsIk5vdGUiOm51bGwsIkh5cGVybGluayI6eyIkaWQiOiIxNDY4IiwiQWRkcmVzcyI6IiIsIlN1YkFkZHJlc3MiOiIifSwiSXNDaGFuZ2VkIjpmYWxzZSwiSXNOZXciOmZhbHNlfSx7IiRpZCI6IjE0NjkiLCJHcm91cE5hbWUiOm51bGwsIlN0YXJ0RGF0ZSI6IjIwMjYtMDEtMDJUMDA6MDA6MDAiLCJFbmREYXRlIjoiMjAyNi0wMS0yOVQyMzo1OTowMFoiLCJQZXJjZW50YWdlQ29tcGxldGUiOm51bGwsIlN0eWxlIjp7IiRpZCI6IjE0NzAiLCJTaGFwZSI6MywiU2hhcGVUaGlja25lc3MiOjM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0OTUiLCJTaGFwZVN0eWxlIjp7IiRpZCI6IjE0OTYiLCJNYXJnaW4iOnsiJGlkIjoiMTQ5NyIsIlRvcCI6MC4wLCJMZWZ0IjowLjAsIlJpZ2h0IjowLjAsIkJvdHRvbSI6MC4wfSwiUGFkZGluZyI6eyIkaWQiOiIxNDk4IiwiVG9wIjowLjAsIkxlZnQiOjAuMCwiUmlnaHQiOjAuMCwiQm90dG9tIjowLjB9LCJCYWNrZ3JvdW5kIjp7IiRpZCI6IjE0OTkiLCJDb2xvciI6eyIkaWQiOiIxNTAwIiwiQSI6MTUzLCJSIjowLCJHIjowLCJCIjowfX0sIklzVmlzaWJsZSI6dHJ1ZSwiV2lkdGgiOjAuMCwiSGVpZ2h0IjowLjAsIkJvcmRlclN0eWxlIjpudWxsLCJQYXJlbnRTdHlsZSI6bnVsbH0sIk1hcmdpbiI6eyIkaWQiOiIxNTAxIiwiVG9wIjowLjAsIkxlZnQiOjAuMCwiUmlnaHQiOjAuMCwiQm90dG9tIjowLjB9LCJQYWRkaW5nIjp7IiRpZCI6IjE1MDIiLCJUb3AiOjAuMCwiTGVmdCI6MC4wLCJSaWdodCI6MC4wLCJCb3R0b20iOjAuMH0sIkJhY2tncm91bmQiOm51bGwsIklzVmlzaWJsZSI6dHJ1ZSwiV2lkdGgiOjAuMCwiSGVpZ2h0IjowLjAsIkJvcmRlclN0eWxlIjpudWxsLCJQYXJlbnRTdHlsZSI6bnVsbH0sIlNoYXBlU3R5bGUiOnsiJGlkIjoiMTUwMyIsIk1hcmdpbiI6eyIkaWQiOiIxNTA0IiwiVG9wIjowLjAsIkxlZnQiOjQuMCwiUmlnaHQiOjQuMCwiQm90dG9tIjowLjB9LCJQYWRkaW5nIjp7IiRpZCI6IjE1MDUiLCJUb3AiOjAuMCwiTGVmdCI6MC4wLCJSaWdodCI6MC4wLCJCb3R0b20iOjAuMH0sIkJhY2tncm91bmQiOnsiJGlkIjoiMTUwNiIsIkNvbG9yIjp7IiRpZCI6IjE1MDciLCJBIjoyNTUsIlIiOjIxLCJHIjo5NiwiQiI6MTMwfX0sIklzVmlzaWJsZSI6dHJ1ZSwiV2lkdGgiOjAuMCwiSGVpZ2h0IjoyNi4xMjM0NTYyNDE3NTM5LCJCb3JkZXJTdHlsZSI6eyIkaWQiOiIxNTA4IiwiTGluZUNvbG9yIjp7IiRpZCI6IjE1MDkiLCIkdHlwZSI6Ik5MUkUuQ29tbW9uLkRvbS5Tb2xpZENvbG9yQnJ1c2gsIE5MUkUuQ29tbW9uIiwiQ29sb3IiOnsiJGlkIjoiMTUxMCIsIkEiOjI1NSwiUiI6MjM0LCJHIjoyMiwiQiI6MzB9fSwiTGluZVdlaWdodCI6MC4wLCJMaW5lVHlwZSI6MCwiUGFyZW50U3R5bGUiOm51bGx9LCJQYXJlbnRTdHlsZSI6bnVsbH0sIlRpdGxlU3R5bGUiOnsiJGlkIjoiMTUxMSIsIkZvbnRTZXR0aW5ncyI6eyIkaWQiOiIxNTEyIiwiRm9udFNpemUiOjExLCJGb250TmFtZSI6IkNhbGlicmkiLCJJc0JvbGQiOmZhbHNlLCJJc0l0YWxpYyI6ZmFsc2UsIklzVW5kZXJsaW5lZCI6ZmFsc2UsIlBhcmVudFN0eWxlIjpudWxsfSwiQXV0b1NpemUiOjAsIkZvcmVncm91bmQiOnsiJGlkIjoiMTUxMyIsIkNvbG9yIjp7IiRpZCI6IjE1MTQ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xNSIsIlRvcCI6MC4wLCJMZWZ0IjowLjAsIlJpZ2h0IjowLjAsIkJvdHRvbSI6MC4wfSwiUGFkZGluZyI6eyIkaWQiOiIxNTE2IiwiVG9wIjowLjAsIkxlZnQiOjAuMCwiUmlnaHQiOjAuMCwiQm90dG9tIjowLjB9LCJCYWNrZ3JvdW5kIjp7IiRpZCI6IjE1MTciLCJDb2xvciI6eyIkaWQiOiIxNTE4IiwiQSI6MCwiUiI6MjU1LCJHIjoyNTUsIkIiOjI1NX19LCJJc1Zpc2libGUiOnRydWUsIldpZHRoIjowLjAsIkhlaWdodCI6MC4wLCJCb3JkZXJTdHlsZSI6eyIkaWQiOiIxNTE5IiwiTGluZUNvbG9yIjpudWxsLCJMaW5lV2VpZ2h0IjowLjAsIkxpbmVUeXBlIjowLCJQYXJlbnRTdHlsZSI6bnVsbH0sIlBhcmVudFN0eWxlIjpudWxsfSwiRGF0ZVN0eWxlIjp7IiRpZCI6IjE1MjAiLCJGb250U2V0dGluZ3MiOnsiJGlkIjoiMTUyMSIsIkZvbnRTaXplIjoxMCwiRm9udE5hbWUiOiJDYWxpYnJpIiwiSXNCb2xkIjpmYWxzZSwiSXNJdGFsaWMiOmZhbHNlLCJJc1VuZGVybGluZWQiOmZhbHNlLCJQYXJlbnRTdHlsZSI6bnVsbH0sIkF1dG9TaXplIjowLCJGb3JlZ3JvdW5kIjp7IiRpZCI6IjE1MjIiLCJDb2xvciI6eyIkaWQiOiIxNTI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MjQiLCJUb3AiOjAuMCwiTGVmdCI6MC4wLCJSaWdodCI6MC4wLCJCb3R0b20iOjAuMH0sIlBhZGRpbmciOnsiJGlkIjoiMTUyNSIsIlRvcCI6MC4wLCJMZWZ0IjowLjAsIlJpZ2h0IjowLjAsIkJvdHRvbSI6MC4wfSwiQmFja2dyb3VuZCI6eyIkaWQiOiIxNTI2IiwiQ29sb3IiOnsiJGlkIjoiMTUyNyIsIkEiOjAsIlIiOjI1NSwiRyI6MjU1LCJCIjoyNTV9fSwiSXNWaXNpYmxlIjp0cnVlLCJXaWR0aCI6MC4wLCJIZWlnaHQiOjAuMCwiQm9yZGVyU3R5bGUiOnsiJGlkIjoiMTUyOCIsIkxpbmVDb2xvciI6bnVsbCwiTGluZVdlaWdodCI6MC4wLCJMaW5lVHlwZSI6MCwiUGFyZW50U3R5bGUiOm51bGx9LCJQYXJlbnRTdHlsZSI6bnVsbH0sIkRhdGVGb3JtYXQiOnsiJGlkIjoiMTUy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MwIiwiRm9ybWF0IjowLCJJc1Zpc2libGUiOmZhbHNlLCJMYXN0S25vd25WaXNpYmlsaXR5U3RhdGUiOmZhbHNlfSwiSXNWaXNpYmxlIjp0cnV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i0wMS0wMlQwMDowMDowMCIsIkVuZERhdGUiOiIyMDI2LTAxLTI5VDIzOjU5OjAwIn0sIklkIjoiZWYzNjUwYTctYzVlMi00MzBmLTkwZTItN2M1NWNkMDdmMDYwIiwiSW1wb3J0SWQiOm51bGwsIlRpdGxlIjoiTGl0ZXJhdHVyZSBSZXZpZXcgKENoYXAgMikiLCJOb3RlIjpudWxsLCJIeXBlcmxpbmsiOnsiJGlkIjoiMTU0MyIsIkFkZHJlc3MiOiIiLCJTdWJBZGRyZXNzIjoiIn0sIklzQ2hhbmdlZCI6ZmFsc2UsIklzTmV3IjpmYWxzZX0seyIkaWQiOiIxNTQ0IiwiR3JvdXBOYW1lIjpudWxsLCJTdGFydERhdGUiOiIyMDI2LTAxLTMwVDAwOjAwOjAwWiIsIkVuZERhdGUiOiIyMDI2LTAyLTI2VDIzOjU5OjAwWiIsIlBlcmNlbnRhZ2VDb21wbGV0ZSI6bnVsbCwiU3R5bGUiOnsiJGlkIjoiMTU0NSIsIlNoYXBlIjozLCJTaGFwZVRoaWNrbmVzcyI6My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U3MCIsIlNoYXBlU3R5bGUiOnsiJGlkIjoiMTU3MSIsIk1hcmdpbiI6eyIkaWQiOiIxNTcyIiwiVG9wIjowLjAsIkxlZnQiOjAuMCwiUmlnaHQiOjAuMCwiQm90dG9tIjowLjB9LCJQYWRkaW5nIjp7IiRpZCI6IjE1NzMiLCJUb3AiOjAuMCwiTGVmdCI6MC4wLCJSaWdodCI6MC4wLCJCb3R0b20iOjAuMH0sIkJhY2tncm91bmQiOnsiJGlkIjoiMTU3NCIsIkNvbG9yIjp7IiRpZCI6IjE1NzUiLCJBIjoxNTMsIlIiOjAsIkciOjAsIkIiOjB9fSwiSXNWaXNpYmxlIjp0cnVlLCJXaWR0aCI6MC4wLCJIZWlnaHQiOjAuMCwiQm9yZGVyU3R5bGUiOm51bGwsIlBhcmVudFN0eWxlIjpudWxsfSwiTWFyZ2luIjp7IiRpZCI6IjE1NzYiLCJUb3AiOjAuMCwiTGVmdCI6MC4wLCJSaWdodCI6MC4wLCJCb3R0b20iOjAuMH0sIlBhZGRpbmciOnsiJGlkIjoiMTU3NyIsIlRvcCI6MC4wLCJMZWZ0IjowLjAsIlJpZ2h0IjowLjAsIkJvdHRvbSI6MC4wfSwiQmFja2dyb3VuZCI6bnVsbCwiSXNWaXNpYmxlIjp0cnVlLCJXaWR0aCI6MC4wLCJIZWlnaHQiOjAuMCwiQm9yZGVyU3R5bGUiOm51bGwsIlBhcmVudFN0eWxlIjpudWxsfSwiU2hhcGVTdHlsZSI6eyIkaWQiOiIxNTc4IiwiTWFyZ2luIjp7IiRpZCI6IjE1NzkiLCJUb3AiOjAuMCwiTGVmdCI6NC4wLCJSaWdodCI6NC4wLCJCb3R0b20iOjAuMH0sIlBhZGRpbmciOnsiJGlkIjoiMTU4MCIsIlRvcCI6MC4wLCJMZWZ0IjowLjAsIlJpZ2h0IjowLjAsIkJvdHRvbSI6MC4wfSwiQmFja2dyb3VuZCI6eyIkaWQiOiIxNTgxIiwiQ29sb3IiOnsiJGlkIjoiMTU4MiIsIkEiOjI1NSwiUiI6MjEsIkciOjk2LCJCIjoxMzB9fSwiSXNWaXNpYmxlIjp0cnVlLCJXaWR0aCI6MC4wLCJIZWlnaHQiOjE5Ljc1OTUwNTkyMzMzMTQ2LCJCb3JkZXJTdHlsZSI6eyIkaWQiOiIxNTgzIiwiTGluZUNvbG9yIjp7IiRpZCI6IjE1ODQiLCIkdHlwZSI6Ik5MUkUuQ29tbW9uLkRvbS5Tb2xpZENvbG9yQnJ1c2gsIE5MUkUuQ29tbW9uIiwiQ29sb3IiOnsiJGlkIjoiMTU4NSIsIkEiOjI1NSwiUiI6MjM0LCJHIjoyMiwiQiI6MzB9fSwiTGluZVdlaWdodCI6MC4wLCJMaW5lVHlwZSI6MCwiUGFyZW50U3R5bGUiOm51bGx9LCJQYXJlbnRTdHlsZSI6bnVsbH0sIlRpdGxlU3R5bGUiOnsiJGlkIjoiMTU4NiIsIkZvbnRTZXR0aW5ncyI6eyIkaWQiOiIxNTg3IiwiRm9udFNpemUiOjExLCJGb250TmFtZSI6IkNhbGlicmkiLCJJc0JvbGQiOmZhbHNlLCJJc0l0YWxpYyI6ZmFsc2UsIklzVW5kZXJsaW5lZCI6ZmFsc2UsIlBhcmVudFN0eWxlIjpudWxsfSwiQXV0b1NpemUiOjAsIkZvcmVncm91bmQiOnsiJGlkIjoiMTU4OCIsIkNvbG9yIjp7IiRpZCI6IjE1OD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5MCIsIlRvcCI6MC4wLCJMZWZ0IjowLjAsIlJpZ2h0IjowLjAsIkJvdHRvbSI6MC4wfSwiUGFkZGluZyI6eyIkaWQiOiIxNTkxIiwiVG9wIjowLjAsIkxlZnQiOjAuMCwiUmlnaHQiOjAuMCwiQm90dG9tIjowLjB9LCJCYWNrZ3JvdW5kIjp7IiRpZCI6IjE1OTIiLCJDb2xvciI6eyIkaWQiOiIxNTkzIiwiQSI6MCwiUiI6MjU1LCJHIjoyNTUsIkIiOjI1NX19LCJJc1Zpc2libGUiOnRydWUsIldpZHRoIjowLjAsIkhlaWdodCI6MC4wLCJCb3JkZXJTdHlsZSI6eyIkaWQiOiIxNTk0IiwiTGluZUNvbG9yIjpudWxsLCJMaW5lV2VpZ2h0IjowLjAsIkxpbmVUeXBlIjowLCJQYXJlbnRTdHlsZSI6bnVsbH0sIlBhcmVudFN0eWxlIjpudWxsfSwiRGF0ZVN0eWxlIjp7IiRpZCI6IjE1OTUiLCJGb250U2V0dGluZ3MiOnsiJGlkIjoiMTU5NiIsIkZvbnRTaXplIjoxMCwiRm9udE5hbWUiOiJDYWxpYnJpIiwiSXNCb2xkIjpmYWxzZSwiSXNJdGFsaWMiOmZhbHNlLCJJc1VuZGVybGluZWQiOmZhbHNlLCJQYXJlbnRTdHlsZSI6bnVsbH0sIkF1dG9TaXplIjowLCJGb3JlZ3JvdW5kIjp7IiRpZCI6IjE1OTciLCJDb2xvciI6eyIkaWQiOiIxNT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OTkiLCJUb3AiOjAuMCwiTGVmdCI6MC4wLCJSaWdodCI6MC4wLCJCb3R0b20iOjAuMH0sIlBhZGRpbmciOnsiJGlkIjoiMTYwMCIsIlRvcCI6MC4wLCJMZWZ0IjowLjAsIlJpZ2h0IjowLjAsIkJvdHRvbSI6MC4wfSwiQmFja2dyb3VuZCI6eyIkaWQiOiIxNjAxIiwiQ29sb3IiOnsiJGlkIjoiMTYwMiIsIkEiOjAsIlIiOjI1NSwiRyI6MjU1LCJCIjoyNTV9fSwiSXNWaXNpYmxlIjp0cnVlLCJXaWR0aCI6MC4wLCJIZWlnaHQiOjAuMCwiQm9yZGVyU3R5bGUiOnsiJGlkIjoiMTYwMyIsIkxpbmVDb2xvciI6bnVsbCwiTGluZVdlaWdodCI6MC4wLCJMaW5lVHlwZSI6MCwiUGFyZW50U3R5bGUiOm51bGx9LCJQYXJlbnRTdHlsZSI6bnVsbH0sIkRhdGVGb3JtYXQiOnsiJGlkIjoiMTY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A1IiwiRm9ybWF0IjowLCJJc1Zpc2libGUiOmZhbHNlLCJMYXN0S25vd25WaXNpYmlsaXR5U3RhdGUiOmZhbHNlfSwiSXNWaXNpYmxlIjp0cnVlLCJWYXJpYW5jZVN0eWxlIjp7IiRpZCI6IjE2MDYiLCJUZXh0U3R5bGUiOnsiJGlkIjoiMTYwNyIsIkZvbnRTZXR0aW5ncyI6eyIkaWQiOiIxNjA4IiwiRm9udFNpemUiOjEwLCJGb250TmFtZSI6IkNhbGlicmkiLCJJc0JvbGQiOmZhbHNlLCJJc0l0YWxpYyI6ZmFsc2UsIklzVW5kZXJsaW5lZCI6ZmFsc2UsIlBhcmVudFN0eWxlIjpudWxsfSwiQXV0b1NpemUiOjAsIkZvcmVncm91bmQiOnsiJGlkIjoiMTYwOSIsIkNvbG9yIjp7IiRpZCI6IjE2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YxMSIsIlRvcCI6MC4wLCJMZWZ0IjowLjAsIlJpZ2h0IjowLjAsIkJvdHRvbSI6MC4wfSwiUGFkZGluZyI6eyIkaWQiOiIxNjEyIiwiVG9wIjowLjAsIkxlZnQiOjAuMCwiUmlnaHQiOjAuMCwiQm90dG9tIjowLjB9LCJCYWNrZ3JvdW5kIjp7IiRpZCI6IjE2MTMiLCJDb2xvciI6eyIkaWQiOiIxNjE0IiwiQSI6MjU1LCJSIjowLCJHIjowLCJCIjowfX0sIklzVmlzaWJsZSI6dHJ1ZSwiV2lkdGgiOjAuMCwiSGVpZ2h0IjowLjAsIkJvcmRlclN0eWxlIjp7IiRpZCI6IjE2MTUiLCJMaW5lQ29sb3IiOm51bGwsIkxpbmVXZWlnaHQiOjAuMCwiTGluZVR5cGUiOjAsIlBhcmVudFN0eWxlIjpudWxsfSwiUGFyZW50U3R5bGUiOm51bGx9LCJQYXJlbnRTdHlsZSI6bnVsbH0sIlBhcmVudFN0eWxlIjpudWxsfSwiSW5kZXgiOjQsIlNtYXJ0RHVyYXRpb25BY3RpdmF0ZWQiOmZhbHNlLCJEYXRlRm9ybWF0Ijp7IiRyZWYiOiIxNjA0In0sIldlZWtOdW1iZXJpbmciOnsiJGlkIjoiMTYxNiIsIkZvcm1hdCI6MCwiSXNWaXNpYmxlIjpmYWxzZSwiTGFzdEtub3duVmlzaWJpbGl0eVN0YXRlIjpmYWxzZX0sIkJhc2VsaW5lRGF0YSI6eyIkaWQiOiIxNjE3IiwiU3RhcnREYXRlIjoiMjAyNi0wMS0zMFQwMDowMDowMCIsIkVuZERhdGUiOiIyMDI2LTAyLTI2VDIzOjU5OjAwIn0sIklkIjoiZDVhNWJiMjYtYzM4NS00NjFkLWJjYTUtNjEzZWI1NzA3MWJlIiwiSW1wb3J0SWQiOm51bGwsIlRpdGxlIjoiTWV0aG9kb2xvZ3kgKENoYXAgMykiLCJOb3RlIjpudWxsLCJIeXBlcmxpbmsiOnsiJGlkIjoiMTYxOCIsIkFkZHJlc3MiOiIiLCJTdWJBZGRyZXNzIjoiIn0sIklzQ2hhbmdlZCI6ZmFsc2UsIklzTmV3IjpmYWxzZX0seyIkaWQiOiIxNjE5IiwiR3JvdXBOYW1lIjpudWxsLCJTdGFydERhdGUiOiIyMDI2LTAyLTI3VDAwOjAwOjAwIiwiRW5kRGF0ZSI6IjIwMjYtMDMtMDZUMjM6NTk6MDAiLCJQZXJjZW50YWdlQ29tcGxldGUiOm51bGwsIlN0eWxlIjp7IiRpZCI6IjE2MjAiLCJTaGFwZSI6MywiU2hhcGVUaGlja25lc3MiOjMsIkR1cmF0aW9uRm9ybWF0IjowLCJJbmNsdWRlTm9uV29ya2luZ0RheXNJbkR1cmF0aW9uIjpmYWxzZSwiUGVyY2VudGFnZUNvbXBsZXRlU3R5bGUiOnsiJGlkIjoiMTYyMSIsIkZvbnRTZXR0aW5ncyI6eyIkaWQiOiIxNjIyIiwiRm9udFNpemUiOjEwLCJGb250TmFtZSI6IkNhbGlicmkiLCJJc0JvbGQiOmZhbHNlLCJJc0l0YWxpYyI6ZmFsc2UsIklzVW5kZXJsaW5lZCI6ZmFsc2UsIlBhcmVudFN0eWxlIjpudWxsfSwiQXV0b1NpemUiOjAsIkZvcmVncm91bmQiOnsiJGlkIjoiMTYyMyIsIkNvbG9yIjp7IiRpZCI6IjE2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YyNSIsIlRvcCI6MC4wLCJMZWZ0IjowLjAsIlJpZ2h0IjowLjAsIkJvdHRvbSI6MC4wfSwiUGFkZGluZyI6eyIkaWQiOiIxNjI2IiwiVG9wIjowLjAsIkxlZnQiOjAuMCwiUmlnaHQiOjAuMCwiQm90dG9tIjowLjB9LCJCYWNrZ3JvdW5kIjp7IiRpZCI6IjE2MjciLCJDb2xvciI6eyIkaWQiOiIxNjI4IiwiQSI6ODksIlIiOjAsIkciOjAsIkIiOjB9fSwiSXNWaXNpYmxlIjp0cnVlLCJXaWR0aCI6MC4wLCJIZWlnaHQiOjAuMCwiQm9yZGVyU3R5bGUiOnsiJGlkIjoiMTYyOSIsIkxpbmVDb2xvciI6bnVsbCwiTGluZVdlaWdodCI6MC4wLCJMaW5lVHlwZSI6MCwiUGFyZW50U3R5bGUiOm51bGx9LCJQYXJlbnRTdHlsZSI6bnVsbH0sIkR1cmF0aW9uU3R5bGUiOnsiJGlkIjoiMTYzMCIsIkZvbnRTZXR0aW5ncyI6eyIkaWQiOiIxNjMxIiwiRm9udFNpemUiOjEwLCJGb250TmFtZSI6IkNhbGlicmkiLCJJc0JvbGQiOmZhbHNlLCJJc0l0YWxpYyI6ZmFsc2UsIklzVW5kZXJsaW5lZCI6ZmFsc2UsIlBhcmVudFN0eWxlIjpudWxsfSwiQXV0b1NpemUiOjAsIkZvcmVncm91bmQiOnsiJGlkIjoiMTYzMiIsIkNvbG9yIjp7IiRpZCI6IjE2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jM0IiwiVG9wIjowLjAsIkxlZnQiOjAuMCwiUmlnaHQiOjAuMCwiQm90dG9tIjowLjB9LCJQYWRkaW5nIjp7IiRpZCI6IjE2MzUiLCJUb3AiOjAuMCwiTGVmdCI6MC4wLCJSaWdodCI6MC4wLCJCb3R0b20iOjAuMH0sIkJhY2tncm91bmQiOnsiJGlkIjoiMTYzNiIsIkNvbG9yIjp7IiRpZCI6IjE2MzciLCJBIjoyNTUsIlIiOjIzNywiRyI6MTI1LCJCIjo0OX19LCJJc1Zpc2libGUiOnRydWUsIldpZHRoIjowLjAsIkhlaWdodCI6MC4wLCJCb3JkZXJTdHlsZSI6eyIkaWQiOiIxNjM4IiwiTGluZUNvbG9yIjpudWxsLCJMaW5lV2VpZ2h0IjowLjAsIkxpbmVUeXBlIjowLCJQYXJlbnRTdHlsZSI6bnVsbH0sIlBhcmVudFN0eWxlIjpudWxsfSwiSG9yaXpvbnRhbENvbm5lY3RvclN0eWxlIjp7IiRpZCI6IjE2MzkiLCJMaW5lQ29sb3IiOnsiJGlkIjoiMTY0MCIsIiR0eXBlIjoiTkxSRS5Db21tb24uRG9tLlNvbGlkQ29sb3JCcnVzaCwgTkxSRS5Db21tb24iLCJDb2xvciI6eyIkaWQiOiIxNjQxIiwiQSI6NTEsIlIiOjIxLCJHIjo5NiwiQiI6MTMwfX0sIkxpbmVXZWlnaHQiOjEuMCwiTGluZVR5cGUiOjAsIlBhcmVudFN0eWxlIjpudWxsfSwiVmVydGljYWxDb25uZWN0b3JTdHlsZSI6eyIkaWQiOiIxNjQyIiwiTGluZUNvbG9yIjp7IiRpZCI6IjE2NDMiLCIkdHlwZSI6Ik5MUkUuQ29tbW9uLkRvbS5Tb2xpZENvbG9yQnJ1c2gsIE5MUkUuQ29tbW9uIiwiQ29sb3IiOnsiJGlkIjoiMTY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yNC4xMTUwNjEyMzIxMjA4MDksIkJvcmRlclN0eWxlIjp7IiRpZCI6IjE2NTgiLCJMaW5lQ29sb3IiOnsiJGlkIjoiMTY1OSIsIiR0eXBlIjoiTkxSRS5Db21tb24uRG9tLlNvbGlkQ29sb3JCcnVzaCwgTkxSRS5Db21tb24iLCJDb2xvciI6eyIkaWQiOiIxNjYwIiwiQSI6MjU1LCJSIjoyMzQsIkciOjIyLCJCIjozMH19LCJMaW5lV2VpZ2h0IjowLjAsIkxpbmVUeXBlIjowLCJQYXJlbnRTdHlsZSI6bnVsbH0sIlBhcmVudFN0eWxlIjpudWxsfSwiVGl0bGVTdHlsZSI6eyIkaWQiOiIxNjYxIiwiRm9udFNldHRpbmdzIjp7IiRpZCI6IjE2NjIiLCJGb250U2l6ZSI6MTEsIkZvbnROYW1lIjoiQ2FsaWJyaSIsIklzQm9sZCI6ZmFsc2UsIklzSXRhbGljIjpmYWxzZSwiSXNVbmRlcmxpbmVkIjpmYWxzZSwiUGFyZW50U3R5bGUiOm51bGx9LCJBdXRvU2l6ZSI6MCwiRm9yZWdyb3VuZCI6eyIkaWQiOiIxNjYzIiwiQ29sb3IiOnsiJGlkIjoiMTY2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NjY1IiwiVG9wIjowLjAsIkxlZnQiOjAuMCwiUmlnaHQiOjAuMCwiQm90dG9tIjowLjB9LCJQYWRkaW5nIjp7IiRpZCI6IjE2NjYiLCJUb3AiOjAuMCwiTGVmdCI6MC4wLCJSaWdodCI6MC4wLCJCb3R0b20iOjAuMH0sIkJhY2tncm91bmQiOnsiJGlkIjoiMTY2NyIsIkNvbG9yIjp7IiRpZCI6IjE2NjgiLCJBIjowLCJSIjoyNTUsIkciOjI1NSwiQiI6MjU1fX0sIklzVmlzaWJsZSI6dHJ1ZSwiV2lkdGgiOjAuMCwiSGVpZ2h0IjowLjAsIkJvcmRlclN0eWxlIjp7IiRpZCI6IjE2NjkiLCJMaW5lQ29sb3IiOm51bGwsIkxpbmVXZWlnaHQiOjAuMCwiTGluZVR5cGUiOjAsIlBhcmVudFN0eWxlIjpudWxsfSwiUGFyZW50U3R5bGUiOm51bGx9LCJEYXRlU3R5bGUiOnsiJGlkIjoiMTY3MCIsIkZvbnRTZXR0aW5ncyI6eyIkaWQiOiIxNjcxIiwiRm9udFNpemUiOjEwLCJGb250TmFtZSI6IkNhbGlicmkiLCJJc0JvbGQiOmZhbHNlLCJJc0l0YWxpYyI6ZmFsc2UsIklzVW5kZXJsaW5lZCI6ZmFsc2UsIlBhcmVudFN0eWxlIjpudWxsfSwiQXV0b1NpemUiOjAsIkZvcmVncm91bmQiOnsiJGlkIjoiMTY3MiIsIkNvbG9yIjp7IiRpZCI6IjE2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Y3NCIsIlRvcCI6MC4wLCJMZWZ0IjowLjAsIlJpZ2h0IjowLjAsIkJvdHRvbSI6MC4wfSwiUGFkZGluZyI6eyIkaWQiOiIxNjc1IiwiVG9wIjowLjAsIkxlZnQiOjAuMCwiUmlnaHQiOjAuMCwiQm90dG9tIjowLjB9LCJCYWNrZ3JvdW5kIjp7IiRpZCI6IjE2NzYiLCJDb2xvciI6eyIkaWQiOiIxNjc3IiwiQSI6MCwiUiI6MjU1LCJHIjoyNTUsIkIiOjI1NX19LCJJc1Zpc2libGUiOnRydWUsIldpZHRoIjowLjAsIkhlaWdodCI6MC4wLCJCb3JkZXJTdHlsZSI6eyIkaWQiOiIxNjc4IiwiTGluZUNvbG9yIjpudWxsLCJMaW5lV2VpZ2h0IjowLjAsIkxpbmVUeXBlIjowLCJQYXJlbnRTdHlsZSI6bnVsbH0sIlBhcmVudFN0eWxlIjpudWxsfSwiRGF0ZUZvcm1hdCI6eyIkaWQiOiIxNj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2ODAiLCJGb3JtYXQiOjAsIklzVmlzaWJsZSI6ZmFsc2UsIkxhc3RLbm93blZpc2liaWxpdHlTdGF0ZSI6ZmFsc2V9LCJJc1Zpc2libGUiOnRydWUsIlZhcmlhbmNlU3R5bGUiOnsiJGlkIjoiMTY4MSIsIlRleHRTdHlsZSI6eyIkaWQiOiIxNjgyIiwiRm9udFNldHRpbmdzIjp7IiRpZCI6IjE2ODMiLCJGb250U2l6ZSI6MTAsIkZvbnROYW1lIjoiQ2FsaWJyaSIsIklzQm9sZCI6ZmFsc2UsIklzSXRhbGljIjpmYWxzZSwiSXNVbmRlcmxpbmVkIjpmYWxzZSwiUGFyZW50U3R5bGUiOm51bGx9LCJBdXRvU2l6ZSI6MCwiRm9yZWdyb3VuZCI6eyIkaWQiOiIxNjg0IiwiQ29sb3IiOnsiJGlkIjoiMTY4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g2IiwiVG9wIjowLjAsIkxlZnQiOjAuMCwiUmlnaHQiOjAuMCwiQm90dG9tIjowLjB9LCJQYWRkaW5nIjp7IiRpZCI6IjE2ODciLCJUb3AiOjAuMCwiTGVmdCI6MC4wLCJSaWdodCI6MC4wLCJCb3R0b20iOjAuMH0sIkJhY2tncm91bmQiOnsiJGlkIjoiMTY4OCIsIkNvbG9yIjp7IiRpZCI6IjE2ODkiLCJBIjoyNTUsIlIiOjAsIkciOjAsIkIiOjB9fSwiSXNWaXNpYmxlIjp0cnVlLCJXaWR0aCI6MC4wLCJIZWlnaHQiOjAuMCwiQm9yZGVyU3R5bGUiOnsiJGlkIjoiMTY5MCIsIkxpbmVDb2xvciI6bnVsbCwiTGluZVdlaWdodCI6MC4wLCJMaW5lVHlwZSI6MCwiUGFyZW50U3R5bGUiOm51bGx9LCJQYXJlbnRTdHlsZSI6bnVsbH0sIlBhcmVudFN0eWxlIjpudWxsfSwiUGFyZW50U3R5bGUiOm51bGx9LCJJbmRleCI6NSwiU21hcnREdXJhdGlvbkFjdGl2YXRlZCI6ZmFsc2UsIkRhdGVGb3JtYXQiOnsiJHJlZiI6IjE2NzkifSwiV2Vla051bWJlcmluZyI6eyIkaWQiOiIxNjkxIiwiRm9ybWF0IjowLCJJc1Zpc2libGUiOmZhbHNlLCJMYXN0S25vd25WaXNpYmlsaXR5U3RhdGUiOmZhbHNlfSwiQmFzZWxpbmVEYXRhIjp7IiRpZCI6IjE2OTIiLCJTdGFydERhdGUiOiIyMDI2LTAyLTI3VDAwOjAwOjAwIiwiRW5kRGF0ZSI6IjIwMjYtMDMtMDZUMjM6NTk6MDAifSwiSWQiOiI1ZmRjMDkzNC05YWY4LTRlOTItOGE2OS1lOTRlYmNkNWUwMWMiLCJJbXBvcnRJZCI6bnVsbCwiVGl0bGUiOiJQcm9qZWN0IEEgUHJlc2VudGF0aW9uIiwiTm90ZSI6bnVsbCwiSHlwZXJsaW5rIjp7IiRpZCI6IjE2OTMiLCJBZGRyZXNzIjoiIiwiU3ViQWRkcmVzcyI6IiJ9LCJJc0NoYW5nZWQiOmZhbHNlLCJJc05ldyI6ZmFsc2V9LHsiJGlkIjoiMTY5NCIsIkdyb3VwTmFtZSI6bnVsbCwiU3RhcnREYXRlIjoiMjAyNi0wMy0wOVQwMDowMDowMCIsIkVuZERhdGUiOiIyMDI2LTA0LTEwVDIzOjU5OjAwWiIsIlBlcmNlbnRhZ2VDb21wbGV0ZSI6bnVsbCwiU3R5bGUiOnsiJGlkIjoiMTY5NSIsIlNoYXBlIjozLCJTaGFwZVRoaWNrbmVzcyI6MywiRHVyYXRpb25Gb3JtYXQiOjAsIkluY2x1ZGVOb25Xb3JraW5nRGF5c0luRHVyYXRpb24iOmZhbHNlLCJQZXJjZW50YWdlQ29tcGxldGVTdHlsZSI6eyIkaWQiOiIxNjk2IiwiRm9udFNldHRpbmdzIjp7IiRpZCI6IjE2OTciLCJGb250U2l6ZSI6MTAsIkZvbnROYW1lIjoiQ2FsaWJyaSIsIklzQm9sZCI6ZmFsc2UsIklzSXRhbGljIjpmYWxzZSwiSXNVbmRlcmxpbmVkIjpmYWxzZSwiUGFyZW50U3R5bGUiOm51bGx9LCJBdXRvU2l6ZSI6MCwiRm9yZWdyb3VuZCI6eyIkaWQiOiIxNjk4IiwiQ29sb3IiOnsiJGlkIjoiMTY5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AwIiwiVG9wIjowLjAsIkxlZnQiOjAuMCwiUmlnaHQiOjAuMCwiQm90dG9tIjowLjB9LCJQYWRkaW5nIjp7IiRpZCI6IjE3MDEiLCJUb3AiOjAuMCwiTGVmdCI6MC4wLCJSaWdodCI6MC4wLCJCb3R0b20iOjAuMH0sIkJhY2tncm91bmQiOnsiJGlkIjoiMTcwMiIsIkNvbG9yIjp7IiRpZCI6IjE3MDMiLCJBIjo4OSwiUiI6MCwiRyI6MCwiQiI6MH19LCJJc1Zpc2libGUiOnRydWUsIldpZHRoIjowLjAsIkhlaWdodCI6MC4wLCJCb3JkZXJTdHlsZSI6eyIkaWQiOiIxNzA0IiwiTGluZUNvbG9yIjpudWxsLCJMaW5lV2VpZ2h0IjowLjAsIkxpbmVUeXBlIjowLCJQYXJlbnRTdHlsZSI6bnVsbH0sIlBhcmVudFN0eWxlIjpudWxsfSwiRHVyYXRpb25TdHlsZSI6eyIkaWQiOiIxNzA1IiwiRm9udFNldHRpbmdzIjp7IiRpZCI6IjE3MDYiLCJGb250U2l6ZSI6MTAsIkZvbnROYW1lIjoiQ2FsaWJyaSIsIklzQm9sZCI6ZmFsc2UsIklzSXRhbGljIjpmYWxzZSwiSXNVbmRlcmxpbmVkIjpmYWxzZSwiUGFyZW50U3R5bGUiOm51bGx9LCJBdXRvU2l6ZSI6MCwiRm9yZWdyb3VuZCI6eyIkaWQiOiIxNzA3IiwiQ29sb3IiOnsiJGlkIjoiMTcw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MDkiLCJUb3AiOjAuMCwiTGVmdCI6MC4wLCJSaWdodCI6MC4wLCJCb3R0b20iOjAuMH0sIlBhZGRpbmciOnsiJGlkIjoiMTcxMCIsIlRvcCI6MC4wLCJMZWZ0IjowLjAsIlJpZ2h0IjowLjAsIkJvdHRvbSI6MC4wfSwiQmFja2dyb3VuZCI6eyIkaWQiOiIxNzExIiwiQ29sb3IiOnsiJGlkIjoiMTcxMiIsIkEiOjI1NSwiUiI6MjM3LCJHIjoxMjUsIkIiOjQ5fX0sIklzVmlzaWJsZSI6dHJ1ZSwiV2lkdGgiOjAuMCwiSGVpZ2h0IjowLjAsIkJvcmRlclN0eWxlIjp7IiRpZCI6IjE3MTMiLCJMaW5lQ29sb3IiOm51bGwsIkxpbmVXZWlnaHQiOjAuMCwiTGluZVR5cGUiOjAsIlBhcmVudFN0eWxlIjpudWxsfSwiUGFyZW50U3R5bGUiOm51bGx9LCJIb3Jpem9udGFsQ29ubmVjdG9yU3R5bGUiOnsiJGlkIjoiMTcxNCIsIkxpbmVDb2xvciI6eyIkaWQiOiIxNzE1IiwiJHR5cGUiOiJOTFJFLkNvbW1vbi5Eb20uU29saWRDb2xvckJydXNoLCBOTFJFLkNvbW1vbiIsIkNvbG9yIjp7IiRpZCI6IjE3MTYiLCJBIjo1MSwiUiI6MjEsIkciOjk2LCJCIjoxMzB9fSwiTGluZVdlaWdodCI6MS4wLCJMaW5lVHlwZSI6MCwiUGFyZW50U3R5bGUiOm51bGx9LCJWZXJ0aWNhbENvbm5lY3RvclN0eWxlIjp7IiRpZCI6IjE3MTciLCJMaW5lQ29sb3IiOnsiJGlkIjoiMTcxOCIsIiR0eXBlIjoiTkxSRS5Db21tb24uRG9tLlNvbGlkQ29sb3JCcnVzaCwgTkxSRS5Db21tb24iLCJDb2xvciI6eyIkaWQiOiIxNzE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IzLjE3OTI1ODI1NTc0Mjc1MiwiQm9yZGVyU3R5bGUiOnsiJGlkIjoiMTczMyIsIkxpbmVDb2xvciI6eyIkaWQiOiIxNzM0IiwiJHR5cGUiOiJOTFJFLkNvbW1vbi5Eb20uU29saWRDb2xvckJydXNoLCBOTFJFLkNvbW1vbiIsIkNvbG9yIjp7IiRpZCI6IjE3MzUiLCJBIjoyNTUsIlIiOjIzNCwiRyI6MjIsIkIiOjMwfX0sIkxpbmVXZWlnaHQiOjAuMCwiTGluZVR5cGUiOjAsIlBhcmVudFN0eWxlIjpudWxsfSwiUGFyZW50U3R5bGUiOm51bGx9LCJUaXRsZVN0eWxlIjp7IiRpZCI6IjE3MzYiLCJGb250U2V0dGluZ3MiOnsiJGlkIjoiMTczNyIsIkZvbnRTaXplIjoxMSwiRm9udE5hbWUiOiJDYWxpYnJpIiwiSXNCb2xkIjpmYWxzZSwiSXNJdGFsaWMiOmZhbHNlLCJJc1VuZGVybGluZWQiOmZhbHNlLCJQYXJlbnRTdHlsZSI6bnVsbH0sIkF1dG9TaXplIjowLCJGb3JlZ3JvdW5kIjp7IiRpZCI6IjE3MzgiLCJDb2xvciI6eyIkaWQiOiIxNzM5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3NDAiLCJUb3AiOjAuMCwiTGVmdCI6MC4wLCJSaWdodCI6MC4wLCJCb3R0b20iOjAuMH0sIlBhZGRpbmciOnsiJGlkIjoiMTc0MSIsIlRvcCI6MC4wLCJMZWZ0IjowLjAsIlJpZ2h0IjowLjAsIkJvdHRvbSI6MC4wfSwiQmFja2dyb3VuZCI6eyIkaWQiOiIxNzQyIiwiQ29sb3IiOnsiJGlkIjoiMTc0MyIsIkEiOjAsIlIiOjI1NSwiRyI6MjU1LCJCIjoyNTV9fSwiSXNWaXNpYmxlIjp0cnVlLCJXaWR0aCI6MC4wLCJIZWlnaHQiOjAuMCwiQm9yZGVyU3R5bGUiOnsiJGlkIjoiMTc0NCIsIkxpbmVDb2xvciI6bnVsbCwiTGluZVdlaWdodCI6MC4wLCJMaW5lVHlwZSI6MCwiUGFyZW50U3R5bGUiOm51bGx9LCJQYXJlbnRTdHlsZSI6bnVsbH0sIkRhdGVTdHlsZSI6eyIkaWQiOiIxNzQ1IiwiRm9udFNldHRpbmdzIjp7IiRpZCI6IjE3NDYiLCJGb250U2l6ZSI6MTAsIkZvbnROYW1lIjoiQ2FsaWJyaSIsIklzQm9sZCI6ZmFsc2UsIklzSXRhbGljIjpmYWxzZSwiSXNVbmRlcmxpbmVkIjpmYWxzZSwiUGFyZW50U3R5bGUiOm51bGx9LCJBdXRvU2l6ZSI6MCwiRm9yZWdyb3VuZCI6eyIkaWQiOiIxNzQ3IiwiQ29sb3IiOnsiJGlkIjoiMTc0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zQ5IiwiVG9wIjowLjAsIkxlZnQiOjAuMCwiUmlnaHQiOjAuMCwiQm90dG9tIjowLjB9LCJQYWRkaW5nIjp7IiRpZCI6IjE3NTAiLCJUb3AiOjAuMCwiTGVmdCI6MC4wLCJSaWdodCI6MC4wLCJCb3R0b20iOjAuMH0sIkJhY2tncm91bmQiOnsiJGlkIjoiMTc1MSIsIkNvbG9yIjp7IiRpZCI6IjE3NTIiLCJBIjowLCJSIjoyNTUsIkciOjI1NSwiQiI6MjU1fX0sIklzVmlzaWJsZSI6dHJ1ZSwiV2lkdGgiOjAuMCwiSGVpZ2h0IjowLjAsIkJvcmRlclN0eWxlIjp7IiRpZCI6IjE3NTMiLCJMaW5lQ29sb3IiOm51bGwsIkxpbmVXZWlnaHQiOjAuMCwiTGluZVR5cGUiOjAsIlBhcmVudFN0eWxlIjpudWxsfSwiUGFyZW50U3R5bGUiOm51bGx9LCJEYXRlRm9ybWF0Ijp7IiRpZCI6IjE3NT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c1NSIsIkZvcm1hdCI6MCwiSXNWaXNpYmxlIjpmYWxzZSwiTGFzdEtub3duVmlzaWJpbGl0eVN0YXRlIjpmYWxzZX0sIklzVmlzaWJsZSI6dHJ1ZSwiVmFyaWFuY2VTdHlsZSI6eyIkaWQiOiIxNzU2IiwiVGV4dFN0eWxlIjp7IiRpZCI6IjE3NTciLCJGb250U2V0dGluZ3MiOnsiJGlkIjoiMTc1OCIsIkZvbnRTaXplIjoxMCwiRm9udE5hbWUiOiJDYWxpYnJpIiwiSXNCb2xkIjpmYWxzZSwiSXNJdGFsaWMiOmZhbHNlLCJJc1VuZGVybGluZWQiOmZhbHNlLCJQYXJlbnRTdHlsZSI6bnVsbH0sIkF1dG9TaXplIjowLCJGb3JlZ3JvdW5kIjp7IiRpZCI6IjE3NTkiLCJDb2xvciI6eyIkaWQiOiIxNz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3NjEiLCJUb3AiOjAuMCwiTGVmdCI6MC4wLCJSaWdodCI6MC4wLCJCb3R0b20iOjAuMH0sIlBhZGRpbmciOnsiJGlkIjoiMTc2MiIsIlRvcCI6MC4wLCJMZWZ0IjowLjAsIlJpZ2h0IjowLjAsIkJvdHRvbSI6MC4wfSwiQmFja2dyb3VuZCI6eyIkaWQiOiIxNzYzIiwiQ29sb3IiOnsiJGlkIjoiMTc2NCIsIkEiOjI1NSwiUiI6MCwiRyI6MCwiQiI6MH19LCJJc1Zpc2libGUiOnRydWUsIldpZHRoIjowLjAsIkhlaWdodCI6MC4wLCJCb3JkZXJTdHlsZSI6eyIkaWQiOiIxNzY1IiwiTGluZUNvbG9yIjpudWxsLCJMaW5lV2VpZ2h0IjowLjAsIkxpbmVUeXBlIjowLCJQYXJlbnRTdHlsZSI6bnVsbH0sIlBhcmVudFN0eWxlIjpudWxsfSwiUGFyZW50U3R5bGUiOm51bGx9LCJQYXJlbnRTdHlsZSI6bnVsbH0sIkluZGV4Ijo2LCJTbWFydER1cmF0aW9uQWN0aXZhdGVkIjpmYWxzZSwiRGF0ZUZvcm1hdCI6eyIkcmVmIjoiMTc1NCJ9LCJXZWVrTnVtYmVyaW5nIjp7IiRpZCI6IjE3NjYiLCJGb3JtYXQiOjAsIklzVmlzaWJsZSI6ZmFsc2UsIkxhc3RLbm93blZpc2liaWxpdHlTdGF0ZSI6ZmFsc2V9LCJCYXNlbGluZURhdGEiOnsiJGlkIjoiMTc2NyIsIlN0YXJ0RGF0ZSI6IjIwMjYtMDMtMDlUMDA6MDA6MDAiLCJFbmREYXRlIjoiMjAyNi0wNC0xMFQyMzo1OTowMCJ9LCJJZCI6IjI5OTUyZWRkLTA1MGMtNDMwMS1hNTkwLWY4MjRlYjdmNTVmMCIsIkltcG9ydElkIjpudWxsLCJUaXRsZSI6IlN5c3RlbSBBbmFseXNpcyIsIk5vdGUiOm51bGwsIkh5cGVybGluayI6eyIkaWQiOiIxNzY4IiwiQWRkcmVzcyI6IiIsIlN1YkFkZHJlc3MiOiIifSwiSXNDaGFuZ2VkIjpmYWxzZSwiSXNOZXciOmZhbHNlfSx7IiRpZCI6IjE3NjkiLCJHcm91cE5hbWUiOm51bGwsIlN0YXJ0RGF0ZSI6IjIwMjYtMDQtMTJUMDA6MDA6MDBaIiwiRW5kRGF0ZSI6IjIwMjYtMDctMDNUMjM6NTk6MDBaIiwiUGVyY2VudGFnZUNvbXBsZXRlIjpudWxsLCJTdHlsZSI6eyIkaWQiOiIxNzcwIiwiU2hhcGUiOjMsIlNoYXBlVGhpY2tuZXNzIjozLCJEdXJhdGlvbkZvcm1hdCI6MCwiSW5jbHVkZU5vbldvcmtpbmdEYXlzSW5EdXJhdGlvbiI6ZmFsc2UsIlBlcmNlbnRhZ2VDb21wbGV0ZVN0eWxlIjp7IiRpZCI6IjE3NzEiLCJGb250U2V0dGluZ3MiOnsiJGlkIjoiMTc3MiIsIkZvbnRTaXplIjoxMCwiRm9udE5hbWUiOiJDYWxpYnJpIiwiSXNCb2xkIjpmYWxzZSwiSXNJdGFsaWMiOmZhbHNlLCJJc1VuZGVybGluZWQiOmZhbHNlLCJQYXJlbnRTdHlsZSI6bnVsbH0sIkF1dG9TaXplIjowLCJGb3JlZ3JvdW5kIjp7IiRpZCI6IjE3NzMiLCJDb2xvciI6eyIkaWQiOiIx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3NzUiLCJUb3AiOjAuMCwiTGVmdCI6MC4wLCJSaWdodCI6MC4wLCJCb3R0b20iOjAuMH0sIlBhZGRpbmciOnsiJGlkIjoiMTc3NiIsIlRvcCI6MC4wLCJMZWZ0IjowLjAsIlJpZ2h0IjowLjAsIkJvdHRvbSI6MC4wfSwiQmFja2dyb3VuZCI6eyIkaWQiOiIxNzc3IiwiQ29sb3IiOnsiJGlkIjoiMTc3OCIsIkEiOjg5LCJSIjowLCJHIjowLCJCIjowfX0sIklzVmlzaWJsZSI6dHJ1ZSwiV2lkdGgiOjAuMCwiSGVpZ2h0IjowLjAsIkJvcmRlclN0eWxlIjp7IiRpZCI6IjE3NzkiLCJMaW5lQ29sb3IiOm51bGwsIkxpbmVXZWlnaHQiOjAuMCwiTGluZVR5cGUiOjAsIlBhcmVudFN0eWxlIjpudWxsfSwiUGFyZW50U3R5bGUiOm51bGx9LCJEdXJhdGlvblN0eWxlIjp7IiRpZCI6IjE3ODAiLCJGb250U2V0dGluZ3MiOnsiJGlkIjoiMTc4MSIsIkZvbnRTaXplIjoxMCwiRm9udE5hbWUiOiJDYWxpYnJpIiwiSXNCb2xkIjpmYWxzZSwiSXNJdGFsaWMiOmZhbHNlLCJJc1VuZGVybGluZWQiOmZhbHNlLCJQYXJlbnRTdHlsZSI6bnVsbH0sIkF1dG9TaXplIjowLCJGb3JlZ3JvdW5kIjp7IiRpZCI6IjE3ODIiLCJDb2xvciI6eyIkaWQiOiIx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c4NCIsIlRvcCI6MC4wLCJMZWZ0IjowLjAsIlJpZ2h0IjowLjAsIkJvdHRvbSI6MC4wfSwiUGFkZGluZyI6eyIkaWQiOiIxNzg1IiwiVG9wIjowLjAsIkxlZnQiOjAuMCwiUmlnaHQiOjAuMCwiQm90dG9tIjowLjB9LCJCYWNrZ3JvdW5kIjp7IiRpZCI6IjE3ODYiLCJDb2xvciI6eyIkaWQiOiIxNzg3IiwiQSI6MjU1LCJSIjoyMzcsIkciOjEyNSwiQiI6NDl9fSwiSXNWaXNpYmxlIjp0cnVlLCJXaWR0aCI6MC4wLCJIZWlnaHQiOjAuMCwiQm9yZGVyU3R5bGUiOnsiJGlkIjoiMTc4OCIsIkxpbmVDb2xvciI6bnVsbCwiTGluZVdlaWdodCI6MC4wLCJMaW5lVHlwZSI6MCwiUGFyZW50U3R5bGUiOm51bGx9LCJQYXJlbnRTdHlsZSI6bnVsbH0sIkhvcml6b250YWxDb25uZWN0b3JTdHlsZSI6eyIkaWQiOiIxNzg5IiwiTGluZUNvbG9yIjp7IiRpZCI6IjE3OTAiLCIkdHlwZSI6Ik5MUkUuQ29tbW9uLkRvbS5Tb2xpZENvbG9yQnJ1c2gsIE5MUkUuQ29tbW9uIiwiQ29sb3IiOnsiJGlkIjoiMTc5MSIsIkEiOjUxLCJSIjoyMSwiRyI6OTYsIkIiOjEzMH19LCJMaW5lV2VpZ2h0IjoxLjAsIkxpbmVUeXBlIjowLCJQYXJlbnRTdHlsZSI6bnVsbH0sIlZlcnRpY2FsQ29ubmVjdG9yU3R5bGUiOnsiJGlkIjoiMTc5MiIsIkxpbmVDb2xvciI6eyIkaWQiOiIxNzkzIiwiJHR5cGUiOiJOTFJFLkNvbW1vbi5Eb20uU29saWRDb2xvckJydXNoLCBOTFJFLkNvbW1vbiIsIkNvbG9yIjp7IiRpZCI6IjE3OT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MSwiRyI6OTYsIkIiOjEzMH19LCJJc1Zpc2libGUiOnRydWUsIldpZHRoIjowLjAsIkhlaWdodCI6MjMuMDM1NTU0NzkwNTgxMzM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nRydWUsIlZhcmlhbmNlU3R5bGUiOnsiJGlkIjoiMTgzMSIsIlRleHRTdHlsZSI6eyIkaWQiOiIxODMyIiwiRm9udFNldHRpbmdzIjp7IiRpZCI6IjE4MzMiLCJGb250U2l6ZSI6MTAsIkZvbnROYW1lIjoiQ2FsaWJyaSIsIklzQm9sZCI6ZmFsc2UsIklzSXRhbGljIjpmYWxzZSwiSXNVbmRlcmxpbmVkIjpmYWxzZSwiUGFyZW50U3R5bGUiOm51bGx9LCJBdXRvU2l6ZSI6MCwiRm9yZWdyb3VuZCI6eyIkaWQiOiIxODM0IiwiQ29sb3IiOnsiJGlkIjoiMTgz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DM2IiwiVG9wIjowLjAsIkxlZnQiOjAuMCwiUmlnaHQiOjAuMCwiQm90dG9tIjowLjB9LCJQYWRkaW5nIjp7IiRpZCI6IjE4MzciLCJUb3AiOjAuMCwiTGVmdCI6MC4wLCJSaWdodCI6MC4wLCJCb3R0b20iOjAuMH0sIkJhY2tncm91bmQiOnsiJGlkIjoiMTgzOCIsIkNvbG9yIjp7IiRpZCI6IjE4MzkiLCJBIjoyNTUsIlIiOjAsIkciOjAsIkIiOjB9fSwiSXNWaXNpYmxlIjp0cnVlLCJXaWR0aCI6MC4wLCJIZWlnaHQiOjAuMCwiQm9yZGVyU3R5bGUiOnsiJGlkIjoiMTg0MCIsIkxpbmVDb2xvciI6bnVsbCwiTGluZVdlaWdodCI6MC4wLCJMaW5lVHlwZSI6MCwiUGFyZW50U3R5bGUiOm51bGx9LCJQYXJlbnRTdHlsZSI6bnVsbH0sIlBhcmVudFN0eWxlIjpudWxsfSwiUGFyZW50U3R5bGUiOm51bGx9LCJJbmRleCI6NywiU21hcnREdXJhdGlvbkFjdGl2YXRlZCI6ZmFsc2UsIkRhdGVGb3JtYXQiOnsiJHJlZiI6IjE4MjkifSwiV2Vla051bWJlcmluZyI6eyIkaWQiOiIxODQxIiwiRm9ybWF0IjowLCJJc1Zpc2libGUiOmZhbHNlLCJMYXN0S25vd25WaXNpYmlsaXR5U3RhdGUiOmZhbHNlfSwiQmFzZWxpbmVEYXRhIjp7IiRpZCI6IjE4NDIiLCJTdGFydERhdGUiOiIyMDI2LTA0LTEyVDAwOjAwOjAwIiwiRW5kRGF0ZSI6IjIwMjYtMDctMDNUMjM6NTk6MDAifSwiSWQiOiJkODdmY2RjYi03MTczLTQ2MDAtYWQxNC0zNDE3MGI3ZjMyMmIiLCJJbXBvcnRJZCI6bnVsbCwiVGl0bGUiOiJTeXN0ZW0gQ29kaW5nIiwiTm90ZSI6bnVsbCwiSHlwZXJsaW5rIjp7IiRpZCI6IjE4NDMiLCJBZGRyZXNzIjoiIiwiU3ViQWRkcmVzcyI6IiJ9LCJJc0NoYW5nZWQiOmZhbHNlLCJJc05ldyI6ZmFsc2V9LHsiJGlkIjoiMTg0NCIsIkdyb3VwTmFtZSI6bnVsbCwiU3RhcnREYXRlIjoiMjAyNi0wNy0wNVQwMDowMDowMFoiLCJFbmREYXRlIjoiMjAyNi0wNy0yNFQyMzo1OTowMFoiLCJQZXJjZW50YWdlQ29tcGxldGUiOm51bGwsIlN0eWxlIjp7IiRpZCI6IjE4NDUiLCJTaGFwZSI6MywiU2hhcGVUaGlja25lc3MiOjM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4NzAiLCJTaGFwZVN0eWxlIjp7IiRpZCI6IjE4NzEiLCJNYXJnaW4iOnsiJGlkIjoiMTg3MiIsIlRvcCI6MC4wLCJMZWZ0IjowLjAsIlJpZ2h0IjowLjAsIkJvdHRvbSI6MC4wfSwiUGFkZGluZyI6eyIkaWQiOiIxODczIiwiVG9wIjowLjAsIkxlZnQiOjAuMCwiUmlnaHQiOjAuMCwiQm90dG9tIjowLjB9LCJCYWNrZ3JvdW5kIjp7IiRpZCI6IjE4NzQiLCJDb2xvciI6eyIkaWQiOiIxODc1IiwiQSI6MTUzLCJSIjowLCJHIjowLCJCIjowfX0sIklzVmlzaWJsZSI6dHJ1ZSwiV2lkdGgiOjAuMCwiSGVpZ2h0IjowLjAsIkJvcmRlclN0eWxlIjpudWxsLCJQYXJlbnRTdHlsZSI6bnVsbH0sIk1hcmdpbiI6eyIkaWQiOiIxODc2IiwiVG9wIjowLjAsIkxlZnQiOjAuMCwiUmlnaHQiOjAuMCwiQm90dG9tIjowLjB9LCJQYWRkaW5nIjp7IiRpZCI6IjE4NzciLCJUb3AiOjAuMCwiTGVmdCI6MC4wLCJSaWdodCI6MC4wLCJCb3R0b20iOjAuMH0sIkJhY2tncm91bmQiOm51bGwsIklzVmlzaWJsZSI6dHJ1ZSwiV2lkdGgiOjAuMCwiSGVpZ2h0IjowLjAsIkJvcmRlclN0eWxlIjpudWxsLCJQYXJlbnRTdHlsZSI6bnVsbH0sIlNoYXBlU3R5bGUiOnsiJGlkIjoiMTg3OCIsIk1hcmdpbiI6eyIkaWQiOiIxODc5IiwiVG9wIjowLjAsIkxlZnQiOjQuMCwiUmlnaHQiOjQuMCwiQm90dG9tIjowLjB9LCJQYWRkaW5nIjp7IiRpZCI6IjE4ODAiLCJUb3AiOjAuMCwiTGVmdCI6MC4wLCJSaWdodCI6MC4wLCJCb3R0b20iOjAuMH0sIkJhY2tncm91bmQiOnsiJGlkIjoiMTg4MSIsIkNvbG9yIjp7IiRpZCI6IjE4ODIiLCJBIjoyNTUsIlIiOjIxLCJHIjo5NiwiQiI6MTMwfX0sIklzVmlzaWJsZSI6dHJ1ZSwiV2lkdGgiOjAuMCwiSGVpZ2h0IjoyMS4xNDA3NDA0MTE3MTk0MzUsIkJvcmRlclN0eWxlIjp7IiRpZCI6IjE4ODMiLCJMaW5lQ29sb3IiOnsiJGlkIjoiMTg4NCIsIiR0eXBlIjoiTkxSRS5Db21tb24uRG9tLlNvbGlkQ29sb3JCcnVzaCwgTkxSRS5Db21tb24iLCJDb2xvciI6eyIkaWQiOiIxODg1IiwiQSI6MjU1LCJSIjoyMzQsIkciOjIyLCJCIjozMH19LCJMaW5lV2VpZ2h0IjowLjAsIkxpbmVUeXBlIjowLCJQYXJlbnRTdHlsZSI6bnVsbH0sIlBhcmVudFN0eWxlIjpudWxsfSwiVGl0bGVTdHlsZSI6eyIkaWQiOiIxODg2IiwiRm9udFNldHRpbmdzIjp7IiRpZCI6IjE4ODciLCJGb250U2l6ZSI6MTEsIkZvbnROYW1lIjoiQ2FsaWJyaSIsIklzQm9sZCI6ZmFsc2UsIklzSXRhbGljIjpmYWxzZSwiSXNVbmRlcmxpbmVkIjpmYWxzZSwiUGFyZW50U3R5bGUiOm51bGx9LCJBdXRvU2l6ZSI6MCwiRm9yZWdyb3VuZCI6eyIkaWQiOiIxODg4IiwiQ29sb3IiOnsiJGlkIjoiMTg4O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kwIiwiVG9wIjowLjAsIkxlZnQiOjAuMCwiUmlnaHQiOjAuMCwiQm90dG9tIjowLjB9LCJQYWRkaW5nIjp7IiRpZCI6IjE4OTEiLCJUb3AiOjAuMCwiTGVmdCI6MC4wLCJSaWdodCI6MC4wLCJCb3R0b20iOjAuMH0sIkJhY2tncm91bmQiOnsiJGlkIjoiMTg5MiIsIkNvbG9yIjp7IiRpZCI6IjE4OTMiLCJBIjowLCJSIjoyNTUsIkciOjI1NSwiQiI6MjU1fX0sIklzVmlzaWJsZSI6dHJ1ZSwiV2lkdGgiOjAuMCwiSGVpZ2h0IjowLjAsIkJvcmRlclN0eWxlIjp7IiRpZCI6IjE4OTQiLCJMaW5lQ29sb3IiOm51bGwsIkxpbmVXZWlnaHQiOjAuMCwiTGluZVR5cGUiOjAsIlBhcmVudFN0eWxlIjpudWxsfSwiUGFyZW50U3R5bGUiOm51bGx9LCJEYXRlU3R5bGUiOnsiJGlkIjoiMTg5NSIsIkZvbnRTZXR0aW5ncyI6eyIkaWQiOiIxODk2IiwiRm9udFNpemUiOjEwLCJGb250TmFtZSI6IkNhbGlicmkiLCJJc0JvbGQiOmZhbHNlLCJJc0l0YWxpYyI6ZmFsc2UsIklzVW5kZXJsaW5lZCI6ZmFsc2UsIlBhcmVudFN0eWxlIjpudWxsfSwiQXV0b1NpemUiOjAsIkZvcmVncm91bmQiOnsiJGlkIjoiMTg5NyIsIkNvbG9yIjp7IiRpZCI6IjE4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5OSIsIlRvcCI6MC4wLCJMZWZ0IjowLjAsIlJpZ2h0IjowLjAsIkJvdHRvbSI6MC4wfSwiUGFkZGluZyI6eyIkaWQiOiIxOTAwIiwiVG9wIjowLjAsIkxlZnQiOjAuMCwiUmlnaHQiOjAuMCwiQm90dG9tIjowLjB9LCJCYWNrZ3JvdW5kIjp7IiRpZCI6IjE5MDEiLCJDb2xvciI6eyIkaWQiOiIxOTAyIiwiQSI6MCwiUiI6MjU1LCJHIjoyNTUsIkIiOjI1NX19LCJJc1Zpc2libGUiOnRydWUsIldpZHRoIjowLjAsIkhlaWdodCI6MC4wLCJCb3JkZXJTdHlsZSI6eyIkaWQiOiIxOTAzIiwiTGluZUNvbG9yIjpudWxsLCJMaW5lV2VpZ2h0IjowLjAsIkxpbmVUeXBlIjowLCJQYXJlbnRTdHlsZSI6bnVsbH0sIlBhcmVudFN0eWxlIjpudWxsfSwiRGF0ZUZvcm1hdCI6eyIkaWQiOiIxOT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MDUiLCJGb3JtYXQiOjAsIklzVmlzaWJsZSI6ZmFsc2UsIkxhc3RLbm93blZpc2liaWxpdHlTdGF0ZSI6ZmFsc2V9LCJJc1Zpc2libGUiOnRydWUsIlZhcmlhbmNlU3R5bGUiOnsiJGlkIjoiMTkwNiIsIlRleHRTdHlsZSI6eyIkaWQiOiIxOTA3IiwiRm9udFNldHRpbmdzIjp7IiRpZCI6IjE5MDgiLCJGb250U2l6ZSI6MTAsIkZvbnROYW1lIjoiQ2FsaWJyaSIsIklzQm9sZCI6ZmFsc2UsIklzSXRhbGljIjpmYWxzZSwiSXNVbmRlcmxpbmVkIjpmYWxzZSwiUGFyZW50U3R5bGUiOm51bGx9LCJBdXRvU2l6ZSI6MCwiRm9yZWdyb3VuZCI6eyIkaWQiOiIxOTA5IiwiQ29sb3IiOnsiJGlkIjoiMTk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TExIiwiVG9wIjowLjAsIkxlZnQiOjAuMCwiUmlnaHQiOjAuMCwiQm90dG9tIjowLjB9LCJQYWRkaW5nIjp7IiRpZCI6IjE5MTIiLCJUb3AiOjAuMCwiTGVmdCI6MC4wLCJSaWdodCI6MC4wLCJCb3R0b20iOjAuMH0sIkJhY2tncm91bmQiOnsiJGlkIjoiMTkxMyIsIkNvbG9yIjp7IiRpZCI6IjE5MTQiLCJBIjoyNTUsIlIiOjAsIkciOjAsIkIiOjB9fSwiSXNWaXNpYmxlIjp0cnVlLCJXaWR0aCI6MC4wLCJIZWlnaHQiOjAuMCwiQm9yZGVyU3R5bGUiOnsiJGlkIjoiMTkxNSIsIkxpbmVDb2xvciI6bnVsbCwiTGluZVdlaWdodCI6MC4wLCJMaW5lVHlwZSI6MCwiUGFyZW50U3R5bGUiOm51bGx9LCJQYXJlbnRTdHlsZSI6bnVsbH0sIlBhcmVudFN0eWxlIjpudWxsfSwiUGFyZW50U3R5bGUiOm51bGx9LCJJbmRleCI6OCwiU21hcnREdXJhdGlvbkFjdGl2YXRlZCI6ZmFsc2UsIkRhdGVGb3JtYXQiOnsiJHJlZiI6IjE5MDQifSwiV2Vla051bWJlcmluZyI6eyIkaWQiOiIxOTE2IiwiRm9ybWF0IjowLCJJc1Zpc2libGUiOmZhbHNlLCJMYXN0S25vd25WaXNpYmlsaXR5U3RhdGUiOmZhbHNlfSwiQmFzZWxpbmVEYXRhIjp7IiRpZCI6IjE5MTciLCJTdGFydERhdGUiOiIyMDI2LTA3LTA1VDAwOjAwOjAwIiwiRW5kRGF0ZSI6IjIwMjYtMDctMjRUMjM6NTk6MDAifSwiSWQiOiJmNGY5MGNlOC1kM2VjLTQ1ZGEtYmZmNy02MzY2ZTAyYWM0MDIiLCJJbXBvcnRJZCI6bnVsbCwiVGl0bGUiOiJUZXN0aW5nICYgVmFsaWRhdGlvbiIsIk5vdGUiOm51bGwsIkh5cGVybGluayI6eyIkaWQiOiIxOTE4IiwiQWRkcmVzcyI6IiIsIlN1YkFkZHJlc3MiOiIifSwiSXNDaGFuZ2VkIjpmYWxzZSwiSXNOZXciOmZhbHNlfSx7IiRpZCI6IjE5MTkiLCJHcm91cE5hbWUiOm51bGwsIlN0YXJ0RGF0ZSI6IjIwMjYtMDctMjZUMjM6NTk6MDBaIiwiRW5kRGF0ZSI6IjIwMjYtMDgtMDdUMjM6NTk6MDBaIiwiUGVyY2VudGFnZUNvbXBsZXRlIjpudWxsLCJTdHlsZSI6eyIkaWQiOiIxOTIwIiwiU2hhcGUiOjMsIlNoYXBlVGhpY2tuZXNzIjozLCJEdXJhdGlvbkZvcm1hdCI6MCwiSW5jbHVkZU5vbldvcmtpbmdEYXlzSW5EdXJhdGlvbiI6ZmFsc2UsIlBlcmNlbnRhZ2VDb21wbGV0ZVN0eWxlIjp7IiRpZCI6IjE5MjEiLCJGb250U2V0dGluZ3MiOnsiJGlkIjoiMTkyMiIsIkZvbnRTaXplIjoxMCwiRm9udE5hbWUiOiJDYWxpYnJpIiwiSXNCb2xkIjpmYWxzZSwiSXNJdGFsaWMiOmZhbHNlLCJJc1VuZGVybGluZWQiOmZhbHNlLCJQYXJlbnRTdHlsZSI6bnVsbH0sIkF1dG9TaXplIjowLCJGb3JlZ3JvdW5kIjp7IiRpZCI6IjE5MjMiLCJDb2xvciI6eyIkaWQiOiIxOT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5MjUiLCJUb3AiOjAuMCwiTGVmdCI6MC4wLCJSaWdodCI6MC4wLCJCb3R0b20iOjAuMH0sIlBhZGRpbmciOnsiJGlkIjoiMTkyNiIsIlRvcCI6MC4wLCJMZWZ0IjowLjAsIlJpZ2h0IjowLjAsIkJvdHRvbSI6MC4wfSwiQmFja2dyb3VuZCI6eyIkaWQiOiIxOTI3IiwiQ29sb3IiOnsiJGlkIjoiMTkyOCIsIkEiOjg5LCJSIjowLCJHIjowLCJCIjowfX0sIklzVmlzaWJsZSI6dHJ1ZSwiV2lkdGgiOjAuMCwiSGVpZ2h0IjowLjAsIkJvcmRlclN0eWxlIjp7IiRpZCI6IjE5MjkiLCJMaW5lQ29sb3IiOm51bGwsIkxpbmVXZWlnaHQiOjAuMCwiTGluZVR5cGUiOjAsIlBhcmVudFN0eWxlIjpudWxsfSwiUGFyZW50U3R5bGUiOm51bGx9LCJEdXJhdGlvblN0eWxlIjp7IiRpZCI6IjE5MzAiLCJGb250U2V0dGluZ3MiOnsiJGlkIjoiMTkzMSIsIkZvbnRTaXplIjoxMCwiRm9udE5hbWUiOiJDYWxpYnJpIiwiSXNCb2xkIjpmYWxzZSwiSXNJdGFsaWMiOmZhbHNlLCJJc1VuZGVybGluZWQiOmZhbHNlLCJQYXJlbnRTdHlsZSI6bnVsbH0sIkF1dG9TaXplIjowLCJGb3JlZ3JvdW5kIjp7IiRpZCI6IjE5MzIiLCJDb2xvciI6eyIkaWQiOiIxOT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kzNCIsIlRvcCI6MC4wLCJMZWZ0IjowLjAsIlJpZ2h0IjowLjAsIkJvdHRvbSI6MC4wfSwiUGFkZGluZyI6eyIkaWQiOiIxOTM1IiwiVG9wIjowLjAsIkxlZnQiOjAuMCwiUmlnaHQiOjAuMCwiQm90dG9tIjowLjB9LCJCYWNrZ3JvdW5kIjp7IiRpZCI6IjE5MzYiLCJDb2xvciI6eyIkaWQiOiIxOTM3IiwiQSI6MjU1LCJSIjoyMzcsIkciOjEyNSwiQiI6NDl9fSwiSXNWaXNpYmxlIjp0cnVlLCJXaWR0aCI6MC4wLCJIZWlnaHQiOjAuMCwiQm9yZGVyU3R5bGUiOnsiJGlkIjoiMTkzOCIsIkxpbmVDb2xvciI6bnVsbCwiTGluZVdlaWdodCI6MC4wLCJMaW5lVHlwZSI6MCwiUGFyZW50U3R5bGUiOm51bGx9LCJQYXJlbnRTdHlsZSI6bnVsbH0sIkhvcml6b250YWxDb25uZWN0b3JTdHlsZSI6eyIkaWQiOiIxOTM5IiwiTGluZUNvbG9yIjp7IiRpZCI6IjE5NDAiLCIkdHlwZSI6Ik5MUkUuQ29tbW9uLkRvbS5Tb2xpZENvbG9yQnJ1c2gsIE5MUkUuQ29tbW9uIiwiQ29sb3IiOnsiJGlkIjoiMTk0MSIsIkEiOjUxLCJSIjoyMSwiRyI6OTYsIkIiOjEzMH19LCJMaW5lV2VpZ2h0IjoxLjAsIkxpbmVUeXBlIjowLCJQYXJlbnRTdHlsZSI6bnVsbH0sIlZlcnRpY2FsQ29ubmVjdG9yU3R5bGUiOnsiJGlkIjoiMTk0MiIsIkxpbmVDb2xvciI6eyIkaWQiOiIxOTQzIiwiJHR5cGUiOiJOTFJFLkNvbW1vbi5Eb20uU29saWRDb2xvckJydXNoLCBOTFJFLkNvbW1vbiIsIkNvbG9yIjp7IiRpZCI6IjE5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OTQ1IiwiU2hhcGVTdHlsZSI6eyIkaWQiOiIxOTQ2IiwiTWFyZ2luIjp7IiRpZCI6IjE5NDciLCJUb3AiOjAuMCwiTGVmdCI6MC4wLCJSaWdodCI6MC4wLCJCb3R0b20iOjAuMH0sIlBhZGRpbmciOnsiJGlkIjoiMTk0OCIsIlRvcCI6MC4wLCJMZWZ0IjowLjAsIlJpZ2h0IjowLjAsIkJvdHRvbSI6MC4wfSwiQmFja2dyb3VuZCI6eyIkaWQiOiIxOTQ5IiwiQ29sb3IiOnsiJGlkIjoiMTk1MCIsIkEiOjE1MywiUiI6MCwiRyI6MCwiQiI6MH19LCJJc1Zpc2libGUiOnRydWUsIldpZHRoIjowLjAsIkhlaWdodCI6MC4wLCJCb3JkZXJTdHlsZSI6bnVsbCwiUGFyZW50U3R5bGUiOm51bGx9LCJNYXJnaW4iOnsiJGlkIjoiMTk1MSIsIlRvcCI6MC4wLCJMZWZ0IjowLjAsIlJpZ2h0IjowLjAsIkJvdHRvbSI6MC4wfSwiUGFkZGluZyI6eyIkaWQiOiIxOTUyIiwiVG9wIjowLjAsIkxlZnQiOjAuMCwiUmlnaHQiOjAuMCwiQm90dG9tIjowLjB9LCJCYWNrZ3JvdW5kIjpudWxsLCJJc1Zpc2libGUiOnRydWUsIldpZHRoIjowLjAsIkhlaWdodCI6MC4wLCJCb3JkZXJTdHlsZSI6bnVsbCwiUGFyZW50U3R5bGUiOm51bGx9LCJTaGFwZVN0eWxlIjp7IiRpZCI6IjE5NTMiLCJNYXJnaW4iOnsiJGlkIjoiMTk1NCIsIlRvcCI6MC4wLCJMZWZ0Ijo0LjAsIlJpZ2h0Ijo0LjAsIkJvdHRvbSI6MC4wfSwiUGFkZGluZyI6eyIkaWQiOiIxOTU1IiwiVG9wIjowLjAsIkxlZnQiOjAuMCwiUmlnaHQiOjAuMCwiQm90dG9tIjowLjB9LCJCYWNrZ3JvdW5kIjp7IiRpZCI6IjE5NTYiLCJDb2xvciI6eyIkaWQiOiIxOTU3IiwiQSI6MjU1LCJSIjoyMSwiRyI6OTYsIkIiOjEzMH19LCJJc1Zpc2libGUiOnRydWUsIldpZHRoIjowLjAsIkhlaWdodCI6MjIuODA0NDQ0MDI0OTQyMiwiQm9yZGVyU3R5bGUiOnsiJGlkIjoiMTk1OCIsIkxpbmVDb2xvciI6eyIkaWQiOiIxOTU5IiwiJHR5cGUiOiJOTFJFLkNvbW1vbi5Eb20uU29saWRDb2xvckJydXNoLCBOTFJFLkNvbW1vbiIsIkNvbG9yIjp7IiRpZCI6IjE5NjAiLCJBIjoyNTUsIlIiOjIzNCwiRyI6MjIsIkIiOjMwfX0sIkxpbmVXZWlnaHQiOjAuMCwiTGluZVR5cGUiOjAsIlBhcmVudFN0eWxlIjpudWxsfSwiUGFyZW50U3R5bGUiOm51bGx9LCJUaXRsZVN0eWxlIjp7IiRpZCI6IjE5NjEiLCJGb250U2V0dGluZ3MiOnsiJGlkIjoiMTk2MiIsIkZvbnRTaXplIjoxMSwiRm9udE5hbWUiOiJDYWxpYnJpIiwiSXNCb2xkIjpmYWxzZSwiSXNJdGFsaWMiOmZhbHNlLCJJc1VuZGVybGluZWQiOmZhbHNlLCJQYXJlbnRTdHlsZSI6bnVsbH0sIkF1dG9TaXplIjowLCJGb3JlZ3JvdW5kIjp7IiRpZCI6IjE5NjMiLCJDb2xvciI6eyIkaWQiOiIxOT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5NjUiLCJUb3AiOjAuMCwiTGVmdCI6MC4wLCJSaWdodCI6MC4wLCJCb3R0b20iOjAuMH0sIlBhZGRpbmciOnsiJGlkIjoiMTk2NiIsIlRvcCI6MC4wLCJMZWZ0IjowLjAsIlJpZ2h0IjowLjAsIkJvdHRvbSI6MC4wfSwiQmFja2dyb3VuZCI6eyIkaWQiOiIxOTY3IiwiQ29sb3IiOnsiJGlkIjoiMTk2OCIsIkEiOjAsIlIiOjI1NSwiRyI6MjU1LCJCIjoyNTV9fSwiSXNWaXNpYmxlIjp0cnVlLCJXaWR0aCI6MC4wLCJIZWlnaHQiOjAuMCwiQm9yZGVyU3R5bGUiOnsiJGlkIjoiMTk2OSIsIkxpbmVDb2xvciI6bnVsbCwiTGluZVdlaWdodCI6MC4wLCJMaW5lVHlwZSI6MCwiUGFyZW50U3R5bGUiOm51bGx9LCJQYXJlbnRTdHlsZSI6bnVsbH0sIkRhdGVTdHlsZSI6eyIkaWQiOiIxOTcwIiwiRm9udFNldHRpbmdzIjp7IiRpZCI6IjE5NzEiLCJGb250U2l6ZSI6MTAsIkZvbnROYW1lIjoiQ2FsaWJyaSIsIklzQm9sZCI6ZmFsc2UsIklzSXRhbGljIjpmYWxzZSwiSXNVbmRlcmxpbmVkIjpmYWxzZSwiUGFyZW50U3R5bGUiOm51bGx9LCJBdXRvU2l6ZSI6MCwiRm9yZWdyb3VuZCI6eyIkaWQiOiIxOTcyIiwiQ29sb3IiOnsiJGlkIjoiMTk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Tc0IiwiVG9wIjowLjAsIkxlZnQiOjAuMCwiUmlnaHQiOjAuMCwiQm90dG9tIjowLjB9LCJQYWRkaW5nIjp7IiRpZCI6IjE5NzUiLCJUb3AiOjAuMCwiTGVmdCI6MC4wLCJSaWdodCI6MC4wLCJCb3R0b20iOjAuMH0sIkJhY2tncm91bmQiOnsiJGlkIjoiMTk3NiIsIkNvbG9yIjp7IiRpZCI6IjE5NzciLCJBIjowLCJSIjoyNTUsIkciOjI1NSwiQiI6MjU1fX0sIklzVmlzaWJsZSI6dHJ1ZSwiV2lkdGgiOjAuMCwiSGVpZ2h0IjowLjAsIkJvcmRlclN0eWxlIjp7IiRpZCI6IjE5NzgiLCJMaW5lQ29sb3IiOm51bGwsIkxpbmVXZWlnaHQiOjAuMCwiTGluZVR5cGUiOjAsIlBhcmVudFN0eWxlIjpudWxsfSwiUGFyZW50U3R5bGUiOm51bGx9LCJEYXRlRm9ybWF0Ijp7IiRpZCI6IjE5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k4MCIsIkZvcm1hdCI6MCwiSXNWaXNpYmxlIjpmYWxzZSwiTGFzdEtub3duVmlzaWJpbGl0eVN0YXRlIjpmYWxzZX0sIklzVmlzaWJsZSI6dHJ1ZSwiVmFyaWFuY2VTdHlsZSI6eyIkaWQiOiIxOTgxIiwiVGV4dFN0eWxlIjp7IiRpZCI6IjE5ODIiLCJGb250U2V0dGluZ3MiOnsiJGlkIjoiMTk4MyIsIkZvbnRTaXplIjoxMCwiRm9udE5hbWUiOiJDYWxpYnJpIiwiSXNCb2xkIjpmYWxzZSwiSXNJdGFsaWMiOmZhbHNlLCJJc1VuZGVybGluZWQiOmZhbHNlLCJQYXJlbnRTdHlsZSI6bnVsbH0sIkF1dG9TaXplIjowLCJGb3JlZ3JvdW5kIjp7IiRpZCI6IjE5ODQiLCJDb2xvciI6eyIkaWQiOiIxOT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ODYiLCJUb3AiOjAuMCwiTGVmdCI6MC4wLCJSaWdodCI6MC4wLCJCb3R0b20iOjAuMH0sIlBhZGRpbmciOnsiJGlkIjoiMTk4NyIsIlRvcCI6MC4wLCJMZWZ0IjowLjAsIlJpZ2h0IjowLjAsIkJvdHRvbSI6MC4wfSwiQmFja2dyb3VuZCI6eyIkaWQiOiIxOTg4IiwiQ29sb3IiOnsiJGlkIjoiMTk4OSIsIkEiOjI1NSwiUiI6MCwiRyI6MCwiQiI6MH19LCJJc1Zpc2libGUiOnRydWUsIldpZHRoIjowLjAsIkhlaWdodCI6MC4wLCJCb3JkZXJTdHlsZSI6eyIkaWQiOiIxOTkwIiwiTGluZUNvbG9yIjpudWxsLCJMaW5lV2VpZ2h0IjowLjAsIkxpbmVUeXBlIjowLCJQYXJlbnRTdHlsZSI6bnVsbH0sIlBhcmVudFN0eWxlIjpudWxsfSwiUGFyZW50U3R5bGUiOm51bGx9LCJQYXJlbnRTdHlsZSI6bnVsbH0sIkluZGV4Ijo5LCJTbWFydER1cmF0aW9uQWN0aXZhdGVkIjpmYWxzZSwiRGF0ZUZvcm1hdCI6eyIkcmVmIjoiMTk3OSJ9LCJXZWVrTnVtYmVyaW5nIjp7IiRpZCI6IjE5OTEiLCJGb3JtYXQiOjAsIklzVmlzaWJsZSI6ZmFsc2UsIkxhc3RLbm93blZpc2liaWxpdHlTdGF0ZSI6ZmFsc2V9LCJCYXNlbGluZURhdGEiOnsiJGlkIjoiMTk5MiIsIlN0YXJ0RGF0ZSI6IjIwMjYtMDctMjZUMjM6NTk6MDAiLCJFbmREYXRlIjoiMjAyNi0wOC0wN1QyMzo1OTowMCJ9LCJJZCI6IjQyNzZjNGZkLTU4NWQtNDJkZC04MzMwLWFkZjdmMjQ3ZGI2MyIsIkltcG9ydElkIjpudWxsLCJUaXRsZSI6IkRlcGxveW1lbnQgJiBEb2N1bWVudGF0aW9uIiwiTm90ZSI6bnVsbCwiSHlwZXJsaW5rIjp7IiRpZCI6IjE5OTMiLCJBZGRyZXNzIjoiIiwiU3ViQWRkcmVzcyI6IiJ9LCJJc0NoYW5nZWQiOmZhbHNlLCJJc05ldyI6ZmFsc2V9XSwiU3dpbWxhbmVzIjpbXSwiTXNQcm9qZWN0SXRlbXNUcmVlIjp7IiRpZCI6IjE5OTQiLCJSb290Ijp7IkltcG9ydElkIjpudWxsLCJJc0ltcG9ydGVkIjpmYWxzZSwiQ2hpbGRyZW4iOltdfX0sIk1ldGFkYXRhIjp7IiRpZCI6IjE5OTUiLCJTb3VyY2VUaGVtZSI6IntcIiRpZFwiOlwiMVwiLFwiSWRcIjpcImNhYjUxNDQyLWU2ZmQtNGY2MS04MjgzLTZhMjRmODA0ODg4YVwiLFwiQ2F0ZWdvcnlcIjoxLFwiQ3VsdHVyZUluZm9OYW1lXCI6XCJlbi1VU1wiLFwiVmVyc2lvblwiOntcIiRpZFwiOlwiMlwiLFwiVGhlbWVEb21WZXJzaW9uXCI6XCIyLjEuMFwifSxcIlN0eWxlXCI6e1wiJGlkXCI6XCIzXCIsXCJUaW1lYmFuZFN0eWxlXCI6e1wiJGlkXCI6XCI0XCIsXCJSaWdodEVuZENhcHNTdHlsZVwiOntcIiRpZFwiOlwiNVwiLFwiRm9udFNldHRpbmdzXCI6e1wiJGlkXCI6XCI2XCIsXCJGb250U2l6ZVwiOjE4LFwiRm9udE5hbWVcIjpcIkNhbGlicmlcIixcIklzQm9sZFwiOnRydWUsXCJJc0l0YWxpY1wiOmZhbHNlLFwiSXNVbmRlcmxpbmVkXCI6ZmFsc2V9LFwiRm9yZWdyb3VuZFwiOntcIiRpZFwiOlwiN1wiLFwiQ29sb3JcIjp7XCIkaWRcIjpcIjhcIixcIkFcIjoyNTUsXCJSXCI6MjMzLFwiR1wiOjExMyxcIkJcIjo1MH19LFwiSG9yaXpvbnRhbEFsaWdubWVudFwiOjAsXCJJc1Zpc2libGVcIjp0cnVlfSxcIkxlZnRFbmRDYXBzU3R5bGVcIjp7XCIkaWRcIjpcIjlcIixcIkZvbnRTZXR0aW5nc1wiOntcIiRpZFwiOlwiMTBcIixcIkZvbnRTaXplXCI6MTgsXCJGb250TmFtZVwiOlwiQ2FsaWJyaVwiLFwiSXNCb2xkXCI6dHJ1ZSxcIklzSXRhbGljXCI6ZmFsc2UsXCJJc1VuZGVybGluZWRcIjpmYWxzZX0sXCJGb3JlZ3JvdW5kXCI6e1wiJGlkXCI6XCIxMVwiLFwiQ29sb3JcIjp7XCIkaWRcIjpcIjEyXCIsXCJBXCI6MjU1LFwiUlwiOjIzNyxcIkdcIjoxMjUsXCJCXCI6NDl9fSxcIkhvcml6b250YWxBbGlnbm1lbnRcIjowLFwiSXNWaXNpYmxlXCI6ZmFsc2V9LFwiVG9kYXlNYXJrZXJTdHlsZVwiOntcIiRpZFwiOlwiMTNcIixcIlRvZGF5VGV4dFN0eWxlXCI6e1wiJGlkXCI6XCIxNFwiLFwiRm9udFNldHRpbmdzXCI6e1wiJGlkXCI6XCIxNVwiLFwiRm9udFNpemVcIjoxMixcIkZvbnROYW1lXCI6XCJDYWxpYnJpXCIsXCJJc0JvbGRcIjpmYWxzZSxcIklzSXRhbGljXCI6ZmFsc2UsXCJJc1VuZGVybGluZWRcIjpmYWxzZX0sXCJGb3JlZ3JvdW5kXCI6e1wiJGlkXCI6XCIxNlwiLFwiQ29sb3JcIjp7XCIkaWRcIjpcIjE3XCIsXCJBXCI6MjU1LFwiUlwiOjAsXCJHXCI6MCxcIkJcIjowfX0sXCJIb3Jpem9udGFsQWxpZ25tZW50XCI6MCxcIklzVmlzaWJsZVwiOnRydWV9LFwiVG9kYXlNYXJrZXJTaGFwZVN0eWxlXCI6e1wiJGlkXCI6XCIxOFwiLFwiTWFyZ2luXCI6e1wiJGlkXCI6XCIxOVwiLFwiVG9wXCI6MC4wLFwiTGVmdFwiOjAuMCxcIlJpZ2h0XCI6MC4wLFwiQm90dG9tXCI6MC4wfSxcIlBhZGRpbmdcIjp7XCIkaWRcIjpcIjIwXCIsXCJUb3BcIjowLjAsXCJMZWZ0XCI6MC4wLFwiUmlnaHRcIjowLjAsXCJCb3R0b21cIjowLjB9LFwiQmFja2dyb3VuZFwiOntcIiRpZFwiOlwiMjFcIixcIkNvbG9yXCI6e1wiJGlkXCI6XCIyMlwiLFwiQVwiOjI1NSxcIlJcIjoyNTUsXCJHXCI6MCxcIkJcIjowfX0sXCJJc1Zpc2libGVcIjp0cnVlLFwiV2lkdGhcIjowLjAsXCJIZWlnaHRcIjowLjAsXCJCb3JkZXJTdHlsZVwiOm51bGx9LFwiVG9kYXlNYXJrZXJQb3NpdGlvblwiOjMsXCJJc1Zpc2libGVcIjp0cnVlfSxcIlNjYWxlU3R5bGVcIjp7XCIkaWRcIjpcIjIzXCIsXCJTaG93U2VnbWVudFNlcGFyYXRvcnNcIjp0cnVlLFwiU2VnbWVudFNlcGFyYXRvck9wYWNpdHlcIjozMCxcIlNoYXBlXCI6MyxcIlNlZ21lbnRUZXh0U3R5bGVcIjp7XCIkaWRcIjpcIjI0XCIsXCJGb250U2V0dGluZ3NcIjp7XCIkaWRcIjpcIjI1XCIsXCJGb250U2l6ZVwiOjEyLFwiRm9udE5hbWVcIjpcIkNhbGlicmlcIixcIklzQm9sZFwiOmZhbHNlLFwiSXNJdGFsaWNcIjpmYWxzZSxcIklzVW5kZXJsaW5lZFwiOmZhbHNlfSxcIkZvcmVncm91bmRcIjp7XCIkaWRcIjpcIjI2XCIsXCJDb2xvclwiOntcIiRpZFwiOlwiMjdcIixcIkFcIjoyNTUsXCJSXCI6MjMyLFwiR1wiOjIzMixcIkJcIjoyMzJ9fSxcIkhvcml6b250YWxBbGlnbm1lbnRcIjowLFwiSXNWaXNpYmxlXCI6dHJ1ZX0sXCJTaGFwZVN0eWxlXCI6e1wiJGlkXCI6XCIyOFwiLFwiTWFyZ2luXCI6e1wiJGlkXCI6XCIyOVwiLFwiVG9wXCI6MC4wLFwiTGVmdFwiOjEwLjAsXCJSaWdodFwiOjEwLjAsXCJCb3R0b21cIjowLjB9LFwiUGFkZGluZ1wiOntcIiRpZFwiOlwiMzBcIixcIlRvcFwiOjAuMCxcIkxlZnRcIjowLjAsXCJSaWdodFwiOjAuMCxcIkJvdHRvbVwiOjAuMH0sXCJCYWNrZ3JvdW5kXCI6e1wiJGlkXCI6XCIzMVwiLFwiQ29sb3JcIjp7XCIkaWRcIjpcIjMyXCIsXCJBXCI6MjU1LFwiUlwiOjE0LFwiR1wiOjQwLFwiQlwiOjY1fX0sXCJJc1Zpc2libGVcIjp0cnVlLFwiV2lkdGhcIjo4NTguMCxcIkhlaWdodFwiOjIwLjAsXCJCb3JkZXJTdHlsZVwiOntcIiRpZFwiOlwiMzNcIixcIkxpbmVTdHlsZVwiOntcIiRpZFwiOlwiMzRcIixcIkxpbmVDb2xvclwiOntcIiRpZFwiOlwiMzVcIixcIkNvbG9yXCI6e1wiJGlkXCI6XCIzNlwiLFwiQVwiOjI1NSxcIlJcIjoyNTUsXCJHXCI6MCxcIkJcIjowfX0sXCJMaW5lV2VpZ2h0XCI6MC4wLFwiTGluZVR5cGVcIjowfSxcIklzVmlzaWJsZVwiOmZhbHNlfX19LFwiRWxhcHNlZFRpbWVTdHlsZVwiOntcIiRpZFwiOlwiMzdcIixcIkVsYXBzZWRUaW1lQmFja2dyb3VuZFwiOntcIiRpZFwiOlwiMzhcIixcIkNvbG9yXCI6e1wiJGlkXCI6XCIzOVwiLFwiQVwiOjE5MSxcIlJcIjoyNTUsXCJHXCI6MCxcIkJcIjowfX0sXCJFbGFwc2VkVGltZUZvcm1hdFwiOjEsXCJJc1Zpc2libGVcIjp0cnVlfSxcIk1hcmdpblwiOntcIiRpZFwiOlwiNDBcIixcIlRvcFwiOjAuMCxcIkxlZnRcIjoxMC4wLFwiUmlnaHRcIjoxMC4wLFwiQm90dG9tXCI6MC4wfSxcIlBhZGRpbmdcIjp7XCIkaWRcIjpcIjQxXCIsXCJUb3BcIjowLjAsXCJMZWZ0XCI6MC4wLFwiUmlnaHRcIjowLjAsXCJCb3R0b21cIjowLjB9LFwiQmFja2dyb3VuZFwiOntcIiRpZFwiOlwiNDJcIixcIkNvbG9yXCI6e1wiJGlkXCI6XCI0M1wiLFwiQVwiOjI1NSxcIlJcIjo0NyxcIkdcIjo1NCxcIkJcIjoxNTN9fSxcIklzVmlzaWJsZVwiOmZhbHNlLFwiV2lkdGhcIjowLjAsXCJIZWlnaHRcIjowLjAsXCJCb3JkZXJTdHlsZVwiOm51bGx9LFwiVGFza1N0eWxlXCI6e1wiJGlkXCI6XCI0NFwiLFwiU2hhcGVcIjozLFwiU2hhcGVUaGlja25lc3NcIjowLFwiRHVyYXRpb25Gb3JtYXRcIjowLFwiUGVyY2VudGFnZUNvbXBsZXRlVGV4dFN0eWxlXCI6e1wiJGlkXCI6XCI0NVwiLFwiRm9udFNldHRpbmdzXCI6e1wiJGlkXCI6XCI0NlwiLFwiRm9udFNpemVcIjoxMCxcIkZvbnROYW1lXCI6XCJDYWxpYnJpXCIsXCJJc0JvbGRcIjpmYWxzZSxcIklzSXRhbGljXCI6ZmFsc2UsXCJJc1VuZGVybGluZWRcIjpmYWxzZX0sXCJGb3JlZ3JvdW5kXCI6e1wiJGlkXCI6XCI0N1wiLFwiQ29sb3JcIjp7XCIkaWRcIjpcIjQ4XCIsXCJBXCI6MjU1LFwiUlwiOjIzMixcIkdcIjoyMzIsXCJCXCI6MjMyfX0sXCJIb3Jpem9udGFsQWxpZ25tZW50XCI6MSxcIklzVmlzaWJsZVwiOnRydWV9LFwiUGVyY2VudGFnZUNvbXBsZXRlSGlnaGxpZ2h0U3R5bGVcIjp7XCIkaWRcIjpcIjQ5XCIsXCJCYWNrZ3JvdW5kXCI6e1wiJGlkXCI6XCI1MFwiLFwiQ29sb3JcIjp7XCIkaWRcIjpcIjUxXCIsXCJBXCI6ODksXCJSXCI6MCxcIkdcIjowLFwiQlwiOjB9fX0sXCJEdXJhdGlvblN0eWxlXCI6e1wiJGlkXCI6XCI1MlwiLFwiRm9udFNldHRpbmdzXCI6e1wiJGlkXCI6XCI1M1wiLFwiRm9udFNpemVcIjoxMCxcIkZvbnROYW1lXCI6XCJDYWxpYnJpXCIsXCJJc0JvbGRcIjpmYWxzZSxcIklzSXRhbGljXCI6ZmFsc2UsXCJJc1VuZGVybGluZWRcIjpmYWxzZX0sXCJGb3JlZ3JvdW5kXCI6e1wiJGlkXCI6XCI1NFwiLFwiQ29sb3JcIjp7XCIkaWRcIjpcIjU1XCIsXCJBXCI6MjU1LFwiUlwiOjIzNyxcIkdcIjoxMjUsXCJCXCI6NDl9fSxcIkhvcml6b250YWxBbGlnbm1lbnRcIjowLFwiSXNWaXNpYmxlXCI6ZmFsc2V9LFwiSG9yaXpvbnRhbENvbm5lY3RvclN0eWxlXCI6e1wiJGlkXCI6XCI1NlwiLFwiTGluZVN0eWxlXCI6e1wiJGlkXCI6XCI1N1wiLFwiTGluZUNvbG9yXCI6e1wiJGlkXCI6XCI1OFwiLFwiQ29sb3JcIjp7XCIkaWRcIjpcIjU5XCIsXCJBXCI6NTEsXCJSXCI6MjEsXCJHXCI6OTYsXCJCXCI6MTMwfX0sXCJMaW5lV2VpZ2h0XCI6MS4wLFwiTGluZVR5cGVcIjowfSxcIklzVmlzaWJsZVwiOnRydWV9LFwiVmVydGljYWxDb25uZWN0b3JTdHlsZVwiOntcIiRpZFwiOlwiNjBcIixcIkxpbmVTdHlsZVwiOntcIiRpZFwiOlwiNjFcIixcIkxpbmVDb2xvclwiOntcIiRpZFwiOlwiNjJcIixcIkNvbG9yXCI6e1wiJGlkXCI6XCI2M1wiLFwiQVwiOjUxLFwiUlwiOjIxLFwiR1wiOjk2LFwiQlwiOjEzMH19LFwiTGluZVdlaWdodFwiOjEuMCxcIkxpbmVUeXBlXCI6MH0sXCJJc1Zpc2libGVcIjpmYWxzZX0sXCJNYXJnaW5cIjp7XCIkaWRcIjpcIjY0XCIsXCJUb3BcIjowLjAsXCJMZWZ0XCI6MC4wLFwiUmlnaHRcIjowLjAsXCJCb3R0b21cIjowLjB9LFwiU3RhcnREYXRlUG9zaXRpb25cIjo0LFwiRW5kRGF0ZVBvc2l0aW9uXCI6NCxcIlRpdGxlUG9zaXRpb25cIjozLFwiRHVyYXRpb25Qb3NpdGlvblwiOjAsXCJQZXJjZW50YWdlQ29tcGxldGVkUG9zaXRpb25cIjoyLFwiVmFyaWFuY2VQb3NpdGlvblwiOjIsXCJTcGFjaW5nXCI6MyxcIklzQmVsb3dUaW1lYmFuZFwiOmZhbHNlLFwiQmFzZWxpbmVTdHlsZVwiOntcIiRpZFwiOlwiNjVcIixcIkJhc2VsaW5lU2hhcGVTdHlsZVwiOntcIiRpZFwiOlwiNjZcIixcIk1hcmdpblwiOntcIiRpZFwiOlwiNjdcIixcIlRvcFwiOjAuMCxcIkxlZnRcIjowLjAsXCJSaWdodFwiOjAuMCxcIkJvdHRvbVwiOjAuMH0sXCJQYWRkaW5nXCI6e1wiJGlkXCI6XCI2OFwiLFwiVG9wXCI6MC4wLFwiTGVmdFwiOjAuMCxcIlJpZ2h0XCI6MC4wLFwiQm90dG9tXCI6MC4wfSxcIkJhY2tncm91bmRcIjp7XCIkaWRcIjpcIjY5XCIsXCJDb2xvclwiOntcIiRpZFwiOlwiNzBcIixcIkFcIjoxNTMsXCJSXCI6MCxcIkdcIjowLFwiQlwiOjB9fSxcIklzVmlzaWJsZVwiOmZhbHNlLFwiV2lkdGhcIjowLjAsXCJIZWlnaHRcIjowLjAsXCJCb3JkZXJTdHlsZVwiOntcIiRpZFwiOlwiNzFcIixcIkxpbmVTdHlsZVwiOntcIiRpZFwiOlwiNzJcIixcIkxpbmVDb2xvclwiOntcIiRpZFwiOlwiNzNcIixcIkNvbG9yXCI6e1wiJGlkXCI6XCI3NFwiLFwiQVwiOjI1NSxcIlJcIjoyNTUsXCJHXCI6MCxcIkJcIjowfX0sXCJMaW5lV2VpZ2h0XCI6Mi4wLFwiTGluZVR5cGVcIjowfSxcIklzVmlzaWJsZVwiOmZhbHNlfX19LFwiU2hhcGVTdHlsZVwiOntcIiRpZFwiOlwiNzVcIixcIk1hcmdpblwiOntcIiRpZFwiOlwiNzZcIixcIlRvcFwiOjAuMCxcIkxlZnRcIjo0LjAsXCJSaWdodFwiOjQuMCxcIkJvdHRvbVwiOjAuMH0sXCJQYWRkaW5nXCI6e1wiJGlkXCI6XCI3N1wiLFwiVG9wXCI6MC4wLFwiTGVmdFwiOjAuMCxcIlJpZ2h0XCI6MC4wLFwiQm90dG9tXCI6MC4wfSxcIkJhY2tncm91bmRcIjp7XCIkaWRcIjpcIjc4XCIsXCJDb2xvclwiOntcIiRpZFwiOlwiNzlcIixcIkFcIjoyNTUsXCJSXCI6MjEsXCJHXCI6OTYsXCJCXCI6MTMwfX0sXCJJc1Zpc2libGVcIjp0cnVlLFwiV2lkdGhcIjowLjAsXCJIZWlnaHRcIjoxMC4wLFwiQm9yZGVyU3R5bGVcIjp7XCIkaWRcIjpcIjgwXCIsXCJMaW5lU3R5bGVcIjp7XCIkaWRcIjpcIjgxXCIsXCJMaW5lQ29sb3JcIjp7XCIkaWRcIjpcIjgyXCIsXCJDb2xvclwiOntcIiRpZFwiOlwiODNcIixcIkFcIjoyNTUsXCJSXCI6MjM0LFwiR1wiOjIyLFwiQlwiOjMwfX0sXCJMaW5lV2VpZ2h0XCI6Mi4wLFwiTGluZVR5cGVcIjowfSxcIklzVmlzaWJsZVwiOmZhbHNlfX0sXCJUaXRsZVN0eWxlXCI6e1wiJGlkXCI6XCI4NFwiLFwiRm9udFNldHRpbmdzXCI6e1wiJGlkXCI6XCI4NVwiLFwiRm9udFNpemVcIjoxMSxcIkZvbnROYW1lXCI6XCJDYWxpYnJpXCIsXCJJc0JvbGRcIjpmYWxzZSxcIklzSXRhbGljXCI6ZmFsc2UsXCJJc1VuZGVybGluZWRcIjpmYWxzZX0sXCJGb3JlZ3JvdW5kXCI6e1wiJGlkXCI6XCI4NlwiLFwiQ29sb3JcIjp7XCIkaWRcIjpcIjg3XCIsXCJBXCI6MjU1LFwiUlwiOjAsXCJHXCI6MCxcIkJcIjowfX0sXCJIb3Jpem9udGFsQWxpZ25tZW50XCI6MixcIklzVmlzaWJsZVwiOnRydWV9LFwiRGF0ZVN0eWxlXCI6e1wiJGlkXCI6XCI4OFwiLFwiRm9udFNldHRpbmdzXCI6e1wiJGlkXCI6XCI4OVwiLFwiRm9udFNpemVcIjoxMCxcIkZvbnROYW1lXCI6XCJDYWxpYnJpXCIsXCJJc0JvbGRcIjpmYWxzZSxcIklzSXRhbGljXCI6ZmFsc2UsXCJJc1VuZGVybGluZWRcIjpmYWxzZX0sXCJGb3JlZ3JvdW5kXCI6e1wiJGlkXCI6XCI5MFwiLFwiQ29sb3JcIjp7XCIkaWRcIjpcIjkxXCIsXCJBXCI6MjU1LFwiUlwiOjE0LFwiR1wiOjQwLFwiQlwiOjY1fX0sXCJIb3Jpem9udGFsQWxpZ25tZW50XCI6MCxcIklzVmlzaWJsZVwiOnRydWV9LFwiRGF0ZUZvcm1hdFwiOntcIiRpZFwiOlwiOT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OTNcIixcIkZvcm1hdFwiOjAsXCJJc1Zpc2libGVcIjpmYWxzZSxcIkxhc3RLbm93blZpc2liaWxpdHlTdGF0ZVwiOmZhbHNlfSxcIlZhcmlhbmNlU3R5bGVcIjp7XCIkaWRcIjpcIjk0XCIsXCJWYXJpYW5jZVRleHRTdHlsZVwiOntcIiRpZFwiOlwiOTVcIixcIkZvbnRTZXR0aW5nc1wiOntcIiRpZFwiOlwiOTZcIixcIkZvbnRTaXplXCI6MTAsXCJGb250TmFtZVwiOlwiQ2FsaWJyaVwiLFwiSXNCb2xkXCI6ZmFsc2UsXCJJc0l0YWxpY1wiOmZhbHNlLFwiSXNVbmRlcmxpbmVkXCI6ZmFsc2V9LFwiRm9yZWdyb3VuZFwiOntcIiRpZFwiOlwiOTdcIixcIkNvbG9yXCI6e1wiJGlkXCI6XCI5OFwiLFwiQVwiOjI1NSxcIlJcIjowLFwiR1wiOjAsXCJCXCI6MH19LFwiSG9yaXpvbnRhbEFsaWdubWVudFwiOjAsXCJJc1Zpc2libGVcIjp0cnVlfX19LFwiTWlsZXN0b25lU3R5bGVcIjp7XCIkaWRcIjpcIjk5XCIsXCJTaGFwZVwiOjIsXCJJc0JlbG93VGltZWJhbmRcIjpmYWxzZSxcIlNoYXBlU2l6ZVwiOjEsXCJQYWRkaW5nXCI6e1wiJGlkXCI6XCIxMDBcIixcIlRvcFwiOjUuMCxcIkxlZnRcIjozLjAsXCJSaWdodFwiOjAuMCxcIkJvdHRvbVwiOjIuMH0sXCJTaGFwZVN0eWxlXCI6e1wiJGlkXCI6XCIxMDFcIixcIk1hcmdpblwiOntcIiRpZFwiOlwiMTAyXCIsXCJUb3BcIjowLjAsXCJMZWZ0XCI6MC4wLFwiUmlnaHRcIjowLjAsXCJCb3R0b21cIjowLjB9LFwiUGFkZGluZ1wiOntcIiRpZFwiOlwiMTAzXCIsXCJUb3BcIjowLjAsXCJMZWZ0XCI6MC4wLFwiUmlnaHRcIjowLjAsXCJCb3R0b21cIjowLjB9LFwiQmFja2dyb3VuZFwiOntcIiRpZFwiOlwiMTA0XCIsXCJDb2xvclwiOntcIiRpZFwiOlwiMTA1XCIsXCJBXCI6MjU1LFwiUlwiOjIzMyxcIkdcIjoxMTMsXCJCXCI6NTB9fSxcIklzVmlzaWJsZVwiOnRydWUsXCJXaWR0aFwiOjE4LjAsXCJIZWlnaHRcIjoyMC4wLFwiQm9yZGVyU3R5bGVcIjp7XCIkaWRcIjpcIjEwNlwiLFwiTGluZVN0eWxlXCI6e1wiJGlkXCI6XCIxMDdcIixcIkxpbmVDb2xvclwiOntcIiRpZFwiOlwiMTA4XCIsXCJDb2xvclwiOntcIiRpZFwiOlwiMTA5XCIsXCJBXCI6MjU1LFwiUlwiOjIzNCxcIkdcIjoyMixcIkJcIjozMH19LFwiTGluZVdlaWdodFwiOjIuMCxcIkxpbmVUeXBlXCI6MH0sXCJJc1Zpc2libGVcIjpmYWxzZX19LFwiVGl0bGVTdHlsZVwiOntcIiRpZFwiOlwiMTEwXCIsXCJGb250U2V0dGluZ3NcIjp7XCIkaWRcIjpcIjExMVwiLFwiRm9udFNpemVcIjoxMSxcIkZvbnROYW1lXCI6XCJDYWxpYnJpXCIsXCJJc0JvbGRcIjp0cnVlLFwiSXNJdGFsaWNcIjpmYWxzZSxcIklzVW5kZXJsaW5lZFwiOmZhbHNlfSxcIkZvcmVncm91bmRcIjp7XCIkaWRcIjpcIjExMlwiLFwiQ29sb3JcIjp7XCIkaWRcIjpcIjExM1wiLFwiQVwiOjI1NSxcIlJcIjowLFwiR1wiOjAsXCJCXCI6MH19LFwiSG9yaXpvbnRhbEFsaWdubWVudFwiOjAsXCJJc1Zpc2libGVcIjp0cnVlfSxcIkRhdGVTdHlsZVwiOntcIiRpZFwiOlwiMTE0XCIsXCJGb250U2V0dGluZ3NcIjp7XCIkaWRcIjpcIjExNVwiLFwiRm9udFNpemVcIjoxMCxcIkZvbnROYW1lXCI6XCJDYWxpYnJpXCIsXCJJc0JvbGRcIjpmYWxzZSxcIklzSXRhbGljXCI6ZmFsc2UsXCJJc1VuZGVybGluZWRcIjpmYWxzZX0sXCJGb3JlZ3JvdW5kXCI6e1wiJGlkXCI6XCIxMTZcIixcIkNvbG9yXCI6e1wiJGlkXCI6XCIxMTdcIixcIkFcIjoyNTUsXCJSXCI6MTQsXCJHXCI6NDAsXCJCXCI6NjV9fSxcIkhvcml6b250YWxBbGlnbm1lbnRcIjowLFwiSXNWaXNpYmxlXCI6dHJ1ZX0sXCJEYXRlRm9ybWF0XCI6e1wiJGlkXCI6XCIxMTh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E5XCIsXCJGb3JtYXRcIjowLFwiSXNWaXNpYmxlXCI6ZmFsc2UsXCJMYXN0S25vd25WaXNpYmlsaXR5U3RhdGVcIjpmYWxzZX0sXCJWYXJpYW5jZVN0eWxlXCI6e1wiJGlkXCI6XCIxMjBcIixcIlZhcmlhbmNlVGV4dFN0eWxlXCI6e1wiJGlkXCI6XCIxMjFcIixcIkZvbnRTZXR0aW5nc1wiOntcIiRpZFwiOlwiMTIyXCIsXCJGb250U2l6ZVwiOjEwLFwiRm9udE5hbWVcIjpcIkNhbGlicmlcIixcIklzQm9sZFwiOmZhbHNlLFwiSXNJdGFsaWNcIjpmYWxzZSxcIklzVW5kZXJsaW5lZFwiOmZhbHNlfSxcIkZvcmVncm91bmRcIjp7XCIkaWRcIjpcIjEyM1wiLFwiQ29sb3JcIjp7XCIkaWRcIjpcIjEyNFwiLFwiQVwiOjI1NSxcIlJcIjowLFwiR1wiOjAsXCJCXCI6MH19LFwiSG9yaXpvbnRhbEFsaWdubWVudFwiOjAsXCJJc1Zpc2libGVcIjp0cnVlfX19LFwiTW90U3R5bGVcIjp7XCIkaWRcIjpcIjEyNVwiLFwiU2hhcGVcIjoyLFwiU2hhcGVTaXplXCI6MSxcIkRldGFpbHNTcGFjaW5nXCI6MC4wLFwiUGFkZGluZ1wiOntcIiRpZFwiOlwiMTI2XCIsXCJUb3BcIjo1LjAsXCJMZWZ0XCI6My4wLFwiUmlnaHRcIjowLjAsXCJCb3R0b21cIjoyLjB9LFwiUG9zaXRpb25PblRhc2tcIjoxLFwiU2hhcGVTdHlsZVwiOntcIiRpZFwiOlwiMTI3XCIsXCJNYXJnaW5cIjp7XCIkaWRcIjpcIjEyOFwiLFwiVG9wXCI6MC4wLFwiTGVmdFwiOjAuMCxcIlJpZ2h0XCI6MC4wLFwiQm90dG9tXCI6MC4wfSxcIlBhZGRpbmdcIjp7XCIkaWRcIjpcIjEyOVwiLFwiVG9wXCI6MC4wLFwiTGVmdFwiOjAuMCxcIlJpZ2h0XCI6MC4wLFwiQm90dG9tXCI6MC4wfSxcIkJhY2tncm91bmRcIjp7XCIkaWRcIjpcIjEzMFwiLFwiQ29sb3JcIjp7XCIkaWRcIjpcIjEzMVwiLFwiQVwiOjI1NSxcIlJcIjoyMzMsXCJHXCI6MTEzLFwiQlwiOjUwfX0sXCJJc1Zpc2libGVcIjp0cnVlLFwiV2lkdGhcIjoxMy4wLFwiSGVpZ2h0XCI6MTMuMCxcIkJvcmRlclN0eWxlXCI6e1wiJGlkXCI6XCIxMzJcIixcIkxpbmVTdHlsZVwiOntcIiRpZFwiOlwiMTMzXCIsXCJMaW5lQ29sb3JcIjp7XCIkaWRcIjpcIjEzNFwiLFwiQ29sb3JcIjp7XCIkaWRcIjpcIjEzNVwiLFwiQVwiOjI1NSxcIlJcIjoyMzQsXCJHXCI6MjIsXCJCXCI6MzB9fSxcIkxpbmVXZWlnaHRcIjoyLjAsXCJMaW5lVHlwZVwiOjB9LFwiSXNWaXNpYmxlXCI6ZmFsc2V9fSxcIlRpdGxlU3R5bGVcIjp7XCIkaWRcIjpcIjEzNlwiLFwiRm9udFNldHRpbmdzXCI6e1wiJGlkXCI6XCIxMzdcIixcIkZvbnRTaXplXCI6MTEsXCJGb250TmFtZVwiOlwiQ2FsaWJyaVwiLFwiSXNCb2xkXCI6dHJ1ZSxcIklzSXRhbGljXCI6ZmFsc2UsXCJJc1VuZGVybGluZWRcIjpmYWxzZX0sXCJGb3JlZ3JvdW5kXCI6e1wiJGlkXCI6XCIxMzhcIixcIkNvbG9yXCI6e1wiJGlkXCI6XCIxMzlcIixcIkFcIjoyNTUsXCJSXCI6MCxcIkdcIjowLFwiQlwiOjB9fSxcIkhvcml6b250YWxBbGlnbm1lbnRcIjowLFwiSXNWaXNpYmxlXCI6dHJ1ZX0sXCJEYXRlU3R5bGVcIjp7XCIkaWRcIjpcIjE0MFwiLFwiRm9udFNldHRpbmdzXCI6e1wiJGlkXCI6XCIxNDFcIixcIkZvbnRTaXplXCI6MTAsXCJGb250TmFtZVwiOlwiQ2FsaWJyaVwiLFwiSXNCb2xkXCI6ZmFsc2UsXCJJc0l0YWxpY1wiOmZhbHNlLFwiSXNVbmRlcmxpbmVkXCI6ZmFsc2V9LFwiRm9yZWdyb3VuZFwiOntcIiRpZFwiOlwiMTQyXCIsXCJDb2xvclwiOntcIiRpZFwiOlwiMTQzXCIsXCJBXCI6MjU1LFwiUlwiOjE0LFwiR1wiOjQwLFwiQlwiOjY1fX0sXCJIb3Jpem9udGFsQWxpZ25tZW50XCI6MCxcIklzVmlzaWJsZVwiOnRydWV9LFwiRGF0ZUZvcm1hdFwiOntcIiRpZFwiOlwiMTQ0XCIsXCJGb3JtYXRTdHJpbmdcIjpcIk1NTSBkLCB5eXl5XCIsXCJTZXBhcmF0b3JcIjpcIi9cIixcIlVzZUludGVybmF0aW9uYWxEYXRlRm9ybWF0XCI6ZmFsc2UsXCJEYXRlSXNWaXNpYmxlXCI6dHJ1ZSxcIlRpbWVJc1Zpc2libGVcIjpmYWxzZSxcIkhvdXJEaWdpdHNcIjoxLFwiQW1QbURlc2lnbmF0b3JcIjoyLFwiVHJpbTAwTWludXRlc1wiOmZhbHNlfSxcIldlZWtOdW1iZXJpbmdcIjp7XCIkaWRcIjpcIjE0NVwiLFwiRm9ybWF0XCI6MCxcIklzVmlzaWJsZVwiOmZhbHNlLFwiTGFzdEtub3duVmlzaWJpbGl0eVN0YXRlXCI6ZmFsc2V9LFwiVmFyaWFuY2VTdHlsZVwiOntcIiRpZFwiOlwiMTQ2XCIsXCJWYXJpYW5jZVRleHRTdHlsZVwiOntcIiRpZFwiOlwiMTQ3XCIsXCJGb250U2V0dGluZ3NcIjp7XCIkaWRcIjpcIjE0OFwiLFwiRm9udFNpemVcIjoxMCxcIkZvbnROYW1lXCI6XCJDYWxpYnJpXCIsXCJJc0JvbGRcIjpmYWxzZSxcIklzSXRhbGljXCI6ZmFsc2UsXCJJc1VuZGVybGluZWRcIjpmYWxzZX0sXCJGb3JlZ3JvdW5kXCI6e1wiJGlkXCI6XCIxNDlcIixcIkNvbG9yXCI6e1wiJGlkXCI6XCIxNTBcIixcIkFcIjoyNTUsXCJSXCI6MCxcIkdcIjowLFwiQlwiOjB9fSxcIkhvcml6b250YWxBbGlnbm1lbnRcIjowLFwiSXNWaXNpYmxlXCI6dHJ1ZX19fSxcIlN3aW1sYW5lVjJTdHlsZVwiOntcIiRpZFwiOlwiMTUxXCIsXCJTdHlsZUlkXCI6XCIzMzJjZmIxMy1iNDAxLTRlYzMtYjY1NS03Mzk2OGQwNGQ3NDlcIixcIk5hbWVcIjpcIlN3aW1sYW5lIFN0eWxlIDFcIixcIkhlYWRlclN0eWxlXCI6e1wiJGlkXCI6XCIxNTJcIixcIlRleHRTdHlsZVwiOntcIiRpZFwiOlwiMTUzXCIsXCJGb250U2V0dGluZ3NcIjp7XCIkaWRcIjpcIjE1NFwiLFwiRm9udFNpemVcIjoxMSxcIkZvbnROYW1lXCI6XCJDYWxpYnJpXCIsXCJJc0JvbGRcIjpmYWxzZSxcIklzSXRhbGljXCI6ZmFsc2UsXCJJc1VuZGVybGluZWRcIjpmYWxzZX0sXCJGb3JlZ3JvdW5kXCI6e1wiJGlkXCI6XCIxNTVcIixcIkNvbG9yXCI6e1wiJGlkXCI6XCIxNTZcIixcIkFcIjoyNTUsXCJSXCI6MjU1LFwiR1wiOjI1NSxcIkJcIjoyNTV9fSxcIkhvcml6b250YWxBbGlnbm1lbnRcIjowLFwiSXNWaXNpYmxlXCI6dHJ1ZX0sXCJSZWN0YW5nbGVTdHlsZVwiOntcIiRpZFwiOlwiMTU3XCIsXCJNYXJnaW5cIjp7XCIkaWRcIjpcIjE1OFwiLFwiVG9wXCI6MC4wLFwiTGVmdFwiOjAuMCxcIlJpZ2h0XCI6MC4wLFwiQm90dG9tXCI6MC4wfSxcIlBhZGRpbmdcIjp7XCIkaWRcIjpcIjE1OVwiLFwiVG9wXCI6MC4wLFwiTGVmdFwiOjAuMCxcIlJpZ2h0XCI6MC4wLFwiQm90dG9tXCI6MC4wfSxcIkJhY2tncm91bmRcIjp7XCIkaWRcIjpcIjE2MFwiLFwiQ29sb3JcIjp7XCIkaWRcIjpcIjE2MVwiLFwiQVwiOjI1NSxcIlJcIjoyMSxcIkdcIjo5NixcIkJcIjoxMzB9fSxcIklzVmlzaWJsZVwiOnRydWUsXCJXaWR0aFwiOjAuMCxcIkhlaWdodFwiOjAuMCxcIkJvcmRlclN0eWxlXCI6e1wiJGlkXCI6XCIxNjJcIixcIkxpbmVTdHlsZVwiOntcIiRpZFwiOlwiMTYzXCIsXCJMaW5lQ29sb3JcIjp7XCIkaWRcIjpcIjE2NFwiLFwiQ29sb3JcIjp7XCIkaWRcIjpcIjE2NVwiLFwiQVwiOjI1NSxcIlJcIjoyNTUsXCJHXCI6MjU1LFwiQlwiOjI1NX19LFwiTGluZVdlaWdodFwiOjAuMCxcIkxpbmVUeXBlXCI6MH0sXCJJc1Zpc2libGVcIjpmYWxzZX19fSxcIkJhY2tncm91bmRTdHlsZVwiOntcIiRpZFwiOlwiMTY2XCIsXCJNYXJnaW5cIjp7XCIkaWRcIjpcIjE2N1wiLFwiVG9wXCI6MC4wLFwiTGVmdFwiOjAuMCxcIlJpZ2h0XCI6MC4wLFwiQm90dG9tXCI6MC4wfSxcIlBhZGRpbmdcIjp7XCIkaWRcIjpcIjE2OFwiLFwiVG9wXCI6MC4wLFwiTGVmdFwiOjAuMCxcIlJpZ2h0XCI6MC4wLFwiQm90dG9tXCI6MC4wfSxcIkJhY2tncm91bmRcIjp7XCIkaWRcIjpcIjE2OVwiLFwiQ29sb3JcIjp7XCIkaWRcIjpcIjE3MFwiLFwiQVwiOjUxLFwiUlwiOjIwMCxcIkdcIjoyMDAsXCJCXCI6MjAwfX0sXCJJc1Zpc2libGVcIjp0cnVlLFwiV2lkdGhcIjowLjAsXCJIZWlnaHRcIjowLjAsXCJCb3JkZXJTdHlsZVwiOntcIiRpZFwiOlwiMTcxXCIsXCJMaW5lU3R5bGVcIjp7XCIkaWRcIjpcIjE3MlwiLFwiTGluZUNvbG9yXCI6e1wiJGlkXCI6XCIxNzNcIixcIkNvbG9yXCI6e1wiJGlkXCI6XCIxNzRcIixcIkFcIjoyNTUsXCJSXCI6MjM0LFwiR1wiOjIyLFwiQlwiOjMwfX0sXCJMaW5lV2VpZ2h0XCI6Mi4wLFwiTGluZVR5cGVcIjowfSxcIklzVmlzaWJsZVwiOmZhbHNlfX0sXCJJc0Fib3ZlVGltZWJhbmRcIjpmYWxzZSxcIlNwYWNpbmdcIjozLFwiRGVmYXVsdFN3aW1sYW5lQWN0aXZpdHlTdHlsZVwiOntcIiRpZFwiOlwiMTc1XCIsXCJIZWFkZXJTdHlsZVwiOntcIiRpZFwiOlwiMTc2XCIsXCJUZXh0U3R5bGVcIjp7XCIkaWRcIjpcIjE3N1wiLFwiRm9udFNldHRpbmdzXCI6e1wiJGlkXCI6XCIxNzhcIixcIkZvbnRTaXplXCI6MTEsXCJGb250TmFtZVwiOlwiQ2FsaWJyaVwiLFwiSXNCb2xkXCI6ZmFsc2UsXCJJc0l0YWxpY1wiOmZhbHNlLFwiSXNVbmRlcmxpbmVkXCI6ZmFsc2V9LFwiRm9yZWdyb3VuZFwiOntcIiRpZFwiOlwiMTc5XCIsXCJDb2xvclwiOntcIiRpZFwiOlwiMTgwXCIsXCJBXCI6MjU1LFwiUlwiOjAsXCJHXCI6MCxcIkJcIjowfX0sXCJIb3Jpem9udGFsQWxpZ25tZW50XCI6MCxcIklzVmlzaWJsZVwiOnRydWV9LFwiUmVjdGFuZ2xlU3R5bGVcIjp7XCIkaWRcIjpcIjE4MVwiLFwiTWFyZ2luXCI6e1wiJGlkXCI6XCIxODJcIixcIlRvcFwiOjAuMCxcIkxlZnRcIjowLjAsXCJSaWdodFwiOjAuMCxcIkJvdHRvbVwiOjAuMH0sXCJQYWRkaW5nXCI6e1wiJGlkXCI6XCIxODNcIixcIlRvcFwiOjAuMCxcIkxlZnRcIjowLjAsXCJSaWdodFwiOjAuMCxcIkJvdHRvbVwiOjAuMH0sXCJCYWNrZ3JvdW5kXCI6e1wiJGlkXCI6XCIxODRcIixcIkNvbG9yXCI6e1wiJGlkXCI6XCIxODVcIixcIkFcIjo2MyxcIlJcIjoyMSxcIkdcIjo5NixcIkJcIjoxMzB9fSxcIklzVmlzaWJsZVwiOnRydWUsXCJXaWR0aFwiOjAuMCxcIkhlaWdodFwiOjAuMCxcIkJvcmRlclN0eWxlXCI6e1wiJGlkXCI6XCIxODZcIixcIkxpbmVTdHlsZVwiOntcIiRpZFwiOlwiMTg3XCIsXCJMaW5lQ29sb3JcIjp7XCIkaWRcIjpcIjE4OFwiLFwiQ29sb3JcIjp7XCIkaWRcIjpcIjE4OVwiLFwiQVwiOjI1NSxcIlJcIjoyNTUsXCJHXCI6MCxcIkJcIjowfX0sXCJMaW5lV2VpZ2h0XCI6MC4wLFwiTGluZVR5cGVcIjowfSxcIklzVmlzaWJsZVwiOmZhbHNlfX19LFwiQmFja2dyb3VuZFN0eWxlXCI6e1wiJGlkXCI6XCIxOTBcIixcIk1hcmdpblwiOntcIiRpZFwiOlwiMTkxXCIsXCJUb3BcIjowLjAsXCJMZWZ0XCI6MC4wLFwiUmlnaHRcIjowLjAsXCJCb3R0b21cIjowLjB9LFwiUGFkZGluZ1wiOntcIiRpZFwiOlwiMTkyXCIsXCJUb3BcIjowLjAsXCJMZWZ0XCI6MC4wLFwiUmlnaHRcIjowLjAsXCJCb3R0b21cIjowLjB9LFwiQmFja2dyb3VuZFwiOntcIiRpZFwiOlwiMTkzXCIsXCJDb2xvclwiOntcIiRpZFwiOlwiMTk0XCIsXCJBXCI6NTEsXCJSXCI6MjAwLFwiR1wiOjIwMCxcIkJcIjoyMDB9fSxcIklzVmlzaWJsZVwiOnRydWUsXCJXaWR0aFwiOjAuMCxcIkhlaWdodFwiOjAuMCxcIkJvcmRlclN0eWxlXCI6e1wiJGlkXCI6XCIxOTVcIixcIkxpbmVTdHlsZVwiOntcIiRpZFwiOlwiMTk2XCIsXCJMaW5lQ29sb3JcIjp7XCIkaWRcIjpcIjE5N1wiLFwiQ29sb3JcIjp7XCIkaWRcIjpcIjE5OFwiLFwiQVwiOjI1NSxcIlJcIjoyMzQsXCJHXCI6MjIsXCJCXCI6MzB9fSxcIkxpbmVXZWlnaHRcIjoyLjAsXCJMaW5lVHlwZVwiOjB9LFwiSXNWaXNpYmxlXCI6ZmFsc2V9fX0sXCJEZWZhdWx0U3dpbWxhbmVNaWxlc3RvbmVTdHlsZVwiOntcIiRpZFwiOlwiMTk5XCIsXCJUaXRsZVBvc2l0aW9uXCI6MCxcIkRhdGVQb3NpdGlvblwiOjIsXCJWYXJpYW5jZVBvc2l0aW9uXCI6MixcIlNoYXBlVHlwZVwiOjEsXCJTaGFwZVNpemVcIjowLFwiU3BhY2luZ1wiOjUsXCJTaGFwZVN0eWxlXCI6e1wiJGlkXCI6XCIyMDBcIixcIk1hcmdpblwiOntcIiRpZFwiOlwiMjAxXCIsXCJUb3BcIjowLjAsXCJMZWZ0XCI6MC4wLFwiUmlnaHRcIjowLjAsXCJCb3R0b21cIjowLjB9LFwiUGFkZGluZ1wiOntcIiRpZFwiOlwiMjAyXCIsXCJUb3BcIjowLjAsXCJMZWZ0XCI6MC4wLFwiUmlnaHRcIjowLjAsXCJCb3R0b21cIjowLjB9LFwiQmFja2dyb3VuZFwiOntcIiRpZFwiOlwiMjAzXCIsXCJDb2xvclwiOntcIiRpZFwiOlwiMjA0XCIsXCJBXCI6MjU1LFwiUlwiOjIxLFwiR1wiOjk2LFwiQlwiOjEzMH19LFwiSXNWaXNpYmxlXCI6dHJ1ZSxcIldpZHRoXCI6MTIuMCxcIkhlaWdodFwiOjE0LjAsXCJCb3JkZXJTdHlsZVwiOntcIiRpZFwiOlwiMjA1XCIsXCJMaW5lU3R5bGVcIjp7XCIkaWRcIjpcIjIwNlwiLFwiTGluZUNvbG9yXCI6e1wiJGlkXCI6XCIyMDdcIixcIkNvbG9yXCI6e1wiJGlkXCI6XCIyMDhcIixcIkFcIjoyNTUsXCJSXCI6MjM0LFwiR1wiOjIyLFwiQlwiOjMwfX0sXCJMaW5lV2VpZ2h0XCI6Mi4wLFwiTGluZVR5cGVcIjowfSxcIklzVmlzaWJsZVwiOmZhbHNlfX0sXCJUaXRsZVN0eWxlXCI6e1wiJGlkXCI6XCIyMDlcIixcIkZvbnRTZXR0aW5nc1wiOntcIiRpZFwiOlwiMjEwXCIsXCJGb250U2l6ZVwiOjExLFwiRm9udE5hbWVcIjpcIkNhbGlicmlcIixcIklzQm9sZFwiOmZhbHNlLFwiSXNJdGFsaWNcIjpmYWxzZSxcIklzVW5kZXJsaW5lZFwiOmZhbHNlfSxcIkZvcmVncm91bmRcIjp7XCIkaWRcIjpcIjIxMVwiLFwiQ29sb3JcIjp7XCIkaWRcIjpcIjIxMlwiLFwiQVwiOjI1NSxcIlJcIjowLFwiR1wiOjAsXCJCXCI6MH19LFwiSG9yaXpvbnRhbEFsaWdubWVudFwiOjIsXCJJc1Zpc2libGVcIjp0cnVlfSxcIkRhdGVTdHlsZVwiOntcIiRpZFwiOlwiMjEzXCIsXCJGb250U2V0dGluZ3NcIjp7XCIkaWRcIjpcIjIxNFwiLFwiRm9udFNpemVcIjoxMCxcIkZvbnROYW1lXCI6XCJDYWxpYnJpXCIsXCJJc0JvbGRcIjpmYWxzZSxcIklzSXRhbGljXCI6ZmFsc2UsXCJJc1VuZGVybGluZWRcIjpmYWxzZX0sXCJGb3JlZ3JvdW5kXCI6e1wiJGlkXCI6XCIyMTVcIixcIkNvbG9yXCI6e1wiJGlkXCI6XCIyMTZcIixcIkFcIjoyNTUsXCJSXCI6MTQsXCJHXCI6NDAsXCJCXCI6NjV9fSxcIkhvcml6b250YWxBbGlnbm1lbnRcIjowLFwiSXNWaXNpYmxlXCI6dHJ1ZX0sXCJEYXRlRm9ybWF0XCI6e1wiJGlkXCI6XCIyMTd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E4XCIsXCJGb3JtYXRcIjowLFwiSXNWaXNpYmxlXCI6ZmFsc2UsXCJMYXN0S25vd25WaXNpYmlsaXR5U3RhdGVcIjpmYWxzZX0sXCJWYXJpYW5jZVN0eWxlXCI6e1wiJGlkXCI6XCIyMTlcIixcIlZhcmlhbmNlVGV4dFN0eWxlXCI6e1wiJGlkXCI6XCIyMjBcIixcIkZvbnRTZXR0aW5nc1wiOntcIiRpZFwiOlwiMjIxXCIsXCJGb250U2l6ZVwiOjEwLFwiRm9udE5hbWVcIjpcIkNhbGlicmlcIixcIklzQm9sZFwiOmZhbHNlLFwiSXNJdGFsaWNcIjpmYWxzZSxcIklzVW5kZXJsaW5lZFwiOmZhbHNlfSxcIkZvcmVncm91bmRcIjp7XCIkaWRcIjpcIjIyMlwiLFwiQ29sb3JcIjp7XCIkaWRcIjpcIjIyM1wiLFwiQVwiOjI1NSxcIlJcIjowLFwiR1wiOjAsXCJCXCI6MH19LFwiSG9yaXpvbnRhbEFsaWdubWVudFwiOjAsXCJJc1Zpc2libGVcIjp0cnVlfX19LFwiRGVmYXVsdFN3aW1sYW5lVGFza1N0eWxlXCI6e1wiJGlkXCI6XCIyMjRcIixcIlNoYXBlXCI6MSxcIlNoYXBlVGhpY2tuZXNzXCI6MCxcIkR1cmF0aW9uRm9ybWF0XCI6MCxcIlBlcmNlbnRhZ2VDb21wbGV0ZVRleHRTdHlsZVwiOntcIiRpZFwiOlwiMjI1XCIsXCJGb250U2V0dGluZ3NcIjp7XCIkaWRcIjpcIjIyNlwiLFwiRm9udFNpemVcIjoxMCxcIkZvbnROYW1lXCI6XCJDYWxpYnJpXCIsXCJJc0JvbGRcIjpmYWxzZSxcIklzSXRhbGljXCI6ZmFsc2UsXCJJc1VuZGVybGluZWRcIjpmYWxzZX0sXCJGb3JlZ3JvdW5kXCI6e1wiJGlkXCI6XCIyMjdcIixcIkNvbG9yXCI6e1wiJGlkXCI6XCIyMjhcIixcIkFcIjoyNTUsXCJSXCI6MjMyLFwiR1wiOjIzMixcIkJcIjoyMzJ9fSxcIkhvcml6b250YWxBbGlnbm1lbnRcIjoxLFwiSXNWaXNpYmxlXCI6dHJ1ZX0sXCJQZXJjZW50YWdlQ29tcGxldGVIaWdobGlnaHRTdHlsZVwiOntcIiRpZFwiOlwiMjI5XCIsXCJCYWNrZ3JvdW5kXCI6e1wiJGlkXCI6XCIyMzBcIixcIkNvbG9yXCI6e1wiJGlkXCI6XCIyMzFcIixcIkFcIjo4OSxcIlJcIjowLFwiR1wiOjAsXCJCXCI6MH19fSxcIkR1cmF0aW9uU3R5bGVcIjp7XCIkaWRcIjpcIjIzMlwiLFwiRm9udFNldHRpbmdzXCI6e1wiJGlkXCI6XCIyMzNcIixcIkZvbnRTaXplXCI6MTAsXCJGb250TmFtZVwiOlwiQ2FsaWJyaVwiLFwiSXNCb2xkXCI6ZmFsc2UsXCJJc0l0YWxpY1wiOmZhbHNlLFwiSXNVbmRlcmxpbmVkXCI6ZmFsc2V9LFwiRm9yZWdyb3VuZFwiOntcIiRpZFwiOlwiMjM0XCIsXCJDb2xvclwiOntcIiRpZFwiOlwiMjM1XCIsXCJBXCI6MjU1LFwiUlwiOjIzNyxcIkdcIjoxMjUsXCJCXCI6NDl9fSxcIkhvcml6b250YWxBbGlnbm1lbnRcIjowLFwiSXNWaXNpYmxlXCI6ZmFsc2V9LFwiTWFyZ2luXCI6e1wiJGlkXCI6XCIyMzZ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jM3XCIsXCJCYXNlbGluZVNoYXBlU3R5bGVcIjp7XCIkaWRcIjpcIjIzOFwiLFwiTWFyZ2luXCI6e1wiJGlkXCI6XCIyMzlcIixcIlRvcFwiOjAuMCxcIkxlZnRcIjowLjAsXCJSaWdodFwiOjAuMCxcIkJvdHRvbVwiOjAuMH0sXCJQYWRkaW5nXCI6e1wiJGlkXCI6XCIyNDBcIixcIlRvcFwiOjAuMCxcIkxlZnRcIjowLjAsXCJSaWdodFwiOjAuMCxcIkJvdHRvbVwiOjAuMH0sXCJCYWNrZ3JvdW5kXCI6e1wiJGlkXCI6XCIyNDFcIixcIkNvbG9yXCI6e1wiJGlkXCI6XCIyNDJcIixcIkFcIjoxNTMsXCJSXCI6MCxcIkdcIjowLFwiQlwiOjB9fSxcIklzVmlzaWJsZVwiOmZhbHNlLFwiV2lkdGhcIjowLjAsXCJIZWlnaHRcIjowLjAsXCJCb3JkZXJTdHlsZVwiOntcIiRpZFwiOlwiMjQzXCIsXCJMaW5lU3R5bGVcIjp7XCIkaWRcIjpcIjI0NFwiLFwiTGluZUNvbG9yXCI6e1wiJGlkXCI6XCIyNDVcIixcIkNvbG9yXCI6e1wiJGlkXCI6XCIyNDZcIixcIkFcIjoyNTUsXCJSXCI6MjU1LFwiR1wiOjAsXCJCXCI6MH19LFwiTGluZVdlaWdodFwiOjIuMCxcIkxpbmVUeXBlXCI6MH0sXCJJc1Zpc2libGVcIjpmYWxzZX19fSxcIlNoYXBlU3R5bGVcIjp7XCIkaWRcIjpcIjI0N1wiLFwiTWFyZ2luXCI6e1wiJGlkXCI6XCIyNDhcIixcIlRvcFwiOjAuMCxcIkxlZnRcIjo0LjAsXCJSaWdodFwiOjQuMCxcIkJvdHRvbVwiOjAuMH0sXCJQYWRkaW5nXCI6e1wiJGlkXCI6XCIyNDlcIixcIlRvcFwiOjAuMCxcIkxlZnRcIjowLjAsXCJSaWdodFwiOjAuMCxcIkJvdHRvbVwiOjAuMH0sXCJCYWNrZ3JvdW5kXCI6e1wiJGlkXCI6XCIyNTBcIixcIkNvbG9yXCI6e1wiJGlkXCI6XCIyNTFcIixcIkFcIjoyNTUsXCJSXCI6MjEsXCJHXCI6OTYsXCJCXCI6MTMwfX0sXCJJc1Zpc2libGVcIjp0cnVlLFwiV2lkdGhcIjowLjAsXCJIZWlnaHRcIjoxMC4wLFwiQm9yZGVyU3R5bGVcIjp7XCIkaWRcIjpcIjI1MlwiLFwiTGluZVN0eWxlXCI6e1wiJGlkXCI6XCIyNTNcIixcIkxpbmVDb2xvclwiOntcIiRpZFwiOlwiMjU0XCIsXCJDb2xvclwiOntcIiRpZFwiOlwiMjU1XCIsXCJBXCI6MjU1LFwiUlwiOjIzNCxcIkdcIjoyMixcIkJcIjozMH19LFwiTGluZVdlaWdodFwiOjIuMCxcIkxpbmVUeXBlXCI6MH0sXCJJc1Zpc2libGVcIjpmYWxzZX19LFwiVGl0bGVTdHlsZVwiOntcIiRpZFwiOlwiMjU2XCIsXCJGb250U2V0dGluZ3NcIjp7XCIkaWRcIjpcIjI1N1wiLFwiRm9udFNpemVcIjoxMSxcIkZvbnROYW1lXCI6XCJDYWxpYnJpXCIsXCJJc0JvbGRcIjpmYWxzZSxcIklzSXRhbGljXCI6ZmFsc2UsXCJJc1VuZGVybGluZWRcIjpmYWxzZX0sXCJGb3JlZ3JvdW5kXCI6e1wiJGlkXCI6XCIyNThcIixcIkNvbG9yXCI6e1wiJGlkXCI6XCIyNTlcIixcIkFcIjoyNTUsXCJSXCI6MCxcIkdcIjowLFwiQlwiOjB9fSxcIkhvcml6b250YWxBbGlnbm1lbnRcIjowLFwiSXNWaXNpYmxlXCI6dHJ1ZX0sXCJEYXRlU3R5bGVcIjp7XCIkaWRcIjpcIjI2MFwiLFwiRm9udFNldHRpbmdzXCI6e1wiJGlkXCI6XCIyNjFcIixcIkZvbnRTaXplXCI6MTAsXCJGb250TmFtZVwiOlwiQ2FsaWJyaVwiLFwiSXNCb2xkXCI6ZmFsc2UsXCJJc0l0YWxpY1wiOmZhbHNlLFwiSXNVbmRlcmxpbmVkXCI6ZmFsc2V9LFwiRm9yZWdyb3VuZFwiOntcIiRpZFwiOlwiMjYyXCIsXCJDb2xvclwiOntcIiRpZFwiOlwiMjYzXCIsXCJBXCI6MjU1LFwiUlwiOjE0LFwiR1wiOjQwLFwiQlwiOjY1fX0sXCJIb3Jpem9udGFsQWxpZ25tZW50XCI6MixcIklzVmlzaWJsZVwiOnRydWV9LFwiRGF0ZUZvcm1hdFwiOntcIiRpZFwiOlwiMjY0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2NVwiLFwiRm9ybWF0XCI6MCxcIklzVmlzaWJsZVwiOmZhbHNlLFwiTGFzdEtub3duVmlzaWJpbGl0eVN0YXRlXCI6ZmFsc2V9LFwiVmFyaWFuY2VTdHlsZVwiOntcIiRpZFwiOlwiMjY2XCIsXCJWYXJpYW5jZVRleHRTdHlsZVwiOntcIiRpZFwiOlwiMjY3XCIsXCJGb250U2V0dGluZ3NcIjp7XCIkaWRcIjpcIjI2OFwiLFwiRm9udFNpemVcIjoxMCxcIkZvbnROYW1lXCI6XCJDYWxpYnJpXCIsXCJJc0JvbGRcIjpmYWxzZSxcIklzSXRhbGljXCI6ZmFsc2UsXCJJc1VuZGVybGluZWRcIjpmYWxzZX0sXCJGb3JlZ3JvdW5kXCI6e1wiJGlkXCI6XCIyNjlcIixcIkNvbG9yXCI6e1wiJGlkXCI6XCIyNzBcIixcIkFcIjoyNTUsXCJSXCI6MCxcIkdcIjowLFwiQlwiOjB9fSxcIkhvcml6b250YWxBbGlnbm1lbnRcIjowLFwiSXNWaXNpYmxlXCI6dHJ1ZX19fSxcIkRlZmF1bHRTd2ltbGFuZU1vdFN0eWxlXCI6e1wiJGlkXCI6XCIyNzFcIixcIlNoYXBlXCI6MSxcIlNoYXBlU2l6ZVwiOjAsXCJEZXRhaWxzU3BhY2luZ1wiOjAuMCxcIlBhZGRpbmdcIjp7XCIkaWRcIjpcIjI3MlwiLFwiVG9wXCI6NS4wLFwiTGVmdFwiOjMuMCxcIlJpZ2h0XCI6MC4wLFwiQm90dG9tXCI6Mi4wfSxcIlBvc2l0aW9uT25UYXNrXCI6MSxcIlNoYXBlU3R5bGVcIjp7XCIkaWRcIjpcIjI3M1wiLFwiTWFyZ2luXCI6e1wiJGlkXCI6XCIyNzRcIixcIlRvcFwiOjAuMCxcIkxlZnRcIjowLjAsXCJSaWdodFwiOjAuMCxcIkJvdHRvbVwiOjAuMH0sXCJQYWRkaW5nXCI6e1wiJGlkXCI6XCIyNzVcIixcIlRvcFwiOjAuMCxcIkxlZnRcIjowLjAsXCJSaWdodFwiOjAuMCxcIkJvdHRvbVwiOjAuMH0sXCJCYWNrZ3JvdW5kXCI6e1wiJGlkXCI6XCIyNzZcIixcIkNvbG9yXCI6e1wiJGlkXCI6XCIyNzdcIixcIkFcIjoyNTUsXCJSXCI6MTEsXCJHXCI6NDgsXCJCXCI6NjV9fSxcIklzVmlzaWJsZVwiOnRydWUsXCJXaWR0aFwiOjEyLjAsXCJIZWlnaHRcIjoxNC4wLFwiQm9yZGVyU3R5bGVcIjp7XCIkaWRcIjpcIjI3OFwiLFwiTGluZVN0eWxlXCI6e1wiJGlkXCI6XCIyNzlcIixcIkxpbmVDb2xvclwiOntcIiRpZFwiOlwiMjgwXCIsXCJDb2xvclwiOntcIiRpZFwiOlwiMjgxXCIsXCJBXCI6MjU1LFwiUlwiOjI1NSxcIkdcIjowLFwiQlwiOjB9fSxcIkxpbmVXZWlnaHRcIjowLjAsXCJMaW5lVHlwZVwiOjB9LFwiSXNWaXNpYmxlXCI6ZmFsc2V9fSxcIlRpdGxlU3R5bGVcIjp7XCIkaWRcIjpcIjI4MlwiLFwiRm9udFNldHRpbmdzXCI6e1wiJGlkXCI6XCIyODNcIixcIkZvbnRTaXplXCI6MTEsXCJGb250TmFtZVwiOlwiQ2FsaWJyaVwiLFwiSXNCb2xkXCI6ZmFsc2UsXCJJc0l0YWxpY1wiOmZhbHNlLFwiSXNVbmRlcmxpbmVkXCI6ZmFsc2V9LFwiRm9yZWdyb3VuZFwiOntcIiRpZFwiOlwiMjg0XCIsXCJDb2xvclwiOntcIiRpZFwiOlwiMjg1XCIsXCJBXCI6MjU1LFwiUlwiOjAsXCJHXCI6MCxcIkJcIjowfX0sXCJIb3Jpem9udGFsQWxpZ25tZW50XCI6MSxcIklzVmlzaWJsZVwiOnRydWV9LFwiRGF0ZVN0eWxlXCI6e1wiJGlkXCI6XCIyODZcIixcIkZvbnRTZXR0aW5nc1wiOntcIiRpZFwiOlwiMjg3XCIsXCJGb250U2l6ZVwiOjEwLFwiRm9udE5hbWVcIjpcIkNhbGlicmlcIixcIklzQm9sZFwiOmZhbHNlLFwiSXNJdGFsaWNcIjpmYWxzZSxcIklzVW5kZXJsaW5lZFwiOmZhbHNlfSxcIkZvcmVncm91bmRcIjp7XCIkaWRcIjpcIjI4OFwiLFwiQ29sb3JcIjp7XCIkaWRcIjpcIjI4OVwiLFwiQVwiOjI1NSxcIlJcIjoxNCxcIkdcIjo0MCxcIkJcIjo2NX19LFwiSG9yaXpvbnRhbEFsaWdubWVudFwiOjEsXCJJc1Zpc2libGVcIjp0cnVlfSxcIkRhdGVGb3JtYXRcIjp7XCIkaWRcIjpcIjI5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OTFcIixcIkZvcm1hdFwiOjAsXCJJc1Zpc2libGVcIjpmYWxzZSxcIkxhc3RLbm93blZpc2liaWxpdHlTdGF0ZVwiOmZhbHNlfSxcIlZhcmlhbmNlU3R5bGVcIjp7XCIkaWRcIjpcIjI5MlwiLFwiVmFyaWFuY2VUZXh0U3R5bGVcIjp7XCIkaWRcIjpcIjI5M1wiLFwiRm9udFNldHRpbmdzXCI6e1wiJGlkXCI6XCIyOTRcIixcIkZvbnRTaXplXCI6MTAsXCJGb250TmFtZVwiOlwiQ2FsaWJyaVwiLFwiSXNCb2xkXCI6ZmFsc2UsXCJJc0l0YWxpY1wiOmZhbHNlLFwiSXNVbmRlcmxpbmVkXCI6ZmFsc2V9LFwiRm9yZWdyb3VuZFwiOntcIiRpZFwiOlwiMjk1XCIsXCJDb2xvclwiOntcIiRpZFwiOlwiMjk2XCIsXCJBXCI6MjU1LFwiUlwiOjAsXCJHXCI6MCxcIkJcIjowfX0sXCJIb3Jpem9udGFsQWxpZ25tZW50XCI6MCxcIklzVmlzaWJsZVwiOnRydWV9fX19LFwiX2FkZGl0aW9uYWxTd2ltbGFuZVYyU3R5bGVzXCI6W3tcIiRpZFwiOlwiMjk3XCIsXCJTdHlsZUlkXCI6XCI5ODUxM2UxMC01NTFjLTRmMzAtYWMxMS1hMDY5MGU5MDMxMzRcIixcIk5hbWVcIjpcIlN3aW1sYW5lIFN0eWxlIDJcIixcIkhlYWRlclN0eWxlXCI6e1wiJGlkXCI6XCIyOThcIixcIlRleHRTdHlsZVwiOntcIiRpZFwiOlwiMjk5XCIsXCJGb250U2V0dGluZ3NcIjp7XCIkaWRcIjpcIjMwMFwiLFwiRm9udFNpemVcIjoxMSxcIkZvbnROYW1lXCI6XCJDYWxpYnJpXCIsXCJJc0JvbGRcIjpmYWxzZSxcIklzSXRhbGljXCI6ZmFsc2UsXCJJc1VuZGVybGluZWRcIjpmYWxzZX0sXCJGb3JlZ3JvdW5kXCI6e1wiJGlkXCI6XCIzMDFcIixcIkNvbG9yXCI6e1wiJGlkXCI6XCIzMDJcIixcIkFcIjoyNTUsXCJSXCI6MjU1LFwiR1wiOjI1NSxcIkJcIjoyNTV9fSxcIkhvcml6b250YWxBbGlnbm1lbnRcIjoxLFwiSXNWaXNpYmxlXCI6dHJ1ZX0sXCJSZWN0YW5nbGVTdHlsZVwiOntcIiRpZFwiOlwiMzAzXCIsXCJNYXJnaW5cIjp7XCIkaWRcIjpcIjMwNFwiLFwiVG9wXCI6MC4wLFwiTGVmdFwiOjAuMCxcIlJpZ2h0XCI6MC4wLFwiQm90dG9tXCI6MC4wfSxcIlBhZGRpbmdcIjp7XCIkaWRcIjpcIjMwNVwiLFwiVG9wXCI6MC4wLFwiTGVmdFwiOjAuMCxcIlJpZ2h0XCI6MC4wLFwiQm90dG9tXCI6MC4wfSxcIkJhY2tncm91bmRcIjp7XCIkaWRcIjpcIjMwNlwiLFwiQ29sb3JcIjp7XCIkaWRcIjpcIjMwN1wiLFwiQVwiOjI1NSxcIlJcIjoyMzMsXCJHXCI6MTEzLFwiQlwiOjUwfX0sXCJJc1Zpc2libGVcIjp0cnVlLFwiV2lkdGhcIjowLjAsXCJIZWlnaHRcIjowLjAsXCJCb3JkZXJTdHlsZVwiOntcIiRpZFwiOlwiMzA4XCIsXCJMaW5lU3R5bGVcIjp7XCIkaWRcIjpcIjMwOVwiLFwiTGluZUNvbG9yXCI6e1wiJGlkXCI6XCIzMTBcIixcIkNvbG9yXCI6e1wiJGlkXCI6XCIzMTFcIixcIkFcIjoyNTUsXCJSXCI6MjU1LFwiR1wiOjI1NSxcIkJcIjoyNTV9fSxcIkxpbmVXZWlnaHRcIjowLjAsXCJMaW5lVHlwZVwiOjB9LFwiSXNWaXNpYmxlXCI6ZmFsc2V9fX0sXCJCYWNrZ3JvdW5kU3R5bGVcIjp7XCIkaWRcIjpcIjMxMlwiLFwiTWFyZ2luXCI6e1wiJGlkXCI6XCIzMTNcIixcIlRvcFwiOjAuMCxcIkxlZnRcIjowLjAsXCJSaWdodFwiOjAuMCxcIkJvdHRvbVwiOjAuMH0sXCJQYWRkaW5nXCI6e1wiJGlkXCI6XCIzMTRcIixcIlRvcFwiOjAuMCxcIkxlZnRcIjowLjAsXCJSaWdodFwiOjAuMCxcIkJvdHRvbVwiOjAuMH0sXCJCYWNrZ3JvdW5kXCI6e1wiJGlkXCI6XCIzMTVcIixcIkNvbG9yXCI6e1wiJGlkXCI6XCIzMTZcIixcIkFcIjo1MSxcIlJcIjoyMDAsXCJHXCI6MjAwLFwiQlwiOjIwMH19LFwiSXNWaXNpYmxlXCI6dHJ1ZSxcIldpZHRoXCI6MC4wLFwiSGVpZ2h0XCI6MC4wLFwiQm9yZGVyU3R5bGVcIjp7XCIkaWRcIjpcIjMxN1wiLFwiTGluZVN0eWxlXCI6e1wiJGlkXCI6XCIzMThcIixcIkxpbmVDb2xvclwiOntcIiRpZFwiOlwiMzE5XCIsXCJDb2xvclwiOntcIiRpZFwiOlwiMzIwXCIsXCJBXCI6MjU1LFwiUlwiOjIzNCxcIkdcIjoyMixcIkJcIjozMH19LFwiTGluZVdlaWdodFwiOjIuMCxcIkxpbmVUeXBlXCI6MH0sXCJJc1Zpc2libGVcIjpmYWxzZX19LFwiSXNBYm92ZVRpbWViYW5kXCI6ZmFsc2UsXCJTcGFjaW5nXCI6MyxcIkRlZmF1bHRTd2ltbGFuZUFjdGl2aXR5U3R5bGVcIjp7XCIkaWRcIjpcIjMyMVwiLFwiSGVhZGVyU3R5bGVcIjp7XCIkaWRcIjpcIjMyMlwiLFwiVGV4dFN0eWxlXCI6e1wiJGlkXCI6XCIzMjNcIixcIkZvbnRTZXR0aW5nc1wiOntcIiRpZFwiOlwiMzI0XCIsXCJGb250U2l6ZVwiOjExLFwiRm9udE5hbWVcIjpcIkNhbGlicmlcIixcIklzQm9sZFwiOmZhbHNlLFwiSXNJdGFsaWNcIjpmYWxzZSxcIklzVW5kZXJsaW5lZFwiOmZhbHNlfSxcIkZvcmVncm91bmRcIjp7XCIkaWRcIjpcIjMyNVwiLFwiQ29sb3JcIjp7XCIkaWRcIjpcIjMyNlwiLFwiQVwiOjI1NSxcIlJcIjowLFwiR1wiOjAsXCJCXCI6MH19LFwiSG9yaXpvbnRhbEFsaWdubWVudFwiOjAsXCJJc1Zpc2libGVcIjp0cnVlfSxcIlJlY3RhbmdsZVN0eWxlXCI6e1wiJGlkXCI6XCIzMjdcIixcIk1hcmdpblwiOntcIiRpZFwiOlwiMzI4XCIsXCJUb3BcIjowLjAsXCJMZWZ0XCI6MC4wLFwiUmlnaHRcIjowLjAsXCJCb3R0b21cIjowLjB9LFwiUGFkZGluZ1wiOntcIiRpZFwiOlwiMzI5XCIsXCJUb3BcIjowLjAsXCJMZWZ0XCI6MC4wLFwiUmlnaHRcIjowLjAsXCJCb3R0b21cIjowLjB9LFwiQmFja2dyb3VuZFwiOntcIiRpZFwiOlwiMzMwXCIsXCJDb2xvclwiOntcIiRpZFwiOlwiMzMxXCIsXCJBXCI6NjMsXCJSXCI6MjMzLFwiR1wiOjExMyxcIkJcIjo1MH19LFwiSXNWaXNpYmxlXCI6dHJ1ZSxcIldpZHRoXCI6MC4wLFwiSGVpZ2h0XCI6MC4wLFwiQm9yZGVyU3R5bGVcIjp7XCIkaWRcIjpcIjMzMlwiLFwiTGluZVN0eWxlXCI6e1wiJGlkXCI6XCIzMzNcIixcIkxpbmVDb2xvclwiOntcIiRpZFwiOlwiMzM0XCIsXCJDb2xvclwiOntcIiRpZFwiOlwiMzM1XCIsXCJBXCI6MjU1LFwiUlwiOjI1NSxcIkdcIjoyNTUsXCJCXCI6MjU1fX0sXCJMaW5lV2VpZ2h0XCI6MC4wLFwiTGluZVR5cGVcIjowfSxcIklzVmlzaWJsZVwiOmZhbHNlfX19LFwiQmFja2dyb3VuZFN0eWxlXCI6e1wiJGlkXCI6XCIzMzZcIixcIk1hcmdpblwiOntcIiRpZFwiOlwiMzM3XCIsXCJUb3BcIjowLjAsXCJMZWZ0XCI6MC4wLFwiUmlnaHRcIjowLjAsXCJCb3R0b21cIjowLjB9LFwiUGFkZGluZ1wiOntcIiRpZFwiOlwiMzM4XCIsXCJUb3BcIjowLjAsXCJMZWZ0XCI6MC4wLFwiUmlnaHRcIjowLjAsXCJCb3R0b21cIjowLjB9LFwiQmFja2dyb3VuZFwiOntcIiRpZFwiOlwiMzM5XCIsXCJDb2xvclwiOntcIiRpZFwiOlwiMzQwXCIsXCJBXCI6NTEsXCJSXCI6MjAwLFwiR1wiOjIwMCxcIkJcIjoyMDB9fSxcIklzVmlzaWJsZVwiOnRydWUsXCJXaWR0aFwiOjAuMCxcIkhlaWdodFwiOjAuMCxcIkJvcmRlclN0eWxlXCI6e1wiJGlkXCI6XCIzNDFcIixcIkxpbmVTdHlsZVwiOntcIiRpZFwiOlwiMzQyXCIsXCJMaW5lQ29sb3JcIjp7XCIkaWRcIjpcIjM0M1wiLFwiQ29sb3JcIjp7XCIkaWRcIjpcIjM0NFwiLFwiQVwiOjI1NSxcIlJcIjoyMzQsXCJHXCI6MjIsXCJCXCI6MzB9fSxcIkxpbmVXZWlnaHRcIjoyLjAsXCJMaW5lVHlwZVwiOjB9LFwiSXNWaXNpYmxlXCI6ZmFsc2V9fX0sXCJEZWZhdWx0U3dpbWxhbmVNaWxlc3RvbmVTdHlsZVwiOntcIiRpZFwiOlwiMzQ1XCIsXCJUaXRsZVBvc2l0aW9uXCI6MCxcIkRhdGVQb3NpdGlvblwiOjIsXCJWYXJpYW5jZVBvc2l0aW9uXCI6MixcIlNoYXBlVHlwZVwiOjEsXCJTaGFwZVNpemVcIjowLFwiU3BhY2luZ1wiOjUsXCJTaGFwZVN0eWxlXCI6e1wiJGlkXCI6XCIzNDZcIixcIk1hcmdpblwiOntcIiRpZFwiOlwiMzQ3XCIsXCJUb3BcIjowLjAsXCJMZWZ0XCI6MC4wLFwiUmlnaHRcIjowLjAsXCJCb3R0b21cIjowLjB9LFwiUGFkZGluZ1wiOntcIiRpZFwiOlwiMzQ4XCIsXCJUb3BcIjowLjAsXCJMZWZ0XCI6MC4wLFwiUmlnaHRcIjowLjAsXCJCb3R0b21cIjowLjB9LFwiQmFja2dyb3VuZFwiOntcIiRpZFwiOlwiMzQ5XCIsXCJDb2xvclwiOntcIiRpZFwiOlwiMzUwXCIsXCJBXCI6MjU1LFwiUlwiOjIzMyxcIkdcIjoxMTMsXCJCXCI6NTB9fSxcIklzVmlzaWJsZVwiOnRydWUsXCJXaWR0aFwiOjEyLjAsXCJIZWlnaHRcIjoxNC4wLFwiQm9yZGVyU3R5bGVcIjp7XCIkaWRcIjpcIjM1MVwiLFwiTGluZVN0eWxlXCI6e1wiJGlkXCI6XCIzNTJcIixcIkxpbmVDb2xvclwiOntcIiRpZFwiOlwiMzUzXCIsXCJDb2xvclwiOntcIiRpZFwiOlwiMzU0XCIsXCJBXCI6MjU1LFwiUlwiOjIzNCxcIkdcIjoyMixcIkJcIjozMH19LFwiTGluZVdlaWdodFwiOjIuMCxcIkxpbmVUeXBlXCI6MH0sXCJJc1Zpc2libGVcIjpmYWxzZX19LFwiVGl0bGVTdHlsZVwiOntcIiRpZFwiOlwiMzU1XCIsXCJGb250U2V0dGluZ3NcIjp7XCIkaWRcIjpcIjM1NlwiLFwiRm9udFNpemVcIjoxMSxcIkZvbnROYW1lXCI6XCJDYWxpYnJpXCIsXCJJc0JvbGRcIjpmYWxzZSxcIklzSXRhbGljXCI6ZmFsc2UsXCJJc1VuZGVybGluZWRcIjpmYWxzZX0sXCJGb3JlZ3JvdW5kXCI6e1wiJGlkXCI6XCIzNTdcIixcIkNvbG9yXCI6e1wiJGlkXCI6XCIzNThcIixcIkFcIjoyNTUsXCJSXCI6MCxcIkdcIjowLFwiQlwiOjB9fSxcIkhvcml6b250YWxBbGlnbm1lbnRcIjoyLFwiSXNWaXNpYmxlXCI6dHJ1ZX0sXCJEYXRlU3R5bGVcIjp7XCIkaWRcIjpcIjM1OVwiLFwiRm9udFNldHRpbmdzXCI6e1wiJGlkXCI6XCIzNjBcIixcIkZvbnRTaXplXCI6MTAsXCJGb250TmFtZVwiOlwiQ2FsaWJyaVwiLFwiSXNCb2xkXCI6ZmFsc2UsXCJJc0l0YWxpY1wiOmZhbHNlLFwiSXNVbmRlcmxpbmVkXCI6ZmFsc2V9LFwiRm9yZWdyb3VuZFwiOntcIiRpZFwiOlwiMzYxXCIsXCJDb2xvclwiOntcIiRpZFwiOlwiMzYyXCIsXCJBXCI6MjU1LFwiUlwiOjE0LFwiR1wiOjQwLFwiQlwiOjY1fX0sXCJIb3Jpem9udGFsQWxpZ25tZW50XCI6MCxcIklzVmlzaWJsZVwiOnRydWV9LFwiRGF0ZUZvcm1hdFwiOntcIiRpZFwiOlwiMzYz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M2NFwiLFwiRm9ybWF0XCI6MCxcIklzVmlzaWJsZVwiOmZhbHNlLFwiTGFzdEtub3duVmlzaWJpbGl0eVN0YXRlXCI6ZmFsc2V9LFwiVmFyaWFuY2VTdHlsZVwiOntcIiRpZFwiOlwiMzY1XCIsXCJWYXJpYW5jZVRleHRTdHlsZVwiOntcIiRpZFwiOlwiMzY2XCIsXCJGb250U2V0dGluZ3NcIjp7XCIkaWRcIjpcIjM2N1wiLFwiRm9udFNpemVcIjoxMCxcIkZvbnROYW1lXCI6XCJDYWxpYnJpXCIsXCJJc0JvbGRcIjpmYWxzZSxcIklzSXRhbGljXCI6ZmFsc2UsXCJJc1VuZGVybGluZWRcIjpmYWxzZX0sXCJGb3JlZ3JvdW5kXCI6e1wiJGlkXCI6XCIzNjhcIixcIkNvbG9yXCI6e1wiJGlkXCI6XCIzNjlcIixcIkFcIjoyNTUsXCJSXCI6MCxcIkdcIjowLFwiQlwiOjB9fSxcIkhvcml6b250YWxBbGlnbm1lbnRcIjowLFwiSXNWaXNpYmxlXCI6dHJ1ZX19fSxcIkRlZmF1bHRTd2ltbGFuZVRhc2tTdHlsZVwiOntcIiRpZFwiOlwiMzcwXCIsXCJTaGFwZVwiOjEsXCJTaGFwZVRoaWNrbmVzc1wiOjAsXCJEdXJhdGlvbkZvcm1hdFwiOjAsXCJQZXJjZW50YWdlQ29tcGxldGVUZXh0U3R5bGVcIjp7XCIkaWRcIjpcIjM3MVwiLFwiRm9udFNldHRpbmdzXCI6e1wiJGlkXCI6XCIzNzJcIixcIkZvbnRTaXplXCI6MTAsXCJGb250TmFtZVwiOlwiQ2FsaWJyaVwiLFwiSXNCb2xkXCI6ZmFsc2UsXCJJc0l0YWxpY1wiOmZhbHNlLFwiSXNVbmRlcmxpbmVkXCI6ZmFsc2V9LFwiRm9yZWdyb3VuZFwiOntcIiRpZFwiOlwiMzczXCIsXCJDb2xvclwiOntcIiRpZFwiOlwiMzc0XCIsXCJBXCI6MjU1LFwiUlwiOjIzMixcIkdcIjoyMzIsXCJCXCI6MjMyfX0sXCJIb3Jpem9udGFsQWxpZ25tZW50XCI6MSxcIklzVmlzaWJsZVwiOnRydWV9LFwiUGVyY2VudGFnZUNvbXBsZXRlSGlnaGxpZ2h0U3R5bGVcIjp7XCIkaWRcIjpcIjM3NVwiLFwiQmFja2dyb3VuZFwiOntcIiRpZFwiOlwiMzc2XCIsXCJDb2xvclwiOntcIiRpZFwiOlwiMzc3XCIsXCJBXCI6ODksXCJSXCI6MCxcIkdcIjowLFwiQlwiOjB9fX0sXCJEdXJhdGlvblN0eWxlXCI6e1wiJGlkXCI6XCIzNzhcIixcIkZvbnRTZXR0aW5nc1wiOntcIiRpZFwiOlwiMzc5XCIsXCJGb250U2l6ZVwiOjEwLFwiRm9udE5hbWVcIjpcIkNhbGlicmlcIixcIklzQm9sZFwiOmZhbHNlLFwiSXNJdGFsaWNcIjpmYWxzZSxcIklzVW5kZXJsaW5lZFwiOmZhbHNlfSxcIkZvcmVncm91bmRcIjp7XCIkaWRcIjpcIjM4MFwiLFwiQ29sb3JcIjp7XCIkaWRcIjpcIjM4MVwiLFwiQVwiOjI1NSxcIlJcIjoyMzcsXCJHXCI6MTI1LFwiQlwiOjQ5fX0sXCJIb3Jpem9udGFsQWxpZ25tZW50XCI6MCxcIklzVmlzaWJsZVwiOmZhbHNlfSxcIk1hcmdpblwiOntcIiRpZFwiOlwiMzgy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M4M1wiLFwiQmFzZWxpbmVTaGFwZVN0eWxlXCI6e1wiJGlkXCI6XCIzODRcIixcIk1hcmdpblwiOntcIiRpZFwiOlwiMzg1XCIsXCJUb3BcIjowLjAsXCJMZWZ0XCI6MC4wLFwiUmlnaHRcIjowLjAsXCJCb3R0b21cIjowLjB9LFwiUGFkZGluZ1wiOntcIiRpZFwiOlwiMzg2XCIsXCJUb3BcIjowLjAsXCJMZWZ0XCI6MC4wLFwiUmlnaHRcIjowLjAsXCJCb3R0b21cIjowLjB9LFwiQmFja2dyb3VuZFwiOntcIiRpZFwiOlwiMzg3XCIsXCJDb2xvclwiOntcIiRpZFwiOlwiMzg4XCIsXCJBXCI6MTUzLFwiUlwiOjAsXCJHXCI6MCxcIkJcIjowfX0sXCJJc1Zpc2libGVcIjpmYWxzZSxcIldpZHRoXCI6MC4wLFwiSGVpZ2h0XCI6MC4wLFwiQm9yZGVyU3R5bGVcIjp7XCIkaWRcIjpcIjM4OVwiLFwiTGluZVN0eWxlXCI6e1wiJGlkXCI6XCIzOTBcIixcIkxpbmVDb2xvclwiOntcIiRpZFwiOlwiMzkxXCIsXCJDb2xvclwiOntcIiRpZFwiOlwiMzkyXCIsXCJBXCI6MjU1LFwiUlwiOjI1NSxcIkdcIjowLFwiQlwiOjB9fSxcIkxpbmVXZWlnaHRcIjoyLjAsXCJMaW5lVHlwZVwiOjB9LFwiSXNWaXNpYmxlXCI6ZmFsc2V9fX0sXCJTaGFwZVN0eWxlXCI6e1wiJGlkXCI6XCIzOTNcIixcIk1hcmdpblwiOntcIiRpZFwiOlwiMzk0XCIsXCJUb3BcIjowLjAsXCJMZWZ0XCI6NC4wLFwiUmlnaHRcIjo0LjAsXCJCb3R0b21cIjowLjB9LFwiUGFkZGluZ1wiOntcIiRpZFwiOlwiMzk1XCIsXCJUb3BcIjowLjAsXCJMZWZ0XCI6MC4wLFwiUmlnaHRcIjowLjAsXCJCb3R0b21cIjowLjB9LFwiQmFja2dyb3VuZFwiOntcIiRpZFwiOlwiMzk2XCIsXCJDb2xvclwiOntcIiRpZFwiOlwiMzk3XCIsXCJBXCI6MjU1LFwiUlwiOjIzMyxcIkdcIjoxMTMsXCJCXCI6NTB9fSxcIklzVmlzaWJsZVwiOnRydWUsXCJXaWR0aFwiOjAuMCxcIkhlaWdodFwiOjEwLjAsXCJCb3JkZXJTdHlsZVwiOntcIiRpZFwiOlwiMzk4XCIsXCJMaW5lU3R5bGVcIjp7XCIkaWRcIjpcIjM5OVwiLFwiTGluZUNvbG9yXCI6e1wiJGlkXCI6XCI0MDBcIixcIkNvbG9yXCI6e1wiJGlkXCI6XCI0MDFcIixcIkFcIjoyNTUsXCJSXCI6MjM0LFwiR1wiOjIyLFwiQlwiOjMwfX0sXCJMaW5lV2VpZ2h0XCI6Mi4wLFwiTGluZVR5cGVcIjowfSxcIklzVmlzaWJsZVwiOmZhbHNlfX0sXCJUaXRsZVN0eWxlXCI6e1wiJGlkXCI6XCI0MDJcIixcIkZvbnRTZXR0aW5nc1wiOntcIiRpZFwiOlwiNDAzXCIsXCJGb250U2l6ZVwiOjExLFwiRm9udE5hbWVcIjpcIkNhbGlicmlcIixcIklzQm9sZFwiOmZhbHNlLFwiSXNJdGFsaWNcIjpmYWxzZSxcIklzVW5kZXJsaW5lZFwiOmZhbHNlfSxcIkZvcmVncm91bmRcIjp7XCIkaWRcIjpcIjQwNFwiLFwiQ29sb3JcIjp7XCIkaWRcIjpcIjQwNVwiLFwiQVwiOjI1NSxcIlJcIjowLFwiR1wiOjAsXCJCXCI6MH19LFwiSG9yaXpvbnRhbEFsaWdubWVudFwiOjAsXCJJc1Zpc2libGVcIjp0cnVlfSxcIkRhdGVTdHlsZVwiOntcIiRpZFwiOlwiNDA2XCIsXCJGb250U2V0dGluZ3NcIjp7XCIkaWRcIjpcIjQwN1wiLFwiRm9udFNpemVcIjoxMCxcIkZvbnROYW1lXCI6XCJDYWxpYnJpXCIsXCJJc0JvbGRcIjpmYWxzZSxcIklzSXRhbGljXCI6ZmFsc2UsXCJJc1VuZGVybGluZWRcIjpmYWxzZX0sXCJGb3JlZ3JvdW5kXCI6e1wiJGlkXCI6XCI0MDhcIixcIkNvbG9yXCI6e1wiJGlkXCI6XCI0MDlcIixcIkFcIjoyNTUsXCJSXCI6MTQsXCJHXCI6NDAsXCJCXCI6NjV9fSxcIkhvcml6b250YWxBbGlnbm1lbnRcIjoyLFwiSXNWaXNpYmxlXCI6dHJ1ZX0sXCJEYXRlRm9ybWF0XCI6e1wiJGlkXCI6XCI0MTB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ExXCIsXCJGb3JtYXRcIjowLFwiSXNWaXNpYmxlXCI6ZmFsc2UsXCJMYXN0S25vd25WaXNpYmlsaXR5U3RhdGVcIjpmYWxzZX0sXCJWYXJpYW5jZVN0eWxlXCI6e1wiJGlkXCI6XCI0MTJcIixcIlZhcmlhbmNlVGV4dFN0eWxlXCI6e1wiJGlkXCI6XCI0MTNcIixcIkZvbnRTZXR0aW5nc1wiOntcIiRpZFwiOlwiNDE0XCIsXCJGb250U2l6ZVwiOjEwLFwiRm9udE5hbWVcIjpcIkNhbGlicmlcIixcIklzQm9sZFwiOmZhbHNlLFwiSXNJdGFsaWNcIjpmYWxzZSxcIklzVW5kZXJsaW5lZFwiOmZhbHNlfSxcIkZvcmVncm91bmRcIjp7XCIkaWRcIjpcIjQxNVwiLFwiQ29sb3JcIjp7XCIkaWRcIjpcIjQxNlwiLFwiQVwiOjI1NSxcIlJcIjowLFwiR1wiOjAsXCJCXCI6MH19LFwiSG9yaXpvbnRhbEFsaWdubWVudFwiOjAsXCJJc1Zpc2libGVcIjp0cnVlfX19LFwiRGVmYXVsdFN3aW1sYW5lTW90U3R5bGVcIjp7XCIkaWRcIjpcIjQxN1wiLFwiU2hhcGVcIjoxLFwiU2hhcGVTaXplXCI6MCxcIkRldGFpbHNTcGFjaW5nXCI6MC4wLFwiUGFkZGluZ1wiOntcIiRpZFwiOlwiNDE4XCIsXCJUb3BcIjo1LjAsXCJMZWZ0XCI6My4wLFwiUmlnaHRcIjowLjAsXCJCb3R0b21cIjoyLjB9LFwiUG9zaXRpb25PblRhc2tcIjoxLFwiU2hhcGVTdHlsZVwiOntcIiRpZFwiOlwiNDE5XCIsXCJNYXJnaW5cIjp7XCIkaWRcIjpcIjQyMFwiLFwiVG9wXCI6MC4wLFwiTGVmdFwiOjAuMCxcIlJpZ2h0XCI6MC4wLFwiQm90dG9tXCI6MC4wfSxcIlBhZGRpbmdcIjp7XCIkaWRcIjpcIjQyMVwiLFwiVG9wXCI6MC4wLFwiTGVmdFwiOjAuMCxcIlJpZ2h0XCI6MC4wLFwiQm90dG9tXCI6MC4wfSxcIkJhY2tncm91bmRcIjp7XCIkaWRcIjpcIjQyMlwiLFwiQ29sb3JcIjp7XCIkaWRcIjpcIjQyM1wiLFwiQVwiOjI1NSxcIlJcIjoxMjgsXCJHXCI6NTMsXCJCXCI6MTR9fSxcIklzVmlzaWJsZVwiOnRydWUsXCJXaWR0aFwiOjEyLjAsXCJIZWlnaHRcIjoxNC4wLFwiQm9yZGVyU3R5bGVcIjp7XCIkaWRcIjpcIjQyNFwiLFwiTGluZVN0eWxlXCI6e1wiJGlkXCI6XCI0MjVcIixcIkxpbmVDb2xvclwiOntcIiRpZFwiOlwiNDI2XCIsXCJDb2xvclwiOntcIiRpZFwiOlwiNDI3XCIsXCJBXCI6MjU1LFwiUlwiOjI1NSxcIkdcIjoyNTUsXCJCXCI6MjU1fX0sXCJMaW5lV2VpZ2h0XCI6MC4wLFwiTGluZVR5cGVcIjowfSxcIklzVmlzaWJsZVwiOmZhbHNlfX0sXCJUaXRsZVN0eWxlXCI6e1wiJGlkXCI6XCI0MjhcIixcIkZvbnRTZXR0aW5nc1wiOntcIiRpZFwiOlwiNDI5XCIsXCJGb250U2l6ZVwiOjExLFwiRm9udE5hbWVcIjpcIkNhbGlicmlcIixcIklzQm9sZFwiOmZhbHNlLFwiSXNJdGFsaWNcIjpmYWxzZSxcIklzVW5kZXJsaW5lZFwiOmZhbHNlfSxcIkZvcmVncm91bmRcIjp7XCIkaWRcIjpcIjQzMFwiLFwiQ29sb3JcIjp7XCIkaWRcIjpcIjQzMVwiLFwiQVwiOjI1NSxcIlJcIjowLFwiR1wiOjAsXCJCXCI6MH19LFwiSG9yaXpvbnRhbEFsaWdubWVudFwiOjEsXCJJc1Zpc2libGVcIjp0cnVlfSxcIkRhdGVTdHlsZVwiOntcIiRpZFwiOlwiNDMyXCIsXCJGb250U2V0dGluZ3NcIjp7XCIkaWRcIjpcIjQzM1wiLFwiRm9udFNpemVcIjoxMCxcIkZvbnROYW1lXCI6XCJDYWxpYnJpXCIsXCJJc0JvbGRcIjpmYWxzZSxcIklzSXRhbGljXCI6ZmFsc2UsXCJJc1VuZGVybGluZWRcIjpmYWxzZX0sXCJGb3JlZ3JvdW5kXCI6e1wiJGlkXCI6XCI0MzRcIixcIkNvbG9yXCI6e1wiJGlkXCI6XCI0MzVcIixcIkFcIjoyNTUsXCJSXCI6MTQsXCJHXCI6NDAsXCJCXCI6NjV9fSxcIkhvcml6b250YWxBbGlnbm1lbnRcIjoxLFwiSXNWaXNpYmxlXCI6dHJ1ZX0sXCJEYXRlRm9ybWF0XCI6e1wiJGlkXCI6XCI0Mz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M3XCIsXCJGb3JtYXRcIjowLFwiSXNWaXNpYmxlXCI6ZmFsc2UsXCJMYXN0S25vd25WaXNpYmlsaXR5U3RhdGVcIjpmYWxzZX0sXCJWYXJpYW5jZVN0eWxlXCI6e1wiJGlkXCI6XCI0MzhcIixcIlZhcmlhbmNlVGV4dFN0eWxlXCI6e1wiJGlkXCI6XCI0MzlcIixcIkZvbnRTZXR0aW5nc1wiOntcIiRpZFwiOlwiNDQwXCIsXCJGb250U2l6ZVwiOjEwLFwiRm9udE5hbWVcIjpcIkNhbGlicmlcIixcIklzQm9sZFwiOmZhbHNlLFwiSXNJdGFsaWNcIjpmYWxzZSxcIklzVW5kZXJsaW5lZFwiOmZhbHNlfSxcIkZvcmVncm91bmRcIjp7XCIkaWRcIjpcIjQ0MVwiLFwiQ29sb3JcIjp7XCIkaWRcIjpcIjQ0MlwiLFwiQVwiOjI1NSxcIlJcIjowLFwiR1wiOjAsXCJCXCI6MH19LFwiSG9yaXpvbnRhbEFsaWdubWVudFwiOjAsXCJJc1Zpc2libGVcIjp0cnVlfX19fSx7XCIkaWRcIjpcIjQ0M1wiLFwiU3R5bGVJZFwiOlwiYjI0ZjgwNDUtZjY5Yi00YTQzLTgyOWYtYTU2NTAzZmRjZDY5XCIsXCJOYW1lXCI6XCJTd2ltbGFuZSBTdHlsZSAzXCIsXCJIZWFkZXJTdHlsZVwiOntcIiRpZFwiOlwiNDQ0XCIsXCJUZXh0U3R5bGVcIjp7XCIkaWRcIjpcIjQ0NVwiLFwiRm9udFNldHRpbmdzXCI6e1wiJGlkXCI6XCI0NDZcIixcIkZvbnRTaXplXCI6MTEsXCJGb250TmFtZVwiOlwiQ2FsaWJyaVwiLFwiSXNCb2xkXCI6ZmFsc2UsXCJJc0l0YWxpY1wiOmZhbHNlLFwiSXNVbmRlcmxpbmVkXCI6ZmFsc2V9LFwiRm9yZWdyb3VuZFwiOntcIiRpZFwiOlwiNDQ3XCIsXCJDb2xvclwiOntcIiRpZFwiOlwiNDQ4XCIsXCJBXCI6MjU1LFwiUlwiOjI1NSxcIkdcIjoyNTUsXCJCXCI6MjU1fX0sXCJIb3Jpem9udGFsQWxpZ25tZW50XCI6MSxcIklzVmlzaWJsZVwiOnRydWV9LFwiUmVjdGFuZ2xlU3R5bGVcIjp7XCIkaWRcIjpcIjQ0OVwiLFwiTWFyZ2luXCI6e1wiJGlkXCI6XCI0NTBcIixcIlRvcFwiOjAuMCxcIkxlZnRcIjowLjAsXCJSaWdodFwiOjAuMCxcIkJvdHRvbVwiOjAuMH0sXCJQYWRkaW5nXCI6e1wiJGlkXCI6XCI0NTFcIixcIlRvcFwiOjAuMCxcIkxlZnRcIjowLjAsXCJSaWdodFwiOjAuMCxcIkJvdHRvbVwiOjAuMH0sXCJCYWNrZ3JvdW5kXCI6e1wiJGlkXCI6XCI0NTJcIixcIkNvbG9yXCI6e1wiJGlkXCI6XCI0NTNcIixcIkFcIjoyNTUsXCJSXCI6MjUsXCJHXCI6MTA3LFwiQlwiOjM2fX0sXCJJc1Zpc2libGVcIjp0cnVlLFwiV2lkdGhcIjowLjAsXCJIZWlnaHRcIjowLjAsXCJCb3JkZXJTdHlsZVwiOntcIiRpZFwiOlwiNDU0XCIsXCJMaW5lU3R5bGVcIjp7XCIkaWRcIjpcIjQ1NVwiLFwiTGluZUNvbG9yXCI6e1wiJGlkXCI6XCI0NTZcIixcIkNvbG9yXCI6e1wiJGlkXCI6XCI0NTdcIixcIkFcIjoyNTUsXCJSXCI6MjU1LFwiR1wiOjI1NSxcIkJcIjoyNTV9fSxcIkxpbmVXZWlnaHRcIjowLjAsXCJMaW5lVHlwZVwiOjB9LFwiSXNWaXNpYmxlXCI6ZmFsc2V9fX0sXCJCYWNrZ3JvdW5kU3R5bGVcIjp7XCIkaWRcIjpcIjQ1OFwiLFwiTWFyZ2luXCI6e1wiJGlkXCI6XCI0NTlcIixcIlRvcFwiOjAuMCxcIkxlZnRcIjowLjAsXCJSaWdodFwiOjAuMCxcIkJvdHRvbVwiOjAuMH0sXCJQYWRkaW5nXCI6e1wiJGlkXCI6XCI0NjBcIixcIlRvcFwiOjAuMCxcIkxlZnRcIjowLjAsXCJSaWdodFwiOjAuMCxcIkJvdHRvbVwiOjAuMH0sXCJCYWNrZ3JvdW5kXCI6e1wiJGlkXCI6XCI0NjFcIixcIkNvbG9yXCI6e1wiJGlkXCI6XCI0NjJcIixcIkFcIjo1MSxcIlJcIjoyMDAsXCJHXCI6MjAwLFwiQlwiOjIwMH19LFwiSXNWaXNpYmxlXCI6dHJ1ZSxcIldpZHRoXCI6MC4wLFwiSGVpZ2h0XCI6MC4wLFwiQm9yZGVyU3R5bGVcIjp7XCIkaWRcIjpcIjQ2M1wiLFwiTGluZVN0eWxlXCI6e1wiJGlkXCI6XCI0NjRcIixcIkxpbmVDb2xvclwiOntcIiRpZFwiOlwiNDY1XCIsXCJDb2xvclwiOntcIiRpZFwiOlwiNDY2XCIsXCJBXCI6MjU1LFwiUlwiOjIzNCxcIkdcIjoyMixcIkJcIjozMH19LFwiTGluZVdlaWdodFwiOjIuMCxcIkxpbmVUeXBlXCI6MH0sXCJJc1Zpc2libGVcIjpmYWxzZX19LFwiSXNBYm92ZVRpbWViYW5kXCI6ZmFsc2UsXCJTcGFjaW5nXCI6MyxcIkRlZmF1bHRTd2ltbGFuZUFjdGl2aXR5U3R5bGVcIjp7XCIkaWRcIjpcIjQ2N1wiLFwiSGVhZGVyU3R5bGVcIjp7XCIkaWRcIjpcIjQ2OFwiLFwiVGV4dFN0eWxlXCI6e1wiJGlkXCI6XCI0NjlcIixcIkZvbnRTZXR0aW5nc1wiOntcIiRpZFwiOlwiNDcwXCIsXCJGb250U2l6ZVwiOjExLFwiRm9udE5hbWVcIjpcIkNhbGlicmlcIixcIklzQm9sZFwiOmZhbHNlLFwiSXNJdGFsaWNcIjpmYWxzZSxcIklzVW5kZXJsaW5lZFwiOmZhbHNlfSxcIkZvcmVncm91bmRcIjp7XCIkaWRcIjpcIjQ3MVwiLFwiQ29sb3JcIjp7XCIkaWRcIjpcIjQ3MlwiLFwiQVwiOjI1NSxcIlJcIjowLFwiR1wiOjAsXCJCXCI6MH19LFwiSG9yaXpvbnRhbEFsaWdubWVudFwiOjAsXCJJc1Zpc2libGVcIjp0cnVlfSxcIlJlY3RhbmdsZVN0eWxlXCI6e1wiJGlkXCI6XCI0NzNcIixcIk1hcmdpblwiOntcIiRpZFwiOlwiNDc0XCIsXCJUb3BcIjowLjAsXCJMZWZ0XCI6MC4wLFwiUmlnaHRcIjowLjAsXCJCb3R0b21cIjowLjB9LFwiUGFkZGluZ1wiOntcIiRpZFwiOlwiNDc1XCIsXCJUb3BcIjowLjAsXCJMZWZ0XCI6MC4wLFwiUmlnaHRcIjowLjAsXCJCb3R0b21cIjowLjB9LFwiQmFja2dyb3VuZFwiOntcIiRpZFwiOlwiNDc2XCIsXCJDb2xvclwiOntcIiRpZFwiOlwiNDc3XCIsXCJBXCI6NjMsXCJSXCI6MjUsXCJHXCI6MTA3LFwiQlwiOjM2fX0sXCJJc1Zpc2libGVcIjp0cnVlLFwiV2lkdGhcIjowLjAsXCJIZWlnaHRcIjowLjAsXCJCb3JkZXJTdHlsZVwiOntcIiRpZFwiOlwiNDc4XCIsXCJMaW5lU3R5bGVcIjp7XCIkaWRcIjpcIjQ3OVwiLFwiTGluZUNvbG9yXCI6e1wiJGlkXCI6XCI0ODBcIixcIkNvbG9yXCI6e1wiJGlkXCI6XCI0ODFcIixcIkFcIjoyNTUsXCJSXCI6MjU1LFwiR1wiOjI1NSxcIkJcIjoyNTV9fSxcIkxpbmVXZWlnaHRcIjowLjAsXCJMaW5lVHlwZVwiOjB9LFwiSXNWaXNpYmxlXCI6ZmFsc2V9fX0sXCJCYWNrZ3JvdW5kU3R5bGVcIjp7XCIkaWRcIjpcIjQ4MlwiLFwiTWFyZ2luXCI6e1wiJGlkXCI6XCI0ODNcIixcIlRvcFwiOjAuMCxcIkxlZnRcIjowLjAsXCJSaWdodFwiOjAuMCxcIkJvdHRvbVwiOjAuMH0sXCJQYWRkaW5nXCI6e1wiJGlkXCI6XCI0ODRcIixcIlRvcFwiOjAuMCxcIkxlZnRcIjowLjAsXCJSaWdodFwiOjAuMCxcIkJvdHRvbVwiOjAuMH0sXCJCYWNrZ3JvdW5kXCI6e1wiJGlkXCI6XCI0ODVcIixcIkNvbG9yXCI6e1wiJGlkXCI6XCI0ODZcIixcIkFcIjo1MSxcIlJcIjoyMDAsXCJHXCI6MjAwLFwiQlwiOjIwMH19LFwiSXNWaXNpYmxlXCI6dHJ1ZSxcIldpZHRoXCI6MC4wLFwiSGVpZ2h0XCI6MC4wLFwiQm9yZGVyU3R5bGVcIjp7XCIkaWRcIjpcIjQ4N1wiLFwiTGluZVN0eWxlXCI6e1wiJGlkXCI6XCI0ODhcIixcIkxpbmVDb2xvclwiOntcIiRpZFwiOlwiNDg5XCIsXCJDb2xvclwiOntcIiRpZFwiOlwiNDkwXCIsXCJBXCI6MjU1LFwiUlwiOjIzNCxcIkdcIjoyMixcIkJcIjozMH19LFwiTGluZVdlaWdodFwiOjIuMCxcIkxpbmVUeXBlXCI6MH0sXCJJc1Zpc2libGVcIjpmYWxzZX19fSxcIkRlZmF1bHRTd2ltbGFuZU1pbGVzdG9uZVN0eWxlXCI6e1wiJGlkXCI6XCI0OTFcIixcIlRpdGxlUG9zaXRpb25cIjowLFwiRGF0ZVBvc2l0aW9uXCI6MixcIlZhcmlhbmNlUG9zaXRpb25cIjoyLFwiU2hhcGVUeXBlXCI6MSxcIlNoYXBlU2l6ZVwiOjAsXCJTcGFjaW5nXCI6NSxcIlNoYXBlU3R5bGVcIjp7XCIkaWRcIjpcIjQ5MlwiLFwiTWFyZ2luXCI6e1wiJGlkXCI6XCI0OTNcIixcIlRvcFwiOjAuMCxcIkxlZnRcIjowLjAsXCJSaWdodFwiOjAuMCxcIkJvdHRvbVwiOjAuMH0sXCJQYWRkaW5nXCI6e1wiJGlkXCI6XCI0OTRcIixcIlRvcFwiOjAuMCxcIkxlZnRcIjowLjAsXCJSaWdodFwiOjAuMCxcIkJvdHRvbVwiOjAuMH0sXCJCYWNrZ3JvdW5kXCI6e1wiJGlkXCI6XCI0OTVcIixcIkNvbG9yXCI6e1wiJGlkXCI6XCI0OTZcIixcIkFcIjoyNTUsXCJSXCI6MjUsXCJHXCI6MTA3LFwiQlwiOjM2fX0sXCJJc1Zpc2libGVcIjp0cnVlLFwiV2lkdGhcIjoxMi4wLFwiSGVpZ2h0XCI6MTQuMCxcIkJvcmRlclN0eWxlXCI6e1wiJGlkXCI6XCI0OTdcIixcIkxpbmVTdHlsZVwiOntcIiRpZFwiOlwiNDk4XCIsXCJMaW5lQ29sb3JcIjp7XCIkaWRcIjpcIjQ5OVwiLFwiQ29sb3JcIjp7XCIkaWRcIjpcIjUwMFwiLFwiQVwiOjI1NSxcIlJcIjoyMzQsXCJHXCI6MjIsXCJCXCI6MzB9fSxcIkxpbmVXZWlnaHRcIjoyLjAsXCJMaW5lVHlwZVwiOjB9LFwiSXNWaXNpYmxlXCI6ZmFsc2V9fSxcIlRpdGxlU3R5bGVcIjp7XCIkaWRcIjpcIjUwMVwiLFwiRm9udFNldHRpbmdzXCI6e1wiJGlkXCI6XCI1MDJcIixcIkZvbnRTaXplXCI6MTEsXCJGb250TmFtZVwiOlwiQ2FsaWJyaVwiLFwiSXNCb2xkXCI6ZmFsc2UsXCJJc0l0YWxpY1wiOmZhbHNlLFwiSXNVbmRlcmxpbmVkXCI6ZmFsc2V9LFwiRm9yZWdyb3VuZFwiOntcIiRpZFwiOlwiNTAzXCIsXCJDb2xvclwiOntcIiRpZFwiOlwiNTA0XCIsXCJBXCI6MjU1LFwiUlwiOjAsXCJHXCI6MCxcIkJcIjowfX0sXCJIb3Jpem9udGFsQWxpZ25tZW50XCI6MixcIklzVmlzaWJsZVwiOnRydWV9LFwiRGF0ZVN0eWxlXCI6e1wiJGlkXCI6XCI1MDVcIixcIkZvbnRTZXR0aW5nc1wiOntcIiRpZFwiOlwiNTA2XCIsXCJGb250U2l6ZVwiOjEwLFwiRm9udE5hbWVcIjpcIkNhbGlicmlcIixcIklzQm9sZFwiOmZhbHNlLFwiSXNJdGFsaWNcIjpmYWxzZSxcIklzVW5kZXJsaW5lZFwiOmZhbHNlfSxcIkZvcmVncm91bmRcIjp7XCIkaWRcIjpcIjUwN1wiLFwiQ29sb3JcIjp7XCIkaWRcIjpcIjUwOFwiLFwiQVwiOjI1NSxcIlJcIjoxNCxcIkdcIjo0MCxcIkJcIjo2NX19LFwiSG9yaXpvbnRhbEFsaWdubWVudFwiOjAsXCJJc1Zpc2libGVcIjp0cnVlfSxcIkRhdGVGb3JtYXRcIjp7XCIkaWRcIjpcIjUwOV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MTBcIixcIkZvcm1hdFwiOjAsXCJJc1Zpc2libGVcIjpmYWxzZSxcIkxhc3RLbm93blZpc2liaWxpdHlTdGF0ZVwiOmZhbHNlfSxcIlZhcmlhbmNlU3R5bGVcIjp7XCIkaWRcIjpcIjUxMVwiLFwiVmFyaWFuY2VUZXh0U3R5bGVcIjp7XCIkaWRcIjpcIjUxMlwiLFwiRm9udFNldHRpbmdzXCI6e1wiJGlkXCI6XCI1MTNcIixcIkZvbnRTaXplXCI6MTAsXCJGb250TmFtZVwiOlwiQ2FsaWJyaVwiLFwiSXNCb2xkXCI6ZmFsc2UsXCJJc0l0YWxpY1wiOmZhbHNlLFwiSXNVbmRlcmxpbmVkXCI6ZmFsc2V9LFwiRm9yZWdyb3VuZFwiOntcIiRpZFwiOlwiNTE0XCIsXCJDb2xvclwiOntcIiRpZFwiOlwiNTE1XCIsXCJBXCI6MjU1LFwiUlwiOjAsXCJHXCI6MCxcIkJcIjowfX0sXCJIb3Jpem9udGFsQWxpZ25tZW50XCI6MCxcIklzVmlzaWJsZVwiOnRydWV9fX0sXCJEZWZhdWx0U3dpbWxhbmVUYXNrU3R5bGVcIjp7XCIkaWRcIjpcIjUxNlwiLFwiU2hhcGVcIjoxLFwiU2hhcGVUaGlja25lc3NcIjowLFwiRHVyYXRpb25Gb3JtYXRcIjowLFwiUGVyY2VudGFnZUNvbXBsZXRlVGV4dFN0eWxlXCI6e1wiJGlkXCI6XCI1MTdcIixcIkZvbnRTZXR0aW5nc1wiOntcIiRpZFwiOlwiNTE4XCIsXCJGb250U2l6ZVwiOjEwLFwiRm9udE5hbWVcIjpcIkNhbGlicmlcIixcIklzQm9sZFwiOmZhbHNlLFwiSXNJdGFsaWNcIjpmYWxzZSxcIklzVW5kZXJsaW5lZFwiOmZhbHNlfSxcIkZvcmVncm91bmRcIjp7XCIkaWRcIjpcIjUxOVwiLFwiQ29sb3JcIjp7XCIkaWRcIjpcIjUyMFwiLFwiQVwiOjI1NSxcIlJcIjoyMzIsXCJHXCI6MjMyLFwiQlwiOjIzMn19LFwiSG9yaXpvbnRhbEFsaWdubWVudFwiOjEsXCJJc1Zpc2libGVcIjp0cnVlfSxcIlBlcmNlbnRhZ2VDb21wbGV0ZUhpZ2hsaWdodFN0eWxlXCI6e1wiJGlkXCI6XCI1MjFcIixcIkJhY2tncm91bmRcIjp7XCIkaWRcIjpcIjUyMlwiLFwiQ29sb3JcIjp7XCIkaWRcIjpcIjUyM1wiLFwiQVwiOjg5LFwiUlwiOjAsXCJHXCI6MCxcIkJcIjowfX19LFwiRHVyYXRpb25TdHlsZVwiOntcIiRpZFwiOlwiNTI0XCIsXCJGb250U2V0dGluZ3NcIjp7XCIkaWRcIjpcIjUyNVwiLFwiRm9udFNpemVcIjoxMCxcIkZvbnROYW1lXCI6XCJDYWxpYnJpXCIsXCJJc0JvbGRcIjpmYWxzZSxcIklzSXRhbGljXCI6ZmFsc2UsXCJJc1VuZGVybGluZWRcIjpmYWxzZX0sXCJGb3JlZ3JvdW5kXCI6e1wiJGlkXCI6XCI1MjZcIixcIkNvbG9yXCI6e1wiJGlkXCI6XCI1MjdcIixcIkFcIjoyNTUsXCJSXCI6MjM3LFwiR1wiOjEyNSxcIkJcIjo0OX19LFwiSG9yaXpvbnRhbEFsaWdubWVudFwiOjAsXCJJc1Zpc2libGVcIjpmYWxzZX0sXCJNYXJnaW5cIjp7XCIkaWRcIjpcIjUyOF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1MjlcIixcIkJhc2VsaW5lU2hhcGVTdHlsZVwiOntcIiRpZFwiOlwiNTMwXCIsXCJNYXJnaW5cIjp7XCIkaWRcIjpcIjUzMVwiLFwiVG9wXCI6MC4wLFwiTGVmdFwiOjAuMCxcIlJpZ2h0XCI6MC4wLFwiQm90dG9tXCI6MC4wfSxcIlBhZGRpbmdcIjp7XCIkaWRcIjpcIjUzMlwiLFwiVG9wXCI6MC4wLFwiTGVmdFwiOjAuMCxcIlJpZ2h0XCI6MC4wLFwiQm90dG9tXCI6MC4wfSxcIkJhY2tncm91bmRcIjp7XCIkaWRcIjpcIjUzM1wiLFwiQ29sb3JcIjp7XCIkaWRcIjpcIjUzNFwiLFwiQVwiOjE1MyxcIlJcIjowLFwiR1wiOjAsXCJCXCI6MH19LFwiSXNWaXNpYmxlXCI6ZmFsc2UsXCJXaWR0aFwiOjAuMCxcIkhlaWdodFwiOjAuMCxcIkJvcmRlclN0eWxlXCI6e1wiJGlkXCI6XCI1MzVcIixcIkxpbmVTdHlsZVwiOntcIiRpZFwiOlwiNTM2XCIsXCJMaW5lQ29sb3JcIjp7XCIkaWRcIjpcIjUzN1wiLFwiQ29sb3JcIjp7XCIkaWRcIjpcIjUzOFwiLFwiQVwiOjI1NSxcIlJcIjoyNTUsXCJHXCI6MCxcIkJcIjowfX0sXCJMaW5lV2VpZ2h0XCI6Mi4wLFwiTGluZVR5cGVcIjowfSxcIklzVmlzaWJsZVwiOmZhbHNlfX19LFwiU2hhcGVTdHlsZVwiOntcIiRpZFwiOlwiNTM5XCIsXCJNYXJnaW5cIjp7XCIkaWRcIjpcIjU0MFwiLFwiVG9wXCI6MC4wLFwiTGVmdFwiOjQuMCxcIlJpZ2h0XCI6NC4wLFwiQm90dG9tXCI6MC4wfSxcIlBhZGRpbmdcIjp7XCIkaWRcIjpcIjU0MVwiLFwiVG9wXCI6MC4wLFwiTGVmdFwiOjAuMCxcIlJpZ2h0XCI6MC4wLFwiQm90dG9tXCI6MC4wfSxcIkJhY2tncm91bmRcIjp7XCIkaWRcIjpcIjU0MlwiLFwiQ29sb3JcIjp7XCIkaWRcIjpcIjU0M1wiLFwiQVwiOjI1NSxcIlJcIjoyNSxcIkdcIjoxMDcsXCJCXCI6MzZ9fSxcIklzVmlzaWJsZVwiOnRydWUsXCJXaWR0aFwiOjAuMCxcIkhlaWdodFwiOjEwLjAsXCJCb3JkZXJTdHlsZVwiOntcIiRpZFwiOlwiNTQ0XCIsXCJMaW5lU3R5bGVcIjp7XCIkaWRcIjpcIjU0NVwiLFwiTGluZUNvbG9yXCI6e1wiJGlkXCI6XCI1NDZcIixcIkNvbG9yXCI6e1wiJGlkXCI6XCI1NDdcIixcIkFcIjoyNTUsXCJSXCI6MjM0LFwiR1wiOjIyLFwiQlwiOjMwfX0sXCJMaW5lV2VpZ2h0XCI6Mi4wLFwiTGluZVR5cGVcIjowfSxcIklzVmlzaWJsZVwiOmZhbHNlfX0sXCJUaXRsZVN0eWxlXCI6e1wiJGlkXCI6XCI1NDhcIixcIkZvbnRTZXR0aW5nc1wiOntcIiRpZFwiOlwiNTQ5XCIsXCJGb250U2l6ZVwiOjExLFwiRm9udE5hbWVcIjpcIkNhbGlicmlcIixcIklzQm9sZFwiOmZhbHNlLFwiSXNJdGFsaWNcIjpmYWxzZSxcIklzVW5kZXJsaW5lZFwiOmZhbHNlfSxcIkZvcmVncm91bmRcIjp7XCIkaWRcIjpcIjU1MFwiLFwiQ29sb3JcIjp7XCIkaWRcIjpcIjU1MVwiLFwiQVwiOjI1NSxcIlJcIjowLFwiR1wiOjAsXCJCXCI6MH19LFwiSG9yaXpvbnRhbEFsaWdubWVudFwiOjAsXCJJc1Zpc2libGVcIjp0cnVlfSxcIkRhdGVTdHlsZVwiOntcIiRpZFwiOlwiNTUyXCIsXCJGb250U2V0dGluZ3NcIjp7XCIkaWRcIjpcIjU1M1wiLFwiRm9udFNpemVcIjoxMCxcIkZvbnROYW1lXCI6XCJDYWxpYnJpXCIsXCJJc0JvbGRcIjpmYWxzZSxcIklzSXRhbGljXCI6ZmFsc2UsXCJJc1VuZGVybGluZWRcIjpmYWxzZX0sXCJGb3JlZ3JvdW5kXCI6e1wiJGlkXCI6XCI1NTRcIixcIkNvbG9yXCI6e1wiJGlkXCI6XCI1NTVcIixcIkFcIjoyNTUsXCJSXCI6MTQsXCJHXCI6NDAsXCJCXCI6NjV9fSxcIkhvcml6b250YWxBbGlnbm1lbnRcIjoyLFwiSXNWaXNpYmxlXCI6dHJ1ZX0sXCJEYXRlRm9ybWF0XCI6e1wiJGlkXCI6XCI1NT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U3XCIsXCJGb3JtYXRcIjowLFwiSXNWaXNpYmxlXCI6ZmFsc2UsXCJMYXN0S25vd25WaXNpYmlsaXR5U3RhdGVcIjpmYWxzZX0sXCJWYXJpYW5jZVN0eWxlXCI6e1wiJGlkXCI6XCI1NThcIixcIlZhcmlhbmNlVGV4dFN0eWxlXCI6e1wiJGlkXCI6XCI1NTlcIixcIkZvbnRTZXR0aW5nc1wiOntcIiRpZFwiOlwiNTYwXCIsXCJGb250U2l6ZVwiOjEwLFwiRm9udE5hbWVcIjpcIkNhbGlicmlcIixcIklzQm9sZFwiOmZhbHNlLFwiSXNJdGFsaWNcIjpmYWxzZSxcIklzVW5kZXJsaW5lZFwiOmZhbHNlfSxcIkZvcmVncm91bmRcIjp7XCIkaWRcIjpcIjU2MVwiLFwiQ29sb3JcIjp7XCIkaWRcIjpcIjU2MlwiLFwiQVwiOjI1NSxcIlJcIjowLFwiR1wiOjAsXCJCXCI6MH19LFwiSG9yaXpvbnRhbEFsaWdubWVudFwiOjAsXCJJc1Zpc2libGVcIjp0cnVlfX19LFwiRGVmYXVsdFN3aW1sYW5lTW90U3R5bGVcIjp7XCIkaWRcIjpcIjU2M1wiLFwiU2hhcGVcIjoxLFwiU2hhcGVTaXplXCI6MCxcIkRldGFpbHNTcGFjaW5nXCI6MC4wLFwiUGFkZGluZ1wiOntcIiRpZFwiOlwiNTY0XCIsXCJUb3BcIjo1LjAsXCJMZWZ0XCI6My4wLFwiUmlnaHRcIjowLjAsXCJCb3R0b21cIjoyLjB9LFwiUG9zaXRpb25PblRhc2tcIjoxLFwiU2hhcGVTdHlsZVwiOntcIiRpZFwiOlwiNTY1XCIsXCJNYXJnaW5cIjp7XCIkaWRcIjpcIjU2NlwiLFwiVG9wXCI6MC4wLFwiTGVmdFwiOjAuMCxcIlJpZ2h0XCI6MC4wLFwiQm90dG9tXCI6MC4wfSxcIlBhZGRpbmdcIjp7XCIkaWRcIjpcIjU2N1wiLFwiVG9wXCI6MC4wLFwiTGVmdFwiOjAuMCxcIlJpZ2h0XCI6MC4wLFwiQm90dG9tXCI6MC4wfSxcIkJhY2tncm91bmRcIjp7XCIkaWRcIjpcIjU2OFwiLFwiQ29sb3JcIjp7XCIkaWRcIjpcIjU2OVwiLFwiQVwiOjI1NSxcIlJcIjoxMyxcIkdcIjo1MyxcIkJcIjoxOH19LFwiSXNWaXNpYmxlXCI6dHJ1ZSxcIldpZHRoXCI6MTIuMCxcIkhlaWdodFwiOjE0LjAsXCJCb3JkZXJTdHlsZVwiOntcIiRpZFwiOlwiNTcwXCIsXCJMaW5lU3R5bGVcIjp7XCIkaWRcIjpcIjU3MVwiLFwiTGluZUNvbG9yXCI6e1wiJGlkXCI6XCI1NzJcIixcIkNvbG9yXCI6e1wiJGlkXCI6XCI1NzNcIixcIkFcIjoyNTUsXCJSXCI6MjU1LFwiR1wiOjI1NSxcIkJcIjoyNTV9fSxcIkxpbmVXZWlnaHRcIjowLjAsXCJMaW5lVHlwZVwiOjB9LFwiSXNWaXNpYmxlXCI6ZmFsc2V9fSxcIlRpdGxlU3R5bGVcIjp7XCIkaWRcIjpcIjU3NFwiLFwiRm9udFNldHRpbmdzXCI6e1wiJGlkXCI6XCI1NzVcIixcIkZvbnRTaXplXCI6MTEsXCJGb250TmFtZVwiOlwiQ2FsaWJyaVwiLFwiSXNCb2xkXCI6ZmFsc2UsXCJJc0l0YWxpY1wiOmZhbHNlLFwiSXNVbmRlcmxpbmVkXCI6ZmFsc2V9LFwiRm9yZWdyb3VuZFwiOntcIiRpZFwiOlwiNTc2XCIsXCJDb2xvclwiOntcIiRpZFwiOlwiNTc3XCIsXCJBXCI6MjU1LFwiUlwiOjAsXCJHXCI6MCxcIkJcIjowfX0sXCJIb3Jpem9udGFsQWxpZ25tZW50XCI6MSxcIklzVmlzaWJsZVwiOnRydWV9LFwiRGF0ZVN0eWxlXCI6e1wiJGlkXCI6XCI1NzhcIixcIkZvbnRTZXR0aW5nc1wiOntcIiRpZFwiOlwiNTc5XCIsXCJGb250U2l6ZVwiOjEwLFwiRm9udE5hbWVcIjpcIkNhbGlicmlcIixcIklzQm9sZFwiOmZhbHNlLFwiSXNJdGFsaWNcIjpmYWxzZSxcIklzVW5kZXJsaW5lZFwiOmZhbHNlfSxcIkZvcmVncm91bmRcIjp7XCIkaWRcIjpcIjU4MFwiLFwiQ29sb3JcIjp7XCIkaWRcIjpcIjU4MVwiLFwiQVwiOjI1NSxcIlJcIjoxNCxcIkdcIjo0MCxcIkJcIjo2NX19LFwiSG9yaXpvbnRhbEFsaWdubWVudFwiOjEsXCJJc1Zpc2libGVcIjp0cnVlfSxcIkRhdGVGb3JtYXRcIjp7XCIkaWRcIjpcIjU4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ODNcIixcIkZvcm1hdFwiOjAsXCJJc1Zpc2libGVcIjpmYWxzZSxcIkxhc3RLbm93blZpc2liaWxpdHlTdGF0ZVwiOmZhbHNlfSxcIlZhcmlhbmNlU3R5bGVcIjp7XCIkaWRcIjpcIjU4NFwiLFwiVmFyaWFuY2VUZXh0U3R5bGVcIjp7XCIkaWRcIjpcIjU4NVwiLFwiRm9udFNldHRpbmdzXCI6e1wiJGlkXCI6XCI1ODZcIixcIkZvbnRTaXplXCI6MTAsXCJGb250TmFtZVwiOlwiQ2FsaWJyaVwiLFwiSXNCb2xkXCI6ZmFsc2UsXCJJc0l0YWxpY1wiOmZhbHNlLFwiSXNVbmRlcmxpbmVkXCI6ZmFsc2V9LFwiRm9yZWdyb3VuZFwiOntcIiRpZFwiOlwiNTg3XCIsXCJDb2xvclwiOntcIiRpZFwiOlwiNTg4XCIsXCJBXCI6MjU1LFwiUlwiOjAsXCJHXCI6MCxcIkJcIjowfX0sXCJIb3Jpem9udGFsQWxpZ25tZW50XCI6MCxcIklzVmlzaWJsZVwiOnRydWV9fX19LHtcIiRpZFwiOlwiNTg5XCIsXCJTdHlsZUlkXCI6XCIwNzAyZGVhOC1jMTE0LTRkNzEtYmU0MC1jZDMwNjJjNDY5NzBcIixcIk5hbWVcIjpcIlN3aW1sYW5lIFN0eWxlIDRcIixcIkhlYWRlclN0eWxlXCI6e1wiJGlkXCI6XCI1OTBcIixcIlRleHRTdHlsZVwiOntcIiRpZFwiOlwiNTkxXCIsXCJGb250U2V0dGluZ3NcIjp7XCIkaWRcIjpcIjU5MlwiLFwiRm9udFNpemVcIjoxMSxcIkZvbnROYW1lXCI6XCJDYWxpYnJpXCIsXCJJc0JvbGRcIjpmYWxzZSxcIklzSXRhbGljXCI6ZmFsc2UsXCJJc1VuZGVybGluZWRcIjpmYWxzZX0sXCJGb3JlZ3JvdW5kXCI6e1wiJGlkXCI6XCI1OTNcIixcIkNvbG9yXCI6e1wiJGlkXCI6XCI1OTRcIixcIkFcIjoyNTUsXCJSXCI6MjU1LFwiR1wiOjI1NSxcIkJcIjoyNTV9fSxcIkhvcml6b250YWxBbGlnbm1lbnRcIjowLFwiSXNWaXNpYmxlXCI6dHJ1ZX0sXCJSZWN0YW5nbGVTdHlsZVwiOntcIiRpZFwiOlwiNTk1XCIsXCJNYXJnaW5cIjp7XCIkaWRcIjpcIjU5NlwiLFwiVG9wXCI6MC4wLFwiTGVmdFwiOjAuMCxcIlJpZ2h0XCI6MC4wLFwiQm90dG9tXCI6MC4wfSxcIlBhZGRpbmdcIjp7XCIkaWRcIjpcIjU5N1wiLFwiVG9wXCI6MC4wLFwiTGVmdFwiOjAuMCxcIlJpZ2h0XCI6MC4wLFwiQm90dG9tXCI6MC4wfSxcIkJhY2tncm91bmRcIjp7XCIkaWRcIjpcIjU5OFwiLFwiQ29sb3JcIjp7XCIkaWRcIjpcIjU5OVwiLFwiQVwiOjI1NSxcIlJcIjoxNSxcIkdcIjoxNTgsXCJCXCI6MjEzfX0sXCJJc1Zpc2libGVcIjp0cnVlLFwiV2lkdGhcIjowLjAsXCJIZWlnaHRcIjowLjAsXCJCb3JkZXJTdHlsZVwiOntcIiRpZFwiOlwiNjAwXCIsXCJMaW5lU3R5bGVcIjp7XCIkaWRcIjpcIjYwMVwiLFwiTGluZUNvbG9yXCI6e1wiJGlkXCI6XCI2MDJcIixcIkNvbG9yXCI6e1wiJGlkXCI6XCI2MDNcIixcIkFcIjoyNTUsXCJSXCI6MjU1LFwiR1wiOjI1NSxcIkJcIjoyNTV9fSxcIkxpbmVXZWlnaHRcIjowLjAsXCJMaW5lVHlwZVwiOjB9LFwiSXNWaXNpYmxlXCI6ZmFsc2V9fX0sXCJCYWNrZ3JvdW5kU3R5bGVcIjp7XCIkaWRcIjpcIjYwNFwiLFwiTWFyZ2luXCI6e1wiJGlkXCI6XCI2MDVcIixcIlRvcFwiOjAuMCxcIkxlZnRcIjowLjAsXCJSaWdodFwiOjAuMCxcIkJvdHRvbVwiOjAuMH0sXCJQYWRkaW5nXCI6e1wiJGlkXCI6XCI2MDZcIixcIlRvcFwiOjAuMCxcIkxlZnRcIjowLjAsXCJSaWdodFwiOjAuMCxcIkJvdHRvbVwiOjAuMH0sXCJCYWNrZ3JvdW5kXCI6e1wiJGlkXCI6XCI2MDdcIixcIkNvbG9yXCI6e1wiJGlkXCI6XCI2MDhcIixcIkFcIjo1MSxcIlJcIjoyMDAsXCJHXCI6MjAwLFwiQlwiOjIwMH19LFwiSXNWaXNpYmxlXCI6dHJ1ZSxcIldpZHRoXCI6MC4wLFwiSGVpZ2h0XCI6MC4wLFwiQm9yZGVyU3R5bGVcIjp7XCIkaWRcIjpcIjYwOVwiLFwiTGluZVN0eWxlXCI6e1wiJGlkXCI6XCI2MTBcIixcIkxpbmVDb2xvclwiOntcIiRpZFwiOlwiNjExXCIsXCJDb2xvclwiOntcIiRpZFwiOlwiNjEyXCIsXCJBXCI6MjU1LFwiUlwiOjIzNCxcIkdcIjoyMixcIkJcIjozMH19LFwiTGluZVdlaWdodFwiOjIuMCxcIkxpbmVUeXBlXCI6MH0sXCJJc1Zpc2libGVcIjpmYWxzZX19LFwiSXNBYm92ZVRpbWViYW5kXCI6ZmFsc2UsXCJTcGFjaW5nXCI6MyxcIkRlZmF1bHRTd2ltbGFuZUFjdGl2aXR5U3R5bGVcIjp7XCIkaWRcIjpcIjYxM1wiLFwiSGVhZGVyU3R5bGVcIjp7XCIkaWRcIjpcIjYxNFwiLFwiVGV4dFN0eWxlXCI6e1wiJGlkXCI6XCI2MTVcIixcIkZvbnRTZXR0aW5nc1wiOntcIiRpZFwiOlwiNjE2XCIsXCJGb250U2l6ZVwiOjExLFwiRm9udE5hbWVcIjpcIkNhbGlicmlcIixcIklzQm9sZFwiOmZhbHNlLFwiSXNJdGFsaWNcIjpmYWxzZSxcIklzVW5kZXJsaW5lZFwiOmZhbHNlfSxcIkZvcmVncm91bmRcIjp7XCIkaWRcIjpcIjYxN1wiLFwiQ29sb3JcIjp7XCIkaWRcIjpcIjYxOFwiLFwiQVwiOjI1NSxcIlJcIjowLFwiR1wiOjAsXCJCXCI6MH19LFwiSG9yaXpvbnRhbEFsaWdubWVudFwiOjAsXCJJc1Zpc2libGVcIjp0cnVlfSxcIlJlY3RhbmdsZVN0eWxlXCI6e1wiJGlkXCI6XCI2MTlcIixcIk1hcmdpblwiOntcIiRpZFwiOlwiNjIwXCIsXCJUb3BcIjowLjAsXCJMZWZ0XCI6MC4wLFwiUmlnaHRcIjowLjAsXCJCb3R0b21cIjowLjB9LFwiUGFkZGluZ1wiOntcIiRpZFwiOlwiNjIxXCIsXCJUb3BcIjowLjAsXCJMZWZ0XCI6MC4wLFwiUmlnaHRcIjowLjAsXCJCb3R0b21cIjowLjB9LFwiQmFja2dyb3VuZFwiOntcIiRpZFwiOlwiNjIyXCIsXCJDb2xvclwiOntcIiRpZFwiOlwiNjIzXCIsXCJBXCI6MTI3LFwiUlwiOjE1LFwiR1wiOjE1OCxcIkJcIjoyMTN9fSxcIklzVmlzaWJsZVwiOnRydWUsXCJXaWR0aFwiOjAuMCxcIkhlaWdodFwiOjAuMCxcIkJvcmRlclN0eWxlXCI6e1wiJGlkXCI6XCI2MjRcIixcIkxpbmVTdHlsZVwiOntcIiRpZFwiOlwiNjI1XCIsXCJMaW5lQ29sb3JcIjp7XCIkaWRcIjpcIjYyNlwiLFwiQ29sb3JcIjp7XCIkaWRcIjpcIjYyN1wiLFwiQVwiOjI1NSxcIlJcIjoyNTUsXCJHXCI6MCxcIkJcIjowfX0sXCJMaW5lV2VpZ2h0XCI6MC4wLFwiTGluZVR5cGVcIjowfSxcIklzVmlzaWJsZVwiOmZhbHNlfX19LFwiQmFja2dyb3VuZFN0eWxlXCI6e1wiJGlkXCI6XCI2MjhcIixcIk1hcmdpblwiOntcIiRpZFwiOlwiNjI5XCIsXCJUb3BcIjowLjAsXCJMZWZ0XCI6MC4wLFwiUmlnaHRcIjowLjAsXCJCb3R0b21cIjowLjB9LFwiUGFkZGluZ1wiOntcIiRpZFwiOlwiNjMwXCIsXCJUb3BcIjowLjAsXCJMZWZ0XCI6MC4wLFwiUmlnaHRcIjowLjAsXCJCb3R0b21cIjowLjB9LFwiQmFja2dyb3VuZFwiOntcIiRpZFwiOlwiNjMxXCIsXCJDb2xvclwiOntcIiRpZFwiOlwiNjMyXCIsXCJBXCI6NTEsXCJSXCI6MjAwLFwiR1wiOjIwMCxcIkJcIjoyMDB9fSxcIklzVmlzaWJsZVwiOnRydWUsXCJXaWR0aFwiOjAuMCxcIkhlaWdodFwiOjAuMCxcIkJvcmRlclN0eWxlXCI6e1wiJGlkXCI6XCI2MzNcIixcIkxpbmVTdHlsZVwiOntcIiRpZFwiOlwiNjM0XCIsXCJMaW5lQ29sb3JcIjp7XCIkaWRcIjpcIjYzNVwiLFwiQ29sb3JcIjp7XCIkaWRcIjpcIjYzNlwiLFwiQVwiOjI1NSxcIlJcIjoyMzQsXCJHXCI6MjIsXCJCXCI6MzB9fSxcIkxpbmVXZWlnaHRcIjoyLjAsXCJMaW5lVHlwZVwiOjB9LFwiSXNWaXNpYmxlXCI6ZmFsc2V9fX0sXCJEZWZhdWx0U3dpbWxhbmVNaWxlc3RvbmVTdHlsZVwiOntcIiRpZFwiOlwiNjM3XCIsXCJUaXRsZVBvc2l0aW9uXCI6MCxcIkRhdGVQb3NpdGlvblwiOjIsXCJWYXJpYW5jZVBvc2l0aW9uXCI6MixcIlNoYXBlVHlwZVwiOjEsXCJTaGFwZVNpemVcIjowLFwiU3BhY2luZ1wiOjUsXCJTaGFwZVN0eWxlXCI6e1wiJGlkXCI6XCI2MzhcIixcIk1hcmdpblwiOntcIiRpZFwiOlwiNjM5XCIsXCJUb3BcIjowLjAsXCJMZWZ0XCI6MC4wLFwiUmlnaHRcIjowLjAsXCJCb3R0b21cIjowLjB9LFwiUGFkZGluZ1wiOntcIiRpZFwiOlwiNjQwXCIsXCJUb3BcIjowLjAsXCJMZWZ0XCI6MC4wLFwiUmlnaHRcIjowLjAsXCJCb3R0b21cIjowLjB9LFwiQmFja2dyb3VuZFwiOntcIiRpZFwiOlwiNjQxXCIsXCJDb2xvclwiOntcIiRpZFwiOlwiNjQyXCIsXCJBXCI6MjU1LFwiUlwiOjE1LFwiR1wiOjE1OCxcIkJcIjoyMTN9fSxcIklzVmlzaWJsZVwiOnRydWUsXCJXaWR0aFwiOjEyLjAsXCJIZWlnaHRcIjoxNC4wLFwiQm9yZGVyU3R5bGVcIjp7XCIkaWRcIjpcIjY0M1wiLFwiTGluZVN0eWxlXCI6e1wiJGlkXCI6XCI2NDRcIixcIkxpbmVDb2xvclwiOntcIiRpZFwiOlwiNjQ1XCIsXCJDb2xvclwiOntcIiRpZFwiOlwiNjQ2XCIsXCJBXCI6MjU1LFwiUlwiOjIzNCxcIkdcIjoyMixcIkJcIjozMH19LFwiTGluZVdlaWdodFwiOjIuMCxcIkxpbmVUeXBlXCI6MH0sXCJJc1Zpc2libGVcIjpmYWxzZX19LFwiVGl0bGVTdHlsZVwiOntcIiRpZFwiOlwiNjQ3XCIsXCJGb250U2V0dGluZ3NcIjp7XCIkaWRcIjpcIjY0OFwiLFwiRm9udFNpemVcIjoxMSxcIkZvbnROYW1lXCI6XCJDYWxpYnJpXCIsXCJJc0JvbGRcIjpmYWxzZSxcIklzSXRhbGljXCI6ZmFsc2UsXCJJc1VuZGVybGluZWRcIjpmYWxzZX0sXCJGb3JlZ3JvdW5kXCI6e1wiJGlkXCI6XCI2NDlcIixcIkNvbG9yXCI6e1wiJGlkXCI6XCI2NTBcIixcIkFcIjoyNTUsXCJSXCI6MCxcIkdcIjowLFwiQlwiOjB9fSxcIkhvcml6b250YWxBbGlnbm1lbnRcIjoyLFwiSXNWaXNpYmxlXCI6dHJ1ZX0sXCJEYXRlU3R5bGVcIjp7XCIkaWRcIjpcIjY1MVwiLFwiRm9udFNldHRpbmdzXCI6e1wiJGlkXCI6XCI2NTJcIixcIkZvbnRTaXplXCI6MTAsXCJGb250TmFtZVwiOlwiQ2FsaWJyaVwiLFwiSXNCb2xkXCI6ZmFsc2UsXCJJc0l0YWxpY1wiOmZhbHNlLFwiSXNVbmRlcmxpbmVkXCI6ZmFsc2V9LFwiRm9yZWdyb3VuZFwiOntcIiRpZFwiOlwiNjUzXCIsXCJDb2xvclwiOntcIiRpZFwiOlwiNjU0XCIsXCJBXCI6MjU1LFwiUlwiOjE0LFwiR1wiOjQwLFwiQlwiOjY1fX0sXCJIb3Jpem9udGFsQWxpZ25tZW50XCI6MCxcIklzVmlzaWJsZVwiOnRydWV9LFwiRGF0ZUZvcm1hdFwiOntcIiRpZFwiOlwiNjU1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Y1NlwiLFwiRm9ybWF0XCI6MCxcIklzVmlzaWJsZVwiOmZhbHNlLFwiTGFzdEtub3duVmlzaWJpbGl0eVN0YXRlXCI6ZmFsc2V9LFwiVmFyaWFuY2VTdHlsZVwiOntcIiRpZFwiOlwiNjU3XCIsXCJWYXJpYW5jZVRleHRTdHlsZVwiOntcIiRpZFwiOlwiNjU4XCIsXCJGb250U2V0dGluZ3NcIjp7XCIkaWRcIjpcIjY1OVwiLFwiRm9udFNpemVcIjoxMCxcIkZvbnROYW1lXCI6XCJDYWxpYnJpXCIsXCJJc0JvbGRcIjpmYWxzZSxcIklzSXRhbGljXCI6ZmFsc2UsXCJJc1VuZGVybGluZWRcIjpmYWxzZX0sXCJGb3JlZ3JvdW5kXCI6e1wiJGlkXCI6XCI2NjBcIixcIkNvbG9yXCI6e1wiJGlkXCI6XCI2NjFcIixcIkFcIjoyNTUsXCJSXCI6MCxcIkdcIjowLFwiQlwiOjB9fSxcIkhvcml6b250YWxBbGlnbm1lbnRcIjowLFwiSXNWaXNpYmxlXCI6dHJ1ZX19fSxcIkRlZmF1bHRTd2ltbGFuZVRhc2tTdHlsZVwiOntcIiRpZFwiOlwiNjYyXCIsXCJTaGFwZVwiOjEsXCJTaGFwZVRoaWNrbmVzc1wiOjAsXCJEdXJhdGlvbkZvcm1hdFwiOjAsXCJQZXJjZW50YWdlQ29tcGxldGVUZXh0U3R5bGVcIjp7XCIkaWRcIjpcIjY2M1wiLFwiRm9udFNldHRpbmdzXCI6e1wiJGlkXCI6XCI2NjRcIixcIkZvbnRTaXplXCI6MTAsXCJGb250TmFtZVwiOlwiQ2FsaWJyaVwiLFwiSXNCb2xkXCI6ZmFsc2UsXCJJc0l0YWxpY1wiOmZhbHNlLFwiSXNVbmRlcmxpbmVkXCI6ZmFsc2V9LFwiRm9yZWdyb3VuZFwiOntcIiRpZFwiOlwiNjY1XCIsXCJDb2xvclwiOntcIiRpZFwiOlwiNjY2XCIsXCJBXCI6MjU1LFwiUlwiOjIzMixcIkdcIjoyMzIsXCJCXCI6MjMyfX0sXCJIb3Jpem9udGFsQWxpZ25tZW50XCI6MSxcIklzVmlzaWJsZVwiOnRydWV9LFwiUGVyY2VudGFnZUNvbXBsZXRlSGlnaGxpZ2h0U3R5bGVcIjp7XCIkaWRcIjpcIjY2N1wiLFwiQmFja2dyb3VuZFwiOntcIiRpZFwiOlwiNjY4XCIsXCJDb2xvclwiOntcIiRpZFwiOlwiNjY5XCIsXCJBXCI6ODksXCJSXCI6MCxcIkdcIjowLFwiQlwiOjB9fX0sXCJEdXJhdGlvblN0eWxlXCI6e1wiJGlkXCI6XCI2NzBcIixcIkZvbnRTZXR0aW5nc1wiOntcIiRpZFwiOlwiNjcxXCIsXCJGb250U2l6ZVwiOjEwLFwiRm9udE5hbWVcIjpcIkNhbGlicmlcIixcIklzQm9sZFwiOmZhbHNlLFwiSXNJdGFsaWNcIjpmYWxzZSxcIklzVW5kZXJsaW5lZFwiOmZhbHNlfSxcIkZvcmVncm91bmRcIjp7XCIkaWRcIjpcIjY3MlwiLFwiQ29sb3JcIjp7XCIkaWRcIjpcIjY3M1wiLFwiQVwiOjI1NSxcIlJcIjoyMzcsXCJHXCI6MTI1LFwiQlwiOjQ5fX0sXCJIb3Jpem9udGFsQWxpZ25tZW50XCI6MCxcIklzVmlzaWJsZVwiOmZhbHNlfSxcIk1hcmdpblwiOntcIiRpZFwiOlwiNjc0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Y3NVwiLFwiQmFzZWxpbmVTaGFwZVN0eWxlXCI6e1wiJGlkXCI6XCI2NzZcIixcIk1hcmdpblwiOntcIiRpZFwiOlwiNjc3XCIsXCJUb3BcIjowLjAsXCJMZWZ0XCI6MC4wLFwiUmlnaHRcIjowLjAsXCJCb3R0b21cIjowLjB9LFwiUGFkZGluZ1wiOntcIiRpZFwiOlwiNjc4XCIsXCJUb3BcIjowLjAsXCJMZWZ0XCI6MC4wLFwiUmlnaHRcIjowLjAsXCJCb3R0b21cIjowLjB9LFwiQmFja2dyb3VuZFwiOntcIiRpZFwiOlwiNjc5XCIsXCJDb2xvclwiOntcIiRpZFwiOlwiNjgwXCIsXCJBXCI6MTUzLFwiUlwiOjAsXCJHXCI6MCxcIkJcIjowfX0sXCJJc1Zpc2libGVcIjpmYWxzZSxcIldpZHRoXCI6MC4wLFwiSGVpZ2h0XCI6MC4wLFwiQm9yZGVyU3R5bGVcIjp7XCIkaWRcIjpcIjY4MVwiLFwiTGluZVN0eWxlXCI6e1wiJGlkXCI6XCI2ODJcIixcIkxpbmVDb2xvclwiOntcIiRpZFwiOlwiNjgzXCIsXCJDb2xvclwiOntcIiRpZFwiOlwiNjg0XCIsXCJBXCI6MjU1LFwiUlwiOjI1NSxcIkdcIjowLFwiQlwiOjB9fSxcIkxpbmVXZWlnaHRcIjoyLjAsXCJMaW5lVHlwZVwiOjB9LFwiSXNWaXNpYmxlXCI6ZmFsc2V9fX0sXCJTaGFwZVN0eWxlXCI6e1wiJGlkXCI6XCI2ODVcIixcIk1hcmdpblwiOntcIiRpZFwiOlwiNjg2XCIsXCJUb3BcIjowLjAsXCJMZWZ0XCI6NC4wLFwiUmlnaHRcIjo0LjAsXCJCb3R0b21cIjowLjB9LFwiUGFkZGluZ1wiOntcIiRpZFwiOlwiNjg3XCIsXCJUb3BcIjowLjAsXCJMZWZ0XCI6MC4wLFwiUmlnaHRcIjowLjAsXCJCb3R0b21cIjowLjB9LFwiQmFja2dyb3VuZFwiOntcIiRpZFwiOlwiNjg4XCIsXCJDb2xvclwiOntcIiRpZFwiOlwiNjg5XCIsXCJBXCI6MjU1LFwiUlwiOjE1LFwiR1wiOjE1OCxcIkJcIjoyMTN9fSxcIklzVmlzaWJsZVwiOnRydWUsXCJXaWR0aFwiOjAuMCxcIkhlaWdodFwiOjEwLjAsXCJCb3JkZXJTdHlsZVwiOntcIiRpZFwiOlwiNjkwXCIsXCJMaW5lU3R5bGVcIjp7XCIkaWRcIjpcIjY5MVwiLFwiTGluZUNvbG9yXCI6e1wiJGlkXCI6XCI2OTJcIixcIkNvbG9yXCI6e1wiJGlkXCI6XCI2OTNcIixcIkFcIjoyNTUsXCJSXCI6MjM0LFwiR1wiOjIyLFwiQlwiOjMwfX0sXCJMaW5lV2VpZ2h0XCI6Mi4wLFwiTGluZVR5cGVcIjowfSxcIklzVmlzaWJsZVwiOmZhbHNlfX0sXCJUaXRsZVN0eWxlXCI6e1wiJGlkXCI6XCI2OTRcIixcIkZvbnRTZXR0aW5nc1wiOntcIiRpZFwiOlwiNjk1XCIsXCJGb250U2l6ZVwiOjExLFwiRm9udE5hbWVcIjpcIkNhbGlicmlcIixcIklzQm9sZFwiOmZhbHNlLFwiSXNJdGFsaWNcIjpmYWxzZSxcIklzVW5kZXJsaW5lZFwiOmZhbHNlfSxcIkZvcmVncm91bmRcIjp7XCIkaWRcIjpcIjY5NlwiLFwiQ29sb3JcIjp7XCIkaWRcIjpcIjY5N1wiLFwiQVwiOjI1NSxcIlJcIjowLFwiR1wiOjAsXCJCXCI6MH19LFwiSG9yaXpvbnRhbEFsaWdubWVudFwiOjAsXCJJc1Zpc2libGVcIjp0cnVlfSxcIkRhdGVTdHlsZVwiOntcIiRpZFwiOlwiNjk4XCIsXCJGb250U2V0dGluZ3NcIjp7XCIkaWRcIjpcIjY5OVwiLFwiRm9udFNpemVcIjoxMCxcIkZvbnROYW1lXCI6XCJDYWxpYnJpXCIsXCJJc0JvbGRcIjpmYWxzZSxcIklzSXRhbGljXCI6ZmFsc2UsXCJJc1VuZGVybGluZWRcIjpmYWxzZX0sXCJGb3JlZ3JvdW5kXCI6e1wiJGlkXCI6XCI3MDBcIixcIkNvbG9yXCI6e1wiJGlkXCI6XCI3MDFcIixcIkFcIjoyNTUsXCJSXCI6MTQsXCJHXCI6NDAsXCJCXCI6NjV9fSxcIkhvcml6b250YWxBbGlnbm1lbnRcIjoyLFwiSXNWaXNpYmxlXCI6dHJ1ZX0sXCJEYXRlRm9ybWF0XCI6e1wiJGlkXCI6XCI3MD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AzXCIsXCJGb3JtYXRcIjowLFwiSXNWaXNpYmxlXCI6ZmFsc2UsXCJMYXN0S25vd25WaXNpYmlsaXR5U3RhdGVcIjpmYWxzZX0sXCJWYXJpYW5jZVN0eWxlXCI6e1wiJGlkXCI6XCI3MDRcIixcIlZhcmlhbmNlVGV4dFN0eWxlXCI6e1wiJGlkXCI6XCI3MDVcIixcIkZvbnRTZXR0aW5nc1wiOntcIiRpZFwiOlwiNzA2XCIsXCJGb250U2l6ZVwiOjEwLFwiRm9udE5hbWVcIjpcIkNhbGlicmlcIixcIklzQm9sZFwiOmZhbHNlLFwiSXNJdGFsaWNcIjpmYWxzZSxcIklzVW5kZXJsaW5lZFwiOmZhbHNlfSxcIkZvcmVncm91bmRcIjp7XCIkaWRcIjpcIjcwN1wiLFwiQ29sb3JcIjp7XCIkaWRcIjpcIjcwOFwiLFwiQVwiOjI1NSxcIlJcIjowLFwiR1wiOjAsXCJCXCI6MH19LFwiSG9yaXpvbnRhbEFsaWdubWVudFwiOjAsXCJJc1Zpc2libGVcIjp0cnVlfX19LFwiRGVmYXVsdFN3aW1sYW5lTW90U3R5bGVcIjp7XCIkaWRcIjpcIjcwOVwiLFwiU2hhcGVcIjoxLFwiU2hhcGVTaXplXCI6MCxcIkRldGFpbHNTcGFjaW5nXCI6MC4wLFwiUGFkZGluZ1wiOntcIiRpZFwiOlwiNzEwXCIsXCJUb3BcIjo1LjAsXCJMZWZ0XCI6My4wLFwiUmlnaHRcIjowLjAsXCJCb3R0b21cIjoyLjB9LFwiUG9zaXRpb25PblRhc2tcIjoxLFwiU2hhcGVTdHlsZVwiOntcIiRpZFwiOlwiNzExXCIsXCJNYXJnaW5cIjp7XCIkaWRcIjpcIjcxMlwiLFwiVG9wXCI6MC4wLFwiTGVmdFwiOjAuMCxcIlJpZ2h0XCI6MC4wLFwiQm90dG9tXCI6MC4wfSxcIlBhZGRpbmdcIjp7XCIkaWRcIjpcIjcxM1wiLFwiVG9wXCI6MC4wLFwiTGVmdFwiOjAuMCxcIlJpZ2h0XCI6MC4wLFwiQm90dG9tXCI6MC4wfSxcIkJhY2tncm91bmRcIjp7XCIkaWRcIjpcIjcxNFwiLFwiQ29sb3JcIjp7XCIkaWRcIjpcIjcxNVwiLFwiQVwiOjI1NSxcIlJcIjoxMSxcIkdcIjoxMTgsXCJCXCI6MTU5fX0sXCJJc1Zpc2libGVcIjp0cnVlLFwiV2lkdGhcIjoxMi4wLFwiSGVpZ2h0XCI6MTQuMCxcIkJvcmRlclN0eWxlXCI6e1wiJGlkXCI6XCI3MTZcIixcIkxpbmVTdHlsZVwiOntcIiRpZFwiOlwiNzE3XCIsXCJMaW5lQ29sb3JcIjp7XCIkaWRcIjpcIjcxOFwiLFwiQ29sb3JcIjp7XCIkaWRcIjpcIjcxOVwiLFwiQVwiOjI1NSxcIlJcIjoyNTUsXCJHXCI6MCxcIkJcIjowfX0sXCJMaW5lV2VpZ2h0XCI6MC4wLFwiTGluZVR5cGVcIjowfSxcIklzVmlzaWJsZVwiOmZhbHNlfX0sXCJUaXRsZVN0eWxlXCI6e1wiJGlkXCI6XCI3MjBcIixcIkZvbnRTZXR0aW5nc1wiOntcIiRpZFwiOlwiNzIxXCIsXCJGb250U2l6ZVwiOjExLFwiRm9udE5hbWVcIjpcIkNhbGlicmlcIixcIklzQm9sZFwiOmZhbHNlLFwiSXNJdGFsaWNcIjpmYWxzZSxcIklzVW5kZXJsaW5lZFwiOmZhbHNlfSxcIkZvcmVncm91bmRcIjp7XCIkaWRcIjpcIjcyMlwiLFwiQ29sb3JcIjp7XCIkaWRcIjpcIjcyM1wiLFwiQVwiOjI1NSxcIlJcIjowLFwiR1wiOjAsXCJCXCI6MH19LFwiSG9yaXpvbnRhbEFsaWdubWVudFwiOjEsXCJJc1Zpc2libGVcIjp0cnVlfSxcIkRhdGVTdHlsZVwiOntcIiRpZFwiOlwiNzI0XCIsXCJGb250U2V0dGluZ3NcIjp7XCIkaWRcIjpcIjcyNVwiLFwiRm9udFNpemVcIjoxMCxcIkZvbnROYW1lXCI6XCJDYWxpYnJpXCIsXCJJc0JvbGRcIjpmYWxzZSxcIklzSXRhbGljXCI6ZmFsc2UsXCJJc1VuZGVybGluZWRcIjpmYWxzZX0sXCJGb3JlZ3JvdW5kXCI6e1wiJGlkXCI6XCI3MjZcIixcIkNvbG9yXCI6e1wiJGlkXCI6XCI3MjdcIixcIkFcIjoyNTUsXCJSXCI6MTQsXCJHXCI6NDAsXCJCXCI6NjV9fSxcIkhvcml6b250YWxBbGlnbm1lbnRcIjoxLFwiSXNWaXNpYmxlXCI6dHJ1ZX0sXCJEYXRlRm9ybWF0XCI6e1wiJGlkXCI6XCI3Mjh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I5XCIsXCJGb3JtYXRcIjowLFwiSXNWaXNpYmxlXCI6ZmFsc2UsXCJMYXN0S25vd25WaXNpYmlsaXR5U3RhdGVcIjpmYWxzZX0sXCJWYXJpYW5jZVN0eWxlXCI6e1wiJGlkXCI6XCI3MzBcIixcIlZhcmlhbmNlVGV4dFN0eWxlXCI6e1wiJGlkXCI6XCI3MzFcIixcIkZvbnRTZXR0aW5nc1wiOntcIiRpZFwiOlwiNzMyXCIsXCJGb250U2l6ZVwiOjEwLFwiRm9udE5hbWVcIjpcIkNhbGlicmlcIixcIklzQm9sZFwiOmZhbHNlLFwiSXNJdGFsaWNcIjpmYWxzZSxcIklzVW5kZXJsaW5lZFwiOmZhbHNlfSxcIkZvcmVncm91bmRcIjp7XCIkaWRcIjpcIjczM1wiLFwiQ29sb3JcIjp7XCIkaWRcIjpcIjczNFwiLFwiQVwiOjI1NSxcIlJcIjowLFwiR1wiOjAsXCJCXCI6MH19LFwiSG9yaXpvbnRhbEFsaWdubWVudFwiOjAsXCJJc1Zpc2libGVcIjp0cnVlfX19fV0sXCJHcmlkbGluZVBhbmVsU3R5bGVcIjp7XCIkaWRcIjpcIjczNVwiLFwiR3JpZGxpbmVTdHlsZVwiOntcIiRpZFwiOlwiNzM2XCIsXCJMaW5lQ29sb3JcIjp7XCIkaWRcIjpcIjczN1wiLFwiQ29sb3JcIjp7XCIkaWRcIjpcIjczOFwiLFwiQVwiOjM4LFwiUlwiOjkxLFwiR1wiOjE1NSxcIkJcIjoyMTN9fSxcIkxpbmVXZWlnaHRcIjoxLjAsXCJMaW5lVHlwZVwiOjB9LFwiSXNWaXNpYmxlXCI6dHJ1ZX0sXCJBY3Rpdml0eUxpbmVQYW5lbFN0eWxlXCI6e1wiJGlkXCI6XCI3MzlcIixcIkFjdGl2aXR5TGluZVN0eWxlXCI6e1wiJGlkXCI6XCI3NDBcIixcIkxpbmVDb2xvclwiOntcIiRpZFwiOlwiNzQxXCIsXCJDb2xvclwiOntcIiRpZFwiOlwiNzQyXCIsXCJBXCI6MzgsXCJSXCI6NjgsXCJHXCI6MTE0LFwiQlwiOjE5Nn19LFwiTGluZVdlaWdodFwiOjEuMCxcIkxpbmVUeXBlXCI6MH0sXCJJc1Zpc2libGVcIjp0cnVlfSxcIkRlZmF1bHREZXBlbmRlbmN5U3R5bGVcIjp7XCIkaWRcIjpcIjc0M1wiLFwiTGluZVN0eWxlXCI6e1wiJGlkXCI6XCI3NDRcIixcIkxpbmVDb2xvclwiOntcIiRpZFwiOlwiNzQ1XCIsXCJDb2xvclwiOntcIiRpZFwiOlwiNzQ2XCIsXCJBXCI6MjU1LFwiUlwiOjAsXCJHXCI6MCxcIkJcIjowfX0sXCJMaW5lV2VpZ2h0XCI6MS4wLFwiTGluZVR5cGVcIjowfSxcIkVuZEFycm93aGVhZExpbmVTdHlsZVwiOntcIiRpZFwiOlwiNzQ3XCIsXCJLaW5kXCI6MSxcIldpZHRoXCI6MSxcIkxlbmd0aFwiOjB9LFwiQnJpbmdUb0Zyb250XCI6ZmFsc2UsXCJSYWRpdXNcIjozLjB9LFwiQ3JpdGljYWxQYXRoU3R5bGVcIjp7XCIkaWRcIjpcIjc0OFwiLFwiQ3JpdGljYWxQYXRoU3R5bGVPcHRpb25zXCI6MzAsXCJMaW5lU3R5bGVcIjp7XCIkaWRcIjpcIjc0OVwiLFwiTGluZUNvbG9yXCI6e1wiJGlkXCI6XCI3NTBcIixcIkNvbG9yXCI6e1wiJGlkXCI6XCI3NTFcIixcIkFcIjoyNTUsXCJSXCI6MjIyLFwiR1wiOjUwLFwiQlwiOjUwfX0sXCJMaW5lV2VpZ2h0XCI6MS4wLFwiTGluZVR5cGVcIjowfSxcIlRpdGxlRm9yZWdyb3VuZFwiOntcIiRpZFwiOlwiNzUyXCIsXCJDb2xvclwiOntcIiRpZFwiOlwiNzUzXCIsXCJBXCI6MjU1LFwiUlwiOjE3NixcIkdcIjoxOSxcIkJcIjoyNX19LFwiU2hhcGVzQmFja2dyb3VuZFwiOntcIiRpZFwiOlwiNzU0XCIsXCJDb2xvclwiOntcIiRpZFwiOlwiNzU1XCIsXCJBXCI6MjU1LFwiUlwiOjI1MyxcIkdcIjoyMDMsXCJCXCI6MjA4fX0sXCJTaGFwZXNCb3JkZXJTdHlsZVwiOntcIiRpZFwiOlwiNzU2XCIsXCJMaW5lQ29sb3JcIjp7XCIkaWRcIjpcIjc1N1wiLFwiQ29sb3JcIjp7XCIkaWRcIjpcIjc1OFwiLFwiQVwiOjI1NSxcIlJcIjoyMzQsXCJHXCI6MjIsXCJCXCI6MzB9fSxcIkxpbmVXZWlnaHRcIjoyLjAsXCJMaW5lVHlwZVwiOjB9fSxcIlBhbmVsc1NwYWNpbmdEZWZpbml0aW9uXCI6e1wiJGlkXCI6XCI3NTlcIixcIlNwYWNpbmdBYm92ZVRpbWViYW5kXCI6MyxcIlNwYWNpbmdCZWxvd1RpbWViYW5kXCI6MyxcIlNwYWNpbmdBYm92ZUJldHdlZW5Td2ltbGFuZXNBbmRUYXNrc1wiOjUsXCJTcGFjaW5nQmVsb3dCZXR3ZWVuU3dpbWxhbmVzQW5kVGFza3NcIjo1fSxcIkNvbmRpdGlvbmFsRm9ybWF0dGluZ1wiOntcIiRpZFwiOlwiNzYwXCIsXCJQdkFGb3JtYXR0aW5nXCI6e1wiJGlkXCI6XCI3NjFcIixcIkRlbGF5VGFza1N0eWxlXCI6e1wiJGlkXCI6XCI3NjJcIixcIlN0eWxlT3B0aW9uc1wiOjI0LFwiVGl0bGVGb3JlZ3JvdW5kXCI6e1wiJGlkXCI6XCI3NjNcIixcIkNvbG9yXCI6e1wiJGlkXCI6XCI3NjRcIixcIkFcIjoyNTUsXCJSXCI6MTc1LFwiR1wiOjAsXCJCXCI6MH19LFwiQWN0dWFsU2hhcGVzQmFja2dyb3VuZFwiOntcIiRpZFwiOlwiNzY1XCIsXCJDb2xvclwiOntcIiRpZFwiOlwiNzY2XCIsXCJBXCI6NjIsXCJSXCI6MjU1LFwiR1wiOjAsXCJCXCI6MH19LFwiQWN0dWFsU2hhcGVzQm9yZGVyU3R5bGVcIjp7XCIkaWRcIjpcIjc2N1wiLFwiTGluZUNvbG9yXCI6e1wiJGlkXCI6XCI3NjhcIixcIkNvbG9yXCI6e1wiJGlkXCI6XCI3NjlcIixcIkFcIjoxNjMsXCJSXCI6MjU1LFwiR1wiOjAsXCJCXCI6MH19LFwiTGluZVdlaWdodFwiOjMuMCxcIkxpbmVUeXBlXCI6MH0sXCJCYXNlbGluZVNoYXBlc0JhY2tncm91bmRcIjp7XCIkaWRcIjpcIjc3MFwiLFwiQ29sb3JcIjp7XCIkaWRcIjpcIjc3MVwiLFwiQVwiOjE4NCxcIlJcIjoyNTUsXCJHXCI6MCxcIkJcIjowfX0sXCJWYXJpYW5jZUZvcmVncm91bmRcIjp7XCIkaWRcIjpcIjc3MlwiLFwiQ29sb3JcIjp7XCIkaWRcIjpcIjc3M1wiLFwiQVwiOjI1NSxcIlJcIjoxNzUsXCJHXCI6MCxcIkJcIjowfX19LFwiRGVsYXlNaWxlc3RvbmVTdHlsZVwiOntcIiRpZFwiOlwiNzc0XCIsXCJTdHlsZU9wdGlvbnNcIjoxOCxcIlRpdGxlRm9yZWdyb3VuZFwiOntcIiRpZFwiOlwiNzc1XCIsXCJDb2xvclwiOntcIiRpZFwiOlwiNzc2XCIsXCJBXCI6MjU1LFwiUlwiOjE3NSxcIkdcIjowLFwiQlwiOjB9fSxcIkFjdHVhbFNoYXBlc0JhY2tncm91bmRcIjp7XCIkaWRcIjpcIjc3N1wiLFwiQ29sb3JcIjp7XCIkaWRcIjpcIjc3OFwiLFwiQVwiOjI1NSxcIlJcIjoyMjIsXCJHXCI6ODAsXCJCXCI6NTB9fSxcIkFjdHVhbFNoYXBlc0JvcmRlclN0eWxlXCI6e1wiJGlkXCI6XCI3NzlcIixcIkxpbmVDb2xvclwiOntcIiRpZFwiOlwiNzgwXCIsXCJDb2xvclwiOntcIiRpZFwiOlwiNzgxXCIsXCJBXCI6MTYzLFwiUlwiOjI1NSxcIkdcIjowLFwiQlwiOjB9fSxcIkxpbmVXZWlnaHRcIjozLjAsXCJMaW5lVHlwZVwiOjB9LFwiQmFzZWxpbmVTaGFwZXNCYWNrZ3JvdW5kXCI6e1wiJGlkXCI6XCI3ODJcIixcIkNvbG9yXCI6e1wiJGlkXCI6XCI3ODNcIixcIkFcIjoxODQsXCJSXCI6MjU1LFwiR1wiOjAsXCJCXCI6MH19LFwiVmFyaWFuY2VGb3JlZ3JvdW5kXCI6e1wiJGlkXCI6XCI3ODRcIixcIkNvbG9yXCI6e1wiJGlkXCI6XCI3ODVcIixcIkFcIjoyNTUsXCJSXCI6MTc1LFwiR1wiOjAsXCJCXCI6MH19fSxcIkFkdmFuY2VUYXNrU3R5bGVcIjp7XCIkaWRcIjpcIjc4NlwiLFwiU3R5bGVPcHRpb25zXCI6MjQsXCJUaXRsZUZvcmVncm91bmRcIjp7XCIkaWRcIjpcIjc4N1wiLFwiQ29sb3JcIjp7XCIkaWRcIjpcIjc4OFwiLFwiQVwiOjI1NSxcIlJcIjowLFwiR1wiOjExMCxcIkJcIjowfX0sXCJBY3R1YWxTaGFwZXNCYWNrZ3JvdW5kXCI6e1wiJGlkXCI6XCI3ODlcIixcIkNvbG9yXCI6e1wiJGlkXCI6XCI3OTBcIixcIkFcIjo2MSxcIlJcIjowLFwiR1wiOjEyOCxcIkJcIjowfX0sXCJBY3R1YWxTaGFwZXNCb3JkZXJTdHlsZVwiOntcIiRpZFwiOlwiNzkxXCIsXCJMaW5lQ29sb3JcIjp7XCIkaWRcIjpcIjc5MlwiLFwiQ29sb3JcIjp7XCIkaWRcIjpcIjc5M1wiLFwiQVwiOjE2MyxcIlJcIjowLFwiR1wiOjEyOCxcIkJcIjowfX0sXCJMaW5lV2VpZ2h0XCI6My4wLFwiTGluZVR5cGVcIjowfSxcIkJhc2VsaW5lU2hhcGVzQmFja2dyb3VuZFwiOntcIiRpZFwiOlwiNzk0XCIsXCJDb2xvclwiOntcIiRpZFwiOlwiNzk1XCIsXCJBXCI6MTg0LFwiUlwiOjAsXCJHXCI6MTI4LFwiQlwiOjB9fSxcIlZhcmlhbmNlRm9yZWdyb3VuZFwiOntcIiRpZFwiOlwiNzk2XCIsXCJDb2xvclwiOntcIiRpZFwiOlwiNzk3XCIsXCJBXCI6MjU1LFwiUlwiOjAsXCJHXCI6MTEwLFwiQlwiOjB9fX0sXCJBZHZhbmNlTWlsZXN0b25lU3R5bGVcIjp7XCIkaWRcIjpcIjc5OFwiLFwiU3R5bGVPcHRpb25zXCI6MTgsXCJUaXRsZUZvcmVncm91bmRcIjp7XCIkaWRcIjpcIjc5OVwiLFwiQ29sb3JcIjp7XCIkaWRcIjpcIjgwMFwiLFwiQVwiOjI1NSxcIlJcIjowLFwiR1wiOjExMCxcIkJcIjowfX0sXCJBY3R1YWxTaGFwZXNCYWNrZ3JvdW5kXCI6e1wiJGlkXCI6XCI4MDFcIixcIkNvbG9yXCI6e1wiJGlkXCI6XCI4MDJcIixcIkFcIjoyNTUsXCJSXCI6MjAsXCJHXCI6MTAwLFwiQlwiOjB9fSxcIkFjdHVhbFNoYXBlc0JvcmRlclN0eWxlXCI6e1wiJGlkXCI6XCI4MDNcIixcIkxpbmVDb2xvclwiOntcIiRpZFwiOlwiODA0XCIsXCJDb2xvclwiOntcIiRpZFwiOlwiODA1XCIsXCJBXCI6MTYzLFwiUlwiOjAsXCJHXCI6MTI4LFwiQlwiOjB9fSxcIkxpbmVXZWlnaHRcIjozLjAsXCJMaW5lVHlwZVwiOjB9LFwiQmFzZWxpbmVTaGFwZXNCYWNrZ3JvdW5kXCI6e1wiJGlkXCI6XCI4MDZcIixcIkNvbG9yXCI6e1wiJGlkXCI6XCI4MDdcIixcIkFcIjoxODQsXCJSXCI6MCxcIkdcIjoxMjgsXCJCXCI6MH19LFwiVmFyaWFuY2VGb3JlZ3JvdW5kXCI6e1wiJGlkXCI6XCI4MDhcIixcIkNvbG9yXCI6e1wiJGlkXCI6XCI4MDlcIixcIkFcIjoyNTUsXCJSXCI6MCxcIkdcIjoxMTAsXCJCXCI6MH19fX19LFwiX3NlbGVjdGVkVGhlbWVQcmVzZXRDb2xvcnNcIjp7XCIkaWRcIjpcIjgxMFwiLFwiVGV4dExpZ2h0XCI6e1wiJGlkXCI6XCI4MTFcIixcIkFcIjoyNTUsXCJSXCI6MjU1LFwiR1wiOjI1NSxcIkJcIjoyNTV9LFwiVGV4dERhcmtcIjp7XCIkaWRcIjpcIjgxMlwiLFwiQVwiOjI1NSxcIlJcIjowLFwiR1wiOjAsXCJCXCI6MH0sXCJBY2NlbnQxXCI6e1wiJGlkXCI6XCI4MTNcIixcIkFcIjoyNTUsXCJSXCI6MjMyLFwiR1wiOjIzMixcIkJcIjoyMzJ9LFwiQWNjZW50MlwiOntcIiRpZFwiOlwiODE0XCIsXCJBXCI6MjU1LFwiUlwiOjE0LFwiR1wiOjQwLFwiQlwiOjY1fSxcIkFjY2VudDNcIjp7XCIkaWRcIjpcIjgxNVwiLFwiQVwiOjI1NSxcIlJcIjoyMSxcIkdcIjo5NixcIkJcIjoxMzB9LFwiQWNjZW50NFwiOntcIiRpZFwiOlwiODE2XCIsXCJBXCI6MjU1LFwiUlwiOjIzMyxcIkdcIjoxMTMsXCJCXCI6NTB9LFwiQWNjZW50NVwiOntcIiRpZFwiOlwiODE3XCIsXCJBXCI6MjU1LFwiUlwiOjI1LFwiR1wiOjEwNyxcIkJcIjozNn0sXCJBY2NlbnQ2XCI6e1wiJGlkXCI6XCI4MThcIixcIkFcIjoyNTUsXCJSXCI6MTUsXCJHXCI6MTU4LFwiQlwiOjIxM30sXCJBY2NlbnQ3XCI6e1wiJGlkXCI6XCI4MTlcIixcIkFcIjoyNTUsXCJSXCI6MTYwLFwiR1wiOjQzLFwiQlwiOjE0N30sXCJBY2NlbnQ4XCI6e1wiJGlkXCI6XCI4MjBcIixcIkFcIjoyNTUsXCJSXCI6NzgsXCJHXCI6MTY3LFwiQlwiOjQ2fX0sXCJfY3VzdG9tUHJlc2V0Q29sb3JzXCI6e1wiJGlkXCI6XCI4MjFcIn19fSIsIlJlY2VudENvbG9yc0NvbGxlY3Rpb24iOiJbXCIjRkYxNTYwODJ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IMEBANDSCALETYPE" val="Months"/>
  <p:tag name="OTLTIMEBANDSCALEFORMAT" val="MMM"/>
  <p:tag name="OTLTIMEBANDSHAPETYPE" val="RoundedCornerRectangleTimeband"/>
  <p:tag name="OTLTIMEBANDSHAPEHEIGHT" val="20"/>
  <p:tag name="OTLTIMEBANDSHAPEPADDINGLEFT" val="0"/>
  <p:tag name="OTLTIMEBANDCULTUREINFO" val="en-US"/>
  <p:tag name="OTLTIMEBANDTHREEDEFFECTS" val="None"/>
  <p:tag name="OTLTIMEBANDAUTODATERANGE" val="True"/>
  <p:tag name="OTLTIMEBANDSTARTDATE" val="0001-01-01T00:00:00.0000000"/>
  <p:tag name="OTLTIMEBANDWORKINGDAYS" val="Standard"/>
  <p:tag name="OTLTIMEBANDUSETIME" val="False"/>
  <p:tag name="OTLTIMEBANDTIMECONFIGWORKDAYSTART" val="00:00:00"/>
  <p:tag name="OTLTIMEBANDTIMECONFIGWORKDAYEND" val="23:59:00"/>
  <p:tag name="OTLTIMEBANDSCALEMARKING" val="None"/>
  <p:tag name="OTLRIGHTENDCAPSMARGINRIGHT" val="20"/>
  <p:tag name="OTLLEFTENDCAPSMARGINLEFT" val="20"/>
  <p:tag name="OTLTIMEBANDFYSTARTMONTH" val="January"/>
  <p:tag name="OTLTIMEBANDSHOWFYLABEL" val="True"/>
  <p:tag name="OTLTIMEBANDUSESTARTINGOFTHEYEARFORFYNUMBERING" val="True"/>
  <p:tag name="OTLTIMEBANDRESERVEDLEFTAREAWIDTH" val="0"/>
  <p:tag name="OTLTIMEBANDRESERVEDLEFTAREAISSET" val="False"/>
  <p:tag name="OTLTIMEBANDDEPENABLED" val="True"/>
  <p:tag name="OTLTIMEBANDDEPSCHEDULINGMODE" val="Flexible"/>
  <p:tag name="OTLTIMEBANDDEPPREVIOUSSCHEDULINGMODE" val="Flexible"/>
  <p:tag name="OTLTIMEBANDDEPONBREAKINGSTRICTSCHEDULINGMODE" val="AskEverytime"/>
  <p:tag name="OTLTIMEBANDDEPONBREAKINGFLEXIBLESCHEDULINGMODE" val="AskEverytime"/>
  <p:tag name="OTLTIMEBANDSPACINGABOVE" val="3"/>
  <p:tag name="OTLTIMEBANDSPACINGBELOW" val="3"/>
  <p:tag name="OTLTIMEBANDSPACINGABOVEFORSWLANDTASKS" val="5"/>
  <p:tag name="OTLTIMEBANDSPACINGBELOWFORSWLANDTASKS" val="5"/>
  <p:tag name="OTLTIMEBANDENDDATE" val="2026-08-07T23:59:00.0000000"/>
  <p:tag name="OTLTIMEBANDQUICKPOSITION" val="Custom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ELAPSEDSTYLE" val="Thin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ODAYPOSITION" val="Auto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DURATIONFORMAT" val="day"/>
  <p:tag name="OTLSPACING" val="3"/>
  <p:tag name="OTLENDDATE" val="2026-08-07T23:59:00.0000000Z"/>
  <p:tag name="OTLBASELINESTARTDATE" val="2025-11-21T00:00:00.0000000"/>
  <p:tag name="OTLBASELINEENDDATE" val="2026-08-07T23:59:00.0000000"/>
  <p:tag name="OTLSHAPETHICKNESSTYPE" val="Custom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ENDDATE" val="2025-12-04T23:59:00.0000000Z"/>
  <p:tag name="OTLDURATIONFORMAT" val="day"/>
  <p:tag name="OTLSPACING" val="3"/>
  <p:tag name="OTLBASELINESTARTDATE" val="2025-11-21T00:00:00.0000000"/>
  <p:tag name="OTLBASELINEENDDATE" val="2025-12-04T23:59:00.0000000"/>
  <p:tag name="OTLSHAPETHICKNESSTYPE" val="Custom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2-05T00:00:00.0000000"/>
  <p:tag name="OTLENDDATE" val="2026-01-01T23:59:00.0000000Z"/>
  <p:tag name="OTLDURATIONFORMAT" val="day"/>
  <p:tag name="OTLSPACING" val="3"/>
  <p:tag name="OTLBASELINESTARTDATE" val="2025-12-05T00:00:00.0000000"/>
  <p:tag name="OTLBASELINEENDDATE" val="2026-01-01T23:59:00.0000000"/>
  <p:tag name="OTLSHAPETHICKNESSTYPE" val="Custom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1-02T00:00:00.0000000"/>
  <p:tag name="OTLENDDATE" val="2026-01-29T23:59:00.0000000Z"/>
  <p:tag name="OTLDURATIONFORMAT" val="day"/>
  <p:tag name="OTLSPACING" val="3"/>
  <p:tag name="OTLBASELINESTARTDATE" val="2026-01-02T00:00:00.0000000"/>
  <p:tag name="OTLBASELINEENDDATE" val="2026-01-29T23:59:00.0000000"/>
  <p:tag name="OTLSHAPETHICKNESSTYPE" val="Custom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1-30T00:00:00.0000000Z"/>
  <p:tag name="OTLENDDATE" val="2026-02-26T23:59:00.0000000Z"/>
  <p:tag name="OTLSHAPETHICKNESSTYPE" val="Custom"/>
  <p:tag name="OTLBASELINESTARTDATE" val="2026-01-30T00:00:00.0000000"/>
  <p:tag name="OTLBASELINEENDDATE" val="2026-02-26T23:59:00.000000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2-27T00:00:00.0000000"/>
  <p:tag name="OTLENDDATE" val="2026-03-06T23:59:00.0000000"/>
  <p:tag name="OTLDURATIONFORMAT" val="day"/>
  <p:tag name="OTLSPACING" val="3"/>
  <p:tag name="OTLBASELINESTARTDATE" val="2026-02-27T00:00:00.0000000"/>
  <p:tag name="OTLBASELINEENDDATE" val="2026-03-06T23:59:00.0000000"/>
  <p:tag name="OTLSHAPETHICKNESSTYPE" val="Custom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3-09T00:00:00.0000000"/>
  <p:tag name="OTLENDDATE" val="2026-04-10T23:59:00.0000000Z"/>
  <p:tag name="OTLDURATIONFORMAT" val="day"/>
  <p:tag name="OTLSPACING" val="3"/>
  <p:tag name="OTLBASELINESTARTDATE" val="2026-03-09T00:00:00.0000000"/>
  <p:tag name="OTLBASELINEENDDATE" val="2026-04-10T23:59:00.0000000"/>
  <p:tag name="OTLSHAPETHICKNESSTYPE" val="Custom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4-12T00:00:00.0000000Z"/>
  <p:tag name="OTLENDDATE" val="2026-07-03T23:59:00.0000000Z"/>
  <p:tag name="OTLBASELINESTARTDATE" val="2026-04-12T00:00:00.0000000"/>
  <p:tag name="OTLBASELINEENDDATE" val="2026-07-03T23:59:00.0000000"/>
  <p:tag name="OTLSHAPETHICKNESSTYPE" val="Custom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05T00:00:00.0000000Z"/>
  <p:tag name="OTLENDDATE" val="2026-07-24T23:59:00.0000000Z"/>
  <p:tag name="OTLBASELINESTARTDATE" val="2026-07-05T00:00:00.0000000"/>
  <p:tag name="OTLBASELINEENDDATE" val="2026-07-24T23:59:00.0000000"/>
  <p:tag name="OTLSHAPETHICKNESSTYPE" val="Custom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26T23:59:00.0000000Z"/>
  <p:tag name="OTLENDDATE" val="2026-08-07T23:59:00.0000000Z"/>
  <p:tag name="OTLBASELINESTARTDATE" val="2026-07-26T23:59:00.0000000"/>
  <p:tag name="OTLBASELINEENDDATE" val="2026-08-07T23:59:00.0000000"/>
  <p:tag name="OTLSHAPETHICKNESSTYPE" val="Custom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5926</TotalTime>
  <Words>1519</Words>
  <Application>Microsoft Office PowerPoint</Application>
  <PresentationFormat>Widescreen</PresentationFormat>
  <Paragraphs>157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Garamond</vt:lpstr>
      <vt:lpstr>Organic</vt:lpstr>
      <vt:lpstr>LABORATORY INFORMATION MANAGEMENT SYSTEM FOR YALA SUB-COUNTY HOSPITAL</vt:lpstr>
      <vt:lpstr>INTRODUCTION</vt:lpstr>
      <vt:lpstr>BACKGROUND STUDY</vt:lpstr>
      <vt:lpstr>PROBLEM STATEMENT</vt:lpstr>
      <vt:lpstr>PROJECT OBJECTIVES</vt:lpstr>
      <vt:lpstr>PROJECT SCOPE</vt:lpstr>
      <vt:lpstr>JUSTIFICATION &amp; SIGNIFICANCE</vt:lpstr>
      <vt:lpstr>RESOURCE REQUIREMENTS &amp; BUDGET</vt:lpstr>
      <vt:lpstr>PROJECT SCHEDULE </vt:lpstr>
      <vt:lpstr>PowerPoint Presentation</vt:lpstr>
      <vt:lpstr>LITERATURE REVIEW: EXISTING SYSTEMS</vt:lpstr>
      <vt:lpstr>LITERATURE REVIEW: GAPS &amp; PROPOSED SOLUTION</vt:lpstr>
      <vt:lpstr>METHODOLOGY &amp; DEVELOPMENT TOOLS</vt:lpstr>
      <vt:lpstr>SYSTEM ANALYSIS &amp; FEASIBILITY STUDY</vt:lpstr>
      <vt:lpstr> SYSTEM REQUIREMENTS MODELING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Noliptical .</cp:lastModifiedBy>
  <cp:revision>59</cp:revision>
  <dcterms:created xsi:type="dcterms:W3CDTF">2018-07-03T20:09:46Z</dcterms:created>
  <dcterms:modified xsi:type="dcterms:W3CDTF">2026-10-26T15:18:53Z</dcterms:modified>
</cp:coreProperties>
</file>