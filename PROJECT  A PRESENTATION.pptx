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81" r:id="rId9"/>
    <p:sldId id="278" r:id="rId10"/>
    <p:sldId id="282" r:id="rId11"/>
    <p:sldId id="270" r:id="rId12"/>
    <p:sldId id="280" r:id="rId13"/>
    <p:sldId id="268" r:id="rId14"/>
    <p:sldId id="272" r:id="rId15"/>
    <p:sldId id="277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288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6" Type="http://schemas.openxmlformats.org/officeDocument/2006/relationships/tags" Target="../tags/tag16.xml"/><Relationship Id="rId107" Type="http://schemas.openxmlformats.org/officeDocument/2006/relationships/tags" Target="../tags/tag107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tags" Target="../tags/tag123.xml"/><Relationship Id="rId128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18" Type="http://schemas.openxmlformats.org/officeDocument/2006/relationships/tags" Target="../tags/tag118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08" Type="http://schemas.openxmlformats.org/officeDocument/2006/relationships/tags" Target="../tags/tag108.xml"/><Relationship Id="rId124" Type="http://schemas.openxmlformats.org/officeDocument/2006/relationships/tags" Target="../tags/tag124.xml"/><Relationship Id="rId129" Type="http://schemas.openxmlformats.org/officeDocument/2006/relationships/image" Target="../media/image8.jpe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119" Type="http://schemas.openxmlformats.org/officeDocument/2006/relationships/tags" Target="../tags/tag119.xml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tags" Target="../tags/tag10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tags" Target="../tags/tag104.xml"/><Relationship Id="rId120" Type="http://schemas.openxmlformats.org/officeDocument/2006/relationships/tags" Target="../tags/tag120.xml"/><Relationship Id="rId125" Type="http://schemas.openxmlformats.org/officeDocument/2006/relationships/tags" Target="../tags/tag125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15" Type="http://schemas.openxmlformats.org/officeDocument/2006/relationships/tags" Target="../tags/tag115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tags" Target="../tags/tag105.xml"/><Relationship Id="rId126" Type="http://schemas.openxmlformats.org/officeDocument/2006/relationships/tags" Target="../tags/tag126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tags" Target="../tags/tag11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tags" Target="../tags/tag106.xml"/><Relationship Id="rId127" Type="http://schemas.openxmlformats.org/officeDocument/2006/relationships/tags" Target="../tags/tag12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tags" Target="../tags/tag122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26" Type="http://schemas.openxmlformats.org/officeDocument/2006/relationships/tags" Target="../tags/tag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PROJECT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000" b="1" dirty="0">
                <a:latin typeface="Cambria"/>
                <a:cs typeface="Cambria"/>
              </a:rPr>
              <a:t>PROJECT TITLE: LABORATORY INFORMATION MANAGEMENT SYSTEM FOR YALA SUB-COUNTY HOSPITAL</a:t>
            </a:r>
          </a:p>
          <a:p>
            <a:r>
              <a:rPr lang="en-US" sz="2000" b="1" dirty="0">
                <a:latin typeface="Cambria"/>
                <a:cs typeface="Cambria"/>
              </a:rPr>
              <a:t>PRESENTER: OWUOR COLLINS</a:t>
            </a:r>
          </a:p>
          <a:p>
            <a:r>
              <a:rPr lang="en-US" sz="2000" b="1" dirty="0">
                <a:latin typeface="Cambria"/>
                <a:cs typeface="Cambria"/>
              </a:rPr>
              <a:t>REGNO: SCCI/01227/2022</a:t>
            </a:r>
          </a:p>
          <a:p>
            <a:r>
              <a:rPr lang="en-US" sz="2000" b="1" dirty="0">
                <a:latin typeface="Cambria"/>
                <a:cs typeface="Cambria"/>
              </a:rPr>
              <a:t>DATE: 27/02/2026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870140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sz="2400" b="1" dirty="0">
                <a:latin typeface="Cambria"/>
                <a:cs typeface="Cambria"/>
              </a:rPr>
            </a:br>
            <a:br>
              <a:rPr lang="en-US" sz="2400" b="1" dirty="0">
                <a:latin typeface="Cambria"/>
                <a:cs typeface="Cambria"/>
              </a:rPr>
            </a:br>
            <a:r>
              <a:rPr lang="en-US" sz="2400" b="1" dirty="0">
                <a:latin typeface="Cambria"/>
                <a:cs typeface="Cambria"/>
              </a:rPr>
              <a:t>INTRODUCTION 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en-US" dirty="0"/>
              <a:t>Modernizing Kenya’s digital health infrastructure</a:t>
            </a:r>
          </a:p>
          <a:p>
            <a:r>
              <a:rPr lang="en-US" dirty="0"/>
              <a:t>Focusing on sub-county health facilities</a:t>
            </a:r>
          </a:p>
          <a:p>
            <a:r>
              <a:rPr lang="en-US" dirty="0"/>
              <a:t>Laboratories: Critical intersection for diagnostics</a:t>
            </a:r>
          </a:p>
          <a:p>
            <a:r>
              <a:rPr lang="en-US" dirty="0"/>
              <a:t>Current challenge: Manual data management</a:t>
            </a:r>
          </a:p>
          <a:p>
            <a:r>
              <a:rPr lang="en-US" dirty="0"/>
              <a:t>Goal: Bridge the digital divide</a:t>
            </a:r>
          </a:p>
          <a:p>
            <a:r>
              <a:rPr lang="en-US" dirty="0"/>
              <a:t>Solution: Localized, cost-effective LIMS</a:t>
            </a:r>
          </a:p>
          <a:p>
            <a:r>
              <a:rPr lang="en-US" dirty="0"/>
              <a:t>Outcome: Enhanced healthcare service delivery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dirty="0">
                <a:latin typeface="Cambria"/>
                <a:cs typeface="Cambria"/>
              </a:rP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r>
              <a:rPr lang="en-US" sz="2400" dirty="0">
                <a:latin typeface="Cambria"/>
                <a:cs typeface="Cambria"/>
              </a:rPr>
              <a:t>Yala Sub-County Hospital: Level 4 facility (p. 9)</a:t>
            </a:r>
          </a:p>
          <a:p>
            <a:r>
              <a:rPr lang="en-US" sz="2400" dirty="0">
                <a:latin typeface="Cambria"/>
                <a:cs typeface="Cambria"/>
              </a:rPr>
              <a:t>Primary referral center in Gem Sub-County (p. 9)</a:t>
            </a:r>
          </a:p>
          <a:p>
            <a:r>
              <a:rPr lang="en-US" sz="2400" dirty="0">
                <a:latin typeface="Cambria"/>
                <a:cs typeface="Cambria"/>
              </a:rPr>
              <a:t>High outpatient and inpatient daily volume (p. 9)</a:t>
            </a:r>
          </a:p>
          <a:p>
            <a:r>
              <a:rPr lang="en-US" sz="2400" dirty="0">
                <a:latin typeface="Cambria"/>
                <a:cs typeface="Cambria"/>
              </a:rPr>
              <a:t>Fragmented medical information flow currently (p. 9)</a:t>
            </a:r>
          </a:p>
          <a:p>
            <a:r>
              <a:rPr lang="en-US" sz="2400" dirty="0">
                <a:latin typeface="Cambria"/>
                <a:cs typeface="Cambria"/>
              </a:rPr>
              <a:t>Laboratory: The primary hospital workflow bottleneck (p. 9)</a:t>
            </a:r>
          </a:p>
          <a:p>
            <a:r>
              <a:rPr lang="en-US" sz="2400" dirty="0">
                <a:latin typeface="Cambria"/>
                <a:cs typeface="Cambria"/>
              </a:rPr>
              <a:t>Heavy reliance on manual record-keeping (p. 9)</a:t>
            </a: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sz="2400" b="1" dirty="0">
                <a:latin typeface="Cambria"/>
                <a:cs typeface="Cambria"/>
              </a:rPr>
            </a:br>
            <a:br>
              <a:rPr lang="en-US" sz="2400" b="1" dirty="0">
                <a:latin typeface="Cambria"/>
                <a:cs typeface="Cambria"/>
              </a:rPr>
            </a:br>
            <a:r>
              <a:rPr lang="en-US" sz="2400" b="1" dirty="0">
                <a:latin typeface="Cambria"/>
                <a:cs typeface="Cambria"/>
              </a:rPr>
              <a:t>PROBLEM STATEMENT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Lack of an automated laboratory system</a:t>
            </a:r>
          </a:p>
          <a:p>
            <a:r>
              <a:rPr lang="en-US" dirty="0"/>
              <a:t>Significant "turnaround time" delays for results</a:t>
            </a:r>
          </a:p>
          <a:p>
            <a:r>
              <a:rPr lang="en-US" dirty="0"/>
              <a:t>Manual transcription: High risk of errors</a:t>
            </a:r>
          </a:p>
          <a:p>
            <a:r>
              <a:rPr lang="en-US" dirty="0"/>
              <a:t>No reliable audit trail for records</a:t>
            </a:r>
          </a:p>
          <a:p>
            <a:r>
              <a:rPr lang="en-US" dirty="0"/>
              <a:t>Compiling MoH reports: Tedious and error-prone</a:t>
            </a:r>
          </a:p>
          <a:p>
            <a:r>
              <a:rPr lang="en-US" dirty="0"/>
              <a:t>Poor data integrity: Risks patient safety</a:t>
            </a:r>
          </a:p>
          <a:p>
            <a:r>
              <a:rPr lang="en-US" dirty="0"/>
              <a:t>Critical need: Affordable, sustainable digital solution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2400" b="1" dirty="0">
              <a:latin typeface="Cambria"/>
              <a:cs typeface="Cambria"/>
            </a:endParaRPr>
          </a:p>
          <a:p>
            <a:r>
              <a:rPr lang="en-US" sz="2400" dirty="0">
                <a:latin typeface="Cambria"/>
                <a:cs typeface="Cambria"/>
              </a:rPr>
              <a:t>Design, develop, and deploy web-based LIMS</a:t>
            </a:r>
          </a:p>
          <a:p>
            <a:r>
              <a:rPr lang="en-US" sz="2400" dirty="0">
                <a:latin typeface="Cambria"/>
                <a:cs typeface="Cambria"/>
              </a:rPr>
              <a:t>Target: Yala Sub-County Hospital laboratory</a:t>
            </a:r>
          </a:p>
          <a:p>
            <a:r>
              <a:rPr lang="en-US" sz="2400" dirty="0">
                <a:latin typeface="Cambria"/>
                <a:cs typeface="Cambria"/>
              </a:rPr>
              <a:t>Automate the testing lifecycle</a:t>
            </a:r>
          </a:p>
          <a:p>
            <a:r>
              <a:rPr lang="en-US" sz="2400" dirty="0">
                <a:latin typeface="Cambria"/>
                <a:cs typeface="Cambria"/>
              </a:rPr>
              <a:t>Ensure high levels of data accuracy</a:t>
            </a:r>
          </a:p>
          <a:p>
            <a:r>
              <a:rPr lang="en-US" sz="2400" dirty="0">
                <a:latin typeface="Cambria"/>
                <a:cs typeface="Cambria"/>
              </a:rPr>
              <a:t>Improve overall laboratory operational efficiency</a:t>
            </a: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SCOPE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40CAA-0477-05BF-BDC7-B6F7C76E9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scope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r>
              <a:rPr lang="en-US" sz="2400" dirty="0">
                <a:latin typeface="Cambria"/>
                <a:cs typeface="Cambria"/>
              </a:rPr>
              <a:t>Develop robust MySQL database schema</a:t>
            </a:r>
          </a:p>
          <a:p>
            <a:r>
              <a:rPr lang="en-US" sz="2400" dirty="0">
                <a:latin typeface="Cambria"/>
                <a:cs typeface="Cambria"/>
              </a:rPr>
              <a:t>Implement PHP/Laravel or Python/Django logic</a:t>
            </a:r>
          </a:p>
          <a:p>
            <a:r>
              <a:rPr lang="en-US" sz="2400" dirty="0">
                <a:latin typeface="Cambria"/>
                <a:cs typeface="Cambria"/>
              </a:rPr>
              <a:t>Design Reception, Lab, and Doctor interfaces</a:t>
            </a:r>
          </a:p>
          <a:p>
            <a:r>
              <a:rPr lang="en-US" sz="2400" dirty="0">
                <a:latin typeface="Cambria"/>
                <a:cs typeface="Cambria"/>
              </a:rPr>
              <a:t>Enable secure, digital patient bio-data capture</a:t>
            </a:r>
          </a:p>
          <a:p>
            <a:r>
              <a:rPr lang="en-US" sz="2400" dirty="0">
                <a:latin typeface="Cambria"/>
                <a:cs typeface="Cambria"/>
              </a:rPr>
              <a:t>Generate professional PDF laboratory reports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68F4F0-7E78-4375-68AE-9AB19A29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of scope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536C2F-D885-8F03-E09E-1CFE693CC1F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Direct interfacing with automated lab analyzers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Integration with National DHIS2 platform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Procurement of hospital-wide computer hardware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Complex proprietary machine driver development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Full-scale hospital network infrastructure installation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Garamond" panose="02020404030301010803"/>
                <a:ea typeface="+mn-ea"/>
                <a:cs typeface="+mn-cs"/>
              </a:rPr>
              <a:t>Responsibility of hospital administration for hardware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rPr lang="en-US" sz="2400" b="1" dirty="0">
                <a:latin typeface="Cambria"/>
                <a:cs typeface="Cambria"/>
              </a:rPr>
              <a:t>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Hospital: Reduced stationery and printing costs</a:t>
            </a:r>
          </a:p>
          <a:p>
            <a:r>
              <a:rPr lang="en-US" dirty="0"/>
              <a:t>Hospital: Improved accuracy in service billing</a:t>
            </a:r>
          </a:p>
          <a:p>
            <a:r>
              <a:rPr lang="en-US" dirty="0"/>
              <a:t>Clinicians: Instant access to patient history</a:t>
            </a:r>
          </a:p>
          <a:p>
            <a:r>
              <a:rPr lang="en-US" dirty="0"/>
              <a:t>Clinicians: Evidence-based decision-making without files</a:t>
            </a:r>
          </a:p>
          <a:p>
            <a:r>
              <a:rPr lang="en-US" dirty="0"/>
              <a:t>Patients: Significantly reduced laboratory waiting times</a:t>
            </a:r>
          </a:p>
          <a:p>
            <a:r>
              <a:rPr lang="en-US" dirty="0"/>
              <a:t>Patients: Prevention of frustrating lost results</a:t>
            </a:r>
          </a:p>
          <a:p>
            <a:r>
              <a:rPr lang="en-US" dirty="0"/>
              <a:t>Policy: Accurate data for disease surveillance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3AA53-866D-74AD-7780-6B8366DC3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Cost/Requirements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7743A-B19B-D8F0-E726-96A6E1D7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Hardware: Core i5 Laptops and UPS.</a:t>
            </a:r>
          </a:p>
          <a:p>
            <a:r>
              <a:rPr lang="en-GB" dirty="0"/>
              <a:t>Networking: LAN installation and 25Mbps internet.</a:t>
            </a:r>
          </a:p>
          <a:p>
            <a:r>
              <a:rPr lang="en-GB" dirty="0"/>
              <a:t>Software: MySQL, PHP/Laravel, and Windows OS.</a:t>
            </a:r>
          </a:p>
          <a:p>
            <a:r>
              <a:rPr lang="en-GB" dirty="0"/>
              <a:t>Security: Kaspersky Antivirus and SSL certificates.</a:t>
            </a:r>
          </a:p>
          <a:p>
            <a:r>
              <a:rPr lang="en-GB" dirty="0"/>
              <a:t>Direct Costs: Hardware and software license fees.</a:t>
            </a:r>
          </a:p>
          <a:p>
            <a:r>
              <a:rPr lang="en-GB" dirty="0"/>
              <a:t>Indirect Costs: Training, installation, and maintenance.</a:t>
            </a:r>
          </a:p>
          <a:p>
            <a:r>
              <a:rPr lang="en-GB" dirty="0"/>
              <a:t>Total Estimate: Approximately KES 150,000 - 250,000.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9150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PROJECT SCHEDULE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9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LSHAPE_TB_00000000000000000000000000000000_LeftEndCaps" hidden="1">
            <a:extLst>
              <a:ext uri="{FF2B5EF4-FFF2-40B4-BE49-F238E27FC236}">
                <a16:creationId xmlns:a16="http://schemas.microsoft.com/office/drawing/2014/main" id="{81BDC010-10DF-48FA-723F-88DB4AE1EFE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221339" y="12700"/>
            <a:ext cx="469900" cy="276999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>
                <a:solidFill>
                  <a:srgbClr val="ED7D31"/>
                </a:solidFill>
                <a:latin typeface="Calibri" panose="020F0502020204030204" pitchFamily="34" charset="0"/>
              </a:rPr>
              <a:t>2025</a:t>
            </a:r>
          </a:p>
        </p:txBody>
      </p:sp>
      <p:sp>
        <p:nvSpPr>
          <p:cNvPr id="3" name="OTLSHAPE_TB_00000000000000000000000000000000_RightEndCaps">
            <a:extLst>
              <a:ext uri="{FF2B5EF4-FFF2-40B4-BE49-F238E27FC236}">
                <a16:creationId xmlns:a16="http://schemas.microsoft.com/office/drawing/2014/main" id="{8FD0728A-C6C0-9A93-09BA-3965DFF2086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474534" y="5120016"/>
            <a:ext cx="449610" cy="27906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 spc="-44">
                <a:solidFill>
                  <a:srgbClr val="E97132"/>
                </a:solidFill>
                <a:latin typeface="Calibri" panose="020F0502020204030204" pitchFamily="34" charset="0"/>
              </a:rPr>
              <a:t>2026</a:t>
            </a:r>
          </a:p>
        </p:txBody>
      </p:sp>
      <p:cxnSp>
        <p:nvCxnSpPr>
          <p:cNvPr id="127" name="OTLSHAPE_T_7a6a9d09c0fc456081129ee3645a5be1_HorizontalConnector1">
            <a:extLst>
              <a:ext uri="{FF2B5EF4-FFF2-40B4-BE49-F238E27FC236}">
                <a16:creationId xmlns:a16="http://schemas.microsoft.com/office/drawing/2014/main" id="{11B16782-ACD5-90CE-BDFA-CF956822A672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1535457" y="1675127"/>
            <a:ext cx="141155" cy="0"/>
          </a:xfrm>
          <a:prstGeom prst="line">
            <a:avLst/>
          </a:prstGeom>
          <a:ln w="6350" cap="flat" cmpd="sng" algn="ctr">
            <a:solidFill>
              <a:srgbClr val="156082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TLSHAPE_TB_00000000000000000000000000000000_ScaleContainer">
            <a:extLst>
              <a:ext uri="{FF2B5EF4-FFF2-40B4-BE49-F238E27FC236}">
                <a16:creationId xmlns:a16="http://schemas.microsoft.com/office/drawing/2014/main" id="{40040F5B-EFF7-B650-20A4-47899C9CB8D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44465" y="5132547"/>
            <a:ext cx="10515600" cy="254000"/>
          </a:xfrm>
          <a:prstGeom prst="roundRect">
            <a:avLst/>
          </a:prstGeom>
          <a:solidFill>
            <a:srgbClr val="0E2841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TLSHAPE_TB_00000000000000000000000000000000_ElapsedTime">
            <a:extLst>
              <a:ext uri="{FF2B5EF4-FFF2-40B4-BE49-F238E27FC236}">
                <a16:creationId xmlns:a16="http://schemas.microsoft.com/office/drawing/2014/main" id="{BA5AF234-0311-0CE4-2779-E3FE192F10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44465" y="5335747"/>
            <a:ext cx="4089400" cy="50800"/>
          </a:xfrm>
          <a:prstGeom prst="roundRect">
            <a:avLst/>
          </a:prstGeom>
          <a:solidFill>
            <a:srgbClr val="FF0000">
              <a:alpha val="74902"/>
            </a:srgb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TLSHAPE_TB_00000000000000000000000000000000_TodayMarkerShape">
            <a:extLst>
              <a:ext uri="{FF2B5EF4-FFF2-40B4-BE49-F238E27FC236}">
                <a16:creationId xmlns:a16="http://schemas.microsoft.com/office/drawing/2014/main" id="{4F5D1601-91B3-58E0-9A61-15C2451FA76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885652" y="5386547"/>
            <a:ext cx="76200" cy="84667"/>
          </a:xfrm>
          <a:prstGeom prst="triangle">
            <a:avLst/>
          </a:prstGeom>
          <a:solidFill>
            <a:srgbClr val="FF0000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TLSHAPE_TB_00000000000000000000000000000000_TodayMarkerText">
            <a:extLst>
              <a:ext uri="{FF2B5EF4-FFF2-40B4-BE49-F238E27FC236}">
                <a16:creationId xmlns:a16="http://schemas.microsoft.com/office/drawing/2014/main" id="{084CDEB5-BE8E-F6CF-BC55-0067E76ECEF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741810" y="5471213"/>
            <a:ext cx="368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sz="1200" spc="-12">
                <a:solidFill>
                  <a:schemeClr val="dk1"/>
                </a:solidFill>
                <a:latin typeface="Calibri" panose="020F0502020204030204" pitchFamily="34" charset="0"/>
              </a:rPr>
              <a:t>Today</a:t>
            </a:r>
          </a:p>
        </p:txBody>
      </p:sp>
      <p:sp>
        <p:nvSpPr>
          <p:cNvPr id="8" name="OTLSHAPE_TB_00000000000000000000000000000000_TimescaleInterval1">
            <a:extLst>
              <a:ext uri="{FF2B5EF4-FFF2-40B4-BE49-F238E27FC236}">
                <a16:creationId xmlns:a16="http://schemas.microsoft.com/office/drawing/2014/main" id="{DF224D70-6F8A-22C9-FEB6-F3724C9DC44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895265" y="5166519"/>
            <a:ext cx="24936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Nov</a:t>
            </a:r>
          </a:p>
        </p:txBody>
      </p:sp>
      <p:sp>
        <p:nvSpPr>
          <p:cNvPr id="10" name="OTLSHAPE_TB_00000000000000000000000000000000_TimescaleInterval2">
            <a:extLst>
              <a:ext uri="{FF2B5EF4-FFF2-40B4-BE49-F238E27FC236}">
                <a16:creationId xmlns:a16="http://schemas.microsoft.com/office/drawing/2014/main" id="{A6DB6160-669D-9C08-BD48-92F39C3504B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931752" y="5166519"/>
            <a:ext cx="23724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2">
                <a:solidFill>
                  <a:srgbClr val="E8E8E8"/>
                </a:solidFill>
                <a:latin typeface="Calibri" panose="020F0502020204030204" pitchFamily="34" charset="0"/>
              </a:rPr>
              <a:t>Dec</a:t>
            </a:r>
          </a:p>
        </p:txBody>
      </p:sp>
      <p:sp>
        <p:nvSpPr>
          <p:cNvPr id="12" name="OTLSHAPE_TB_00000000000000000000000000000000_TimescaleInterval3">
            <a:extLst>
              <a:ext uri="{FF2B5EF4-FFF2-40B4-BE49-F238E27FC236}">
                <a16:creationId xmlns:a16="http://schemas.microsoft.com/office/drawing/2014/main" id="{EEFF5BD6-D6CD-35B2-D937-010D718842CF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3002789" y="5166519"/>
            <a:ext cx="2032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Jan</a:t>
            </a:r>
          </a:p>
        </p:txBody>
      </p:sp>
      <p:sp>
        <p:nvSpPr>
          <p:cNvPr id="14" name="OTLSHAPE_TB_00000000000000000000000000000000_TimescaleInterval4">
            <a:extLst>
              <a:ext uri="{FF2B5EF4-FFF2-40B4-BE49-F238E27FC236}">
                <a16:creationId xmlns:a16="http://schemas.microsoft.com/office/drawing/2014/main" id="{2A7993C3-1EB2-389F-5799-ACAC6904F53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4073826" y="5166519"/>
            <a:ext cx="225383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Feb</a:t>
            </a:r>
          </a:p>
        </p:txBody>
      </p:sp>
      <p:sp>
        <p:nvSpPr>
          <p:cNvPr id="16" name="OTLSHAPE_TB_00000000000000000000000000000000_TimescaleInterval5">
            <a:extLst>
              <a:ext uri="{FF2B5EF4-FFF2-40B4-BE49-F238E27FC236}">
                <a16:creationId xmlns:a16="http://schemas.microsoft.com/office/drawing/2014/main" id="{BEC3EB09-1A27-B3C2-C100-1707169DDBE5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214" y="5166519"/>
            <a:ext cx="255776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Mar</a:t>
            </a:r>
          </a:p>
        </p:txBody>
      </p:sp>
      <p:sp>
        <p:nvSpPr>
          <p:cNvPr id="18" name="OTLSHAPE_TB_00000000000000000000000000000000_TimescaleInterval6">
            <a:extLst>
              <a:ext uri="{FF2B5EF4-FFF2-40B4-BE49-F238E27FC236}">
                <a16:creationId xmlns:a16="http://schemas.microsoft.com/office/drawing/2014/main" id="{03CDA973-E485-52FF-61C6-701EC63EAC2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6112251" y="5166519"/>
            <a:ext cx="22281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Apr</a:t>
            </a:r>
          </a:p>
        </p:txBody>
      </p:sp>
      <p:sp>
        <p:nvSpPr>
          <p:cNvPr id="20" name="OTLSHAPE_TB_00000000000000000000000000000000_TimescaleInterval7">
            <a:extLst>
              <a:ext uri="{FF2B5EF4-FFF2-40B4-BE49-F238E27FC236}">
                <a16:creationId xmlns:a16="http://schemas.microsoft.com/office/drawing/2014/main" id="{0EA156A7-9B72-63B9-A088-CD8D0604684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7148738" y="5166519"/>
            <a:ext cx="27122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May</a:t>
            </a:r>
          </a:p>
        </p:txBody>
      </p:sp>
      <p:sp>
        <p:nvSpPr>
          <p:cNvPr id="22" name="OTLSHAPE_TB_00000000000000000000000000000000_TimescaleInterval8">
            <a:extLst>
              <a:ext uri="{FF2B5EF4-FFF2-40B4-BE49-F238E27FC236}">
                <a16:creationId xmlns:a16="http://schemas.microsoft.com/office/drawing/2014/main" id="{DF1FF490-DDA0-5CB7-78DB-F5F1036B589F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8219774" y="5166519"/>
            <a:ext cx="20999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Jun</a:t>
            </a:r>
          </a:p>
        </p:txBody>
      </p:sp>
      <p:sp>
        <p:nvSpPr>
          <p:cNvPr id="24" name="OTLSHAPE_TB_00000000000000000000000000000000_TimescaleInterval9">
            <a:extLst>
              <a:ext uri="{FF2B5EF4-FFF2-40B4-BE49-F238E27FC236}">
                <a16:creationId xmlns:a16="http://schemas.microsoft.com/office/drawing/2014/main" id="{E643AD2D-6E52-9730-3FC2-5257D1FD86A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9256261" y="5166519"/>
            <a:ext cx="158185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Jul</a:t>
            </a:r>
          </a:p>
        </p:txBody>
      </p:sp>
      <p:sp>
        <p:nvSpPr>
          <p:cNvPr id="126" name="OTLSHAPE_TB_00000000000000000000000000000000_TimescaleInterval10">
            <a:extLst>
              <a:ext uri="{FF2B5EF4-FFF2-40B4-BE49-F238E27FC236}">
                <a16:creationId xmlns:a16="http://schemas.microsoft.com/office/drawing/2014/main" id="{00932AB9-620B-2C9E-D9FE-CFB6D3A8596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327298" y="5166519"/>
            <a:ext cx="241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Aug</a:t>
            </a:r>
          </a:p>
        </p:txBody>
      </p:sp>
      <p:cxnSp>
        <p:nvCxnSpPr>
          <p:cNvPr id="9" name="OTLSHAPE_TB_00000000000000000000000000000000_Separator1">
            <a:extLst>
              <a:ext uri="{FF2B5EF4-FFF2-40B4-BE49-F238E27FC236}">
                <a16:creationId xmlns:a16="http://schemas.microsoft.com/office/drawing/2014/main" id="{480CF6D5-00E1-0ECE-7C66-C5FAFFDCA539}"/>
              </a:ext>
            </a:extLst>
          </p:cNvPr>
          <p:cNvCxnSpPr/>
          <p:nvPr>
            <p:custDataLst>
              <p:tags r:id="rId19"/>
            </p:custDataLst>
          </p:nvPr>
        </p:nvCxnSpPr>
        <p:spPr>
          <a:xfrm>
            <a:off x="1880952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OTLSHAPE_TB_00000000000000000000000000000000_Separator2">
            <a:extLst>
              <a:ext uri="{FF2B5EF4-FFF2-40B4-BE49-F238E27FC236}">
                <a16:creationId xmlns:a16="http://schemas.microsoft.com/office/drawing/2014/main" id="{D4E84512-B939-E255-2989-B3729D76D1A8}"/>
              </a:ext>
            </a:extLst>
          </p:cNvPr>
          <p:cNvCxnSpPr/>
          <p:nvPr>
            <p:custDataLst>
              <p:tags r:id="rId20"/>
            </p:custDataLst>
          </p:nvPr>
        </p:nvCxnSpPr>
        <p:spPr>
          <a:xfrm>
            <a:off x="2951989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OTLSHAPE_TB_00000000000000000000000000000000_Separator3">
            <a:extLst>
              <a:ext uri="{FF2B5EF4-FFF2-40B4-BE49-F238E27FC236}">
                <a16:creationId xmlns:a16="http://schemas.microsoft.com/office/drawing/2014/main" id="{F76BDC51-3E6A-9ACD-5927-D6297F19700A}"/>
              </a:ext>
            </a:extLst>
          </p:cNvPr>
          <p:cNvCxnSpPr/>
          <p:nvPr>
            <p:custDataLst>
              <p:tags r:id="rId21"/>
            </p:custDataLst>
          </p:nvPr>
        </p:nvCxnSpPr>
        <p:spPr>
          <a:xfrm>
            <a:off x="4023025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OTLSHAPE_TB_00000000000000000000000000000000_Separator4">
            <a:extLst>
              <a:ext uri="{FF2B5EF4-FFF2-40B4-BE49-F238E27FC236}">
                <a16:creationId xmlns:a16="http://schemas.microsoft.com/office/drawing/2014/main" id="{6E00470C-B10E-B582-1F19-D18F0369BE7B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499041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OTLSHAPE_TB_00000000000000000000000000000000_Separator5">
            <a:extLst>
              <a:ext uri="{FF2B5EF4-FFF2-40B4-BE49-F238E27FC236}">
                <a16:creationId xmlns:a16="http://schemas.microsoft.com/office/drawing/2014/main" id="{172DDDD7-4F3E-619A-9A9B-4FA66F579D60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6061450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OTLSHAPE_TB_00000000000000000000000000000000_Separator6">
            <a:extLst>
              <a:ext uri="{FF2B5EF4-FFF2-40B4-BE49-F238E27FC236}">
                <a16:creationId xmlns:a16="http://schemas.microsoft.com/office/drawing/2014/main" id="{E700EC7A-3C50-CB58-99C5-4477CA8C2DBE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7097937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OTLSHAPE_TB_00000000000000000000000000000000_Separator7">
            <a:extLst>
              <a:ext uri="{FF2B5EF4-FFF2-40B4-BE49-F238E27FC236}">
                <a16:creationId xmlns:a16="http://schemas.microsoft.com/office/drawing/2014/main" id="{7B67F852-AFBB-D30E-77DA-E0D4B3E79B3B}"/>
              </a:ext>
            </a:extLst>
          </p:cNvPr>
          <p:cNvCxnSpPr/>
          <p:nvPr>
            <p:custDataLst>
              <p:tags r:id="rId25"/>
            </p:custDataLst>
          </p:nvPr>
        </p:nvCxnSpPr>
        <p:spPr>
          <a:xfrm>
            <a:off x="816897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OTLSHAPE_TB_00000000000000000000000000000000_Separator8">
            <a:extLst>
              <a:ext uri="{FF2B5EF4-FFF2-40B4-BE49-F238E27FC236}">
                <a16:creationId xmlns:a16="http://schemas.microsoft.com/office/drawing/2014/main" id="{1ED9E0C6-D4D9-E60C-DBAE-93380C368E17}"/>
              </a:ext>
            </a:extLst>
          </p:cNvPr>
          <p:cNvCxnSpPr/>
          <p:nvPr>
            <p:custDataLst>
              <p:tags r:id="rId26"/>
            </p:custDataLst>
          </p:nvPr>
        </p:nvCxnSpPr>
        <p:spPr>
          <a:xfrm>
            <a:off x="9205461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OTLSHAPE_TB_00000000000000000000000000000000_Separator9">
            <a:extLst>
              <a:ext uri="{FF2B5EF4-FFF2-40B4-BE49-F238E27FC236}">
                <a16:creationId xmlns:a16="http://schemas.microsoft.com/office/drawing/2014/main" id="{866BEA8A-0E2B-A2F2-C19A-1405DD6B748E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10276498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TLSHAPE_T_7a6a9d09c0fc456081129ee3645a5be1_Shape">
            <a:extLst>
              <a:ext uri="{FF2B5EF4-FFF2-40B4-BE49-F238E27FC236}">
                <a16:creationId xmlns:a16="http://schemas.microsoft.com/office/drawing/2014/main" id="{07E40466-320B-5724-19AF-2478ED766236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535457" y="1492758"/>
            <a:ext cx="8991600" cy="36473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TLSHAPE_T_8e54fc09184543dc9a2969a4a57abbcc_Shape">
            <a:extLst>
              <a:ext uri="{FF2B5EF4-FFF2-40B4-BE49-F238E27FC236}">
                <a16:creationId xmlns:a16="http://schemas.microsoft.com/office/drawing/2014/main" id="{35E4D02A-F927-546B-9B59-31C8653A8C6E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535457" y="2012997"/>
            <a:ext cx="495300" cy="276753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TLSHAPE_T_ff86c8ea9c904c6b8f090a64a4838006_Shape">
            <a:extLst>
              <a:ext uri="{FF2B5EF4-FFF2-40B4-BE49-F238E27FC236}">
                <a16:creationId xmlns:a16="http://schemas.microsoft.com/office/drawing/2014/main" id="{0F1CF398-2C2B-F4AF-3896-A9A7E0B3B3F0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2019151" y="2445252"/>
            <a:ext cx="977900" cy="34848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OTLSHAPE_T_ef3650a7c5e2430f90e27c55cd07f060_Shape">
            <a:extLst>
              <a:ext uri="{FF2B5EF4-FFF2-40B4-BE49-F238E27FC236}">
                <a16:creationId xmlns:a16="http://schemas.microsoft.com/office/drawing/2014/main" id="{7FC6B107-489C-A3ED-8EC3-A36303F683B7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2986539" y="2831840"/>
            <a:ext cx="977900" cy="33176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OTLSHAPE_T_d5a5bb26c385461dbca5613eb57071be_Shape">
            <a:extLst>
              <a:ext uri="{FF2B5EF4-FFF2-40B4-BE49-F238E27FC236}">
                <a16:creationId xmlns:a16="http://schemas.microsoft.com/office/drawing/2014/main" id="{6135E3E4-BD90-9657-BA32-A2A7C3F4E187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3953927" y="3201708"/>
            <a:ext cx="977900" cy="25094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OTLSHAPE_T_5fdc09349af84e928a69e94ebcd5e01c_Shape">
            <a:extLst>
              <a:ext uri="{FF2B5EF4-FFF2-40B4-BE49-F238E27FC236}">
                <a16:creationId xmlns:a16="http://schemas.microsoft.com/office/drawing/2014/main" id="{E64B5BB9-3D87-49C9-50A3-1DB86DE51BA0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4921315" y="3490754"/>
            <a:ext cx="279400" cy="306261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OTLSHAPE_T_29952edd050c4301a590f824eb7f55f0_Shape">
            <a:extLst>
              <a:ext uri="{FF2B5EF4-FFF2-40B4-BE49-F238E27FC236}">
                <a16:creationId xmlns:a16="http://schemas.microsoft.com/office/drawing/2014/main" id="{2C633F21-114A-4B39-D01A-4B4C4E729C6E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5266810" y="3835115"/>
            <a:ext cx="1143000" cy="29437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OTLSHAPE_T_d87fcdcb71734600ad1434170b7f322b_Shape">
            <a:extLst>
              <a:ext uri="{FF2B5EF4-FFF2-40B4-BE49-F238E27FC236}">
                <a16:creationId xmlns:a16="http://schemas.microsoft.com/office/drawing/2014/main" id="{9DFD2C49-AE7D-DA9B-E243-B27D503A1391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6441496" y="4167591"/>
            <a:ext cx="2870200" cy="292552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OTLSHAPE_T_f4f90ce8d3ec45dabff76366e02ac402_Shape">
            <a:extLst>
              <a:ext uri="{FF2B5EF4-FFF2-40B4-BE49-F238E27FC236}">
                <a16:creationId xmlns:a16="http://schemas.microsoft.com/office/drawing/2014/main" id="{1B09778D-1807-C9BD-269B-7D6117673D8C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9343660" y="4498243"/>
            <a:ext cx="698500" cy="26848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OTLSHAPE_T_4276c4fd585d42dd8330adf7f247db63_Shape">
            <a:extLst>
              <a:ext uri="{FF2B5EF4-FFF2-40B4-BE49-F238E27FC236}">
                <a16:creationId xmlns:a16="http://schemas.microsoft.com/office/drawing/2014/main" id="{D2CB9D0D-8F6A-1D76-3D45-A964EF188D95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10103727" y="4804830"/>
            <a:ext cx="419100" cy="28961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TLSHAPE_T_7a6a9d09c0fc456081129ee3645a5be1_ShapePercentage" hidden="1">
            <a:extLst>
              <a:ext uri="{FF2B5EF4-FFF2-40B4-BE49-F238E27FC236}">
                <a16:creationId xmlns:a16="http://schemas.microsoft.com/office/drawing/2014/main" id="{8145B520-B220-69D0-65A2-3602A40ACEA9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1535457" y="1492758"/>
            <a:ext cx="25400" cy="36473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TLSHAPE_T_8e54fc09184543dc9a2969a4a57abbcc_ShapePercentage" hidden="1">
            <a:extLst>
              <a:ext uri="{FF2B5EF4-FFF2-40B4-BE49-F238E27FC236}">
                <a16:creationId xmlns:a16="http://schemas.microsoft.com/office/drawing/2014/main" id="{38E14D8B-F332-EE31-048C-738E2D3FB36F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1535457" y="2012997"/>
            <a:ext cx="25400" cy="276753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TLSHAPE_T_ff86c8ea9c904c6b8f090a64a4838006_ShapePercentage" hidden="1">
            <a:extLst>
              <a:ext uri="{FF2B5EF4-FFF2-40B4-BE49-F238E27FC236}">
                <a16:creationId xmlns:a16="http://schemas.microsoft.com/office/drawing/2014/main" id="{75DFCABC-9A10-DD0D-64D0-B354340627FE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2019151" y="2445252"/>
            <a:ext cx="25400" cy="34848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TLSHAPE_T_ef3650a7c5e2430f90e27c55cd07f060_ShapePercentage" hidden="1">
            <a:extLst>
              <a:ext uri="{FF2B5EF4-FFF2-40B4-BE49-F238E27FC236}">
                <a16:creationId xmlns:a16="http://schemas.microsoft.com/office/drawing/2014/main" id="{613B87D3-BD2E-608B-66DA-156045F0C62B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2986539" y="2831840"/>
            <a:ext cx="25400" cy="33176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TLSHAPE_T_d5a5bb26c385461dbca5613eb57071be_ShapePercentage" hidden="1">
            <a:extLst>
              <a:ext uri="{FF2B5EF4-FFF2-40B4-BE49-F238E27FC236}">
                <a16:creationId xmlns:a16="http://schemas.microsoft.com/office/drawing/2014/main" id="{DDA923CA-6F65-7A20-CC57-225DD7C8C0F2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3953927" y="3201708"/>
            <a:ext cx="25400" cy="25094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TLSHAPE_T_5fdc09349af84e928a69e94ebcd5e01c_ShapePercentage" hidden="1">
            <a:extLst>
              <a:ext uri="{FF2B5EF4-FFF2-40B4-BE49-F238E27FC236}">
                <a16:creationId xmlns:a16="http://schemas.microsoft.com/office/drawing/2014/main" id="{C99474CB-727D-DD0A-4506-3A3D26CA8CAA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4921315" y="3490754"/>
            <a:ext cx="25400" cy="306261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TLSHAPE_T_29952edd050c4301a590f824eb7f55f0_ShapePercentage" hidden="1">
            <a:extLst>
              <a:ext uri="{FF2B5EF4-FFF2-40B4-BE49-F238E27FC236}">
                <a16:creationId xmlns:a16="http://schemas.microsoft.com/office/drawing/2014/main" id="{85AF5497-F225-E4ED-185C-AB23A4DAF5B3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5266810" y="3835115"/>
            <a:ext cx="25400" cy="29437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OTLSHAPE_T_d87fcdcb71734600ad1434170b7f322b_ShapePercentage" hidden="1">
            <a:extLst>
              <a:ext uri="{FF2B5EF4-FFF2-40B4-BE49-F238E27FC236}">
                <a16:creationId xmlns:a16="http://schemas.microsoft.com/office/drawing/2014/main" id="{A1DF0414-DD7B-DDD9-C048-1E2F4AAF2E52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6441496" y="4167591"/>
            <a:ext cx="25400" cy="292552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TLSHAPE_T_f4f90ce8d3ec45dabff76366e02ac402_ShapePercentage" hidden="1">
            <a:extLst>
              <a:ext uri="{FF2B5EF4-FFF2-40B4-BE49-F238E27FC236}">
                <a16:creationId xmlns:a16="http://schemas.microsoft.com/office/drawing/2014/main" id="{92BC3A90-42B8-5683-532F-5C38D29B1CB5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9343660" y="4498243"/>
            <a:ext cx="25400" cy="26848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TLSHAPE_T_4276c4fd585d42dd8330adf7f247db63_ShapePercentage" hidden="1">
            <a:extLst>
              <a:ext uri="{FF2B5EF4-FFF2-40B4-BE49-F238E27FC236}">
                <a16:creationId xmlns:a16="http://schemas.microsoft.com/office/drawing/2014/main" id="{89B514F2-9DDE-588D-D8BC-18A3530CC748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10103727" y="4804830"/>
            <a:ext cx="25400" cy="28961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TLSHAPE_T_7a6a9d09c0fc456081129ee3645a5be1_BaselineShape" hidden="1">
            <a:extLst>
              <a:ext uri="{FF2B5EF4-FFF2-40B4-BE49-F238E27FC236}">
                <a16:creationId xmlns:a16="http://schemas.microsoft.com/office/drawing/2014/main" id="{D96599F2-77C8-7806-C140-79FE9DDC2315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44465" y="1819396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TLSHAPE_T_8e54fc09184543dc9a2969a4a57abbcc_BaselineShape" hidden="1">
            <a:extLst>
              <a:ext uri="{FF2B5EF4-FFF2-40B4-BE49-F238E27FC236}">
                <a16:creationId xmlns:a16="http://schemas.microsoft.com/office/drawing/2014/main" id="{90F07DAD-4A2B-93FC-87AE-8B3FDBDCC4C8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44465" y="225165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TLSHAPE_T_ff86c8ea9c904c6b8f090a64a4838006_BaselineShape" hidden="1">
            <a:extLst>
              <a:ext uri="{FF2B5EF4-FFF2-40B4-BE49-F238E27FC236}">
                <a16:creationId xmlns:a16="http://schemas.microsoft.com/office/drawing/2014/main" id="{90DB5D42-3B91-3FE4-54FE-3A94D03B167D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44465" y="275564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TLSHAPE_T_ef3650a7c5e2430f90e27c55cd07f060_BaselineShape" hidden="1">
            <a:extLst>
              <a:ext uri="{FF2B5EF4-FFF2-40B4-BE49-F238E27FC236}">
                <a16:creationId xmlns:a16="http://schemas.microsoft.com/office/drawing/2014/main" id="{1F331635-500A-33E9-1F14-B6F009E0380A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44465" y="3125508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OTLSHAPE_T_d5a5bb26c385461dbca5613eb57071be_BaselineShape" hidden="1">
            <a:extLst>
              <a:ext uri="{FF2B5EF4-FFF2-40B4-BE49-F238E27FC236}">
                <a16:creationId xmlns:a16="http://schemas.microsoft.com/office/drawing/2014/main" id="{785EF636-8708-E74E-4D92-17DAD524931A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844465" y="3414554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OTLSHAPE_T_5fdc09349af84e928a69e94ebcd5e01c_BaselineShape" hidden="1">
            <a:extLst>
              <a:ext uri="{FF2B5EF4-FFF2-40B4-BE49-F238E27FC236}">
                <a16:creationId xmlns:a16="http://schemas.microsoft.com/office/drawing/2014/main" id="{2AB54D66-4A87-8879-452D-D49B0D89A815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844465" y="3758915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TLSHAPE_T_29952edd050c4301a590f824eb7f55f0_BaselineShape" hidden="1">
            <a:extLst>
              <a:ext uri="{FF2B5EF4-FFF2-40B4-BE49-F238E27FC236}">
                <a16:creationId xmlns:a16="http://schemas.microsoft.com/office/drawing/2014/main" id="{448AF4B2-7E13-420E-E726-47F52131C980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844465" y="409139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OTLSHAPE_T_d87fcdcb71734600ad1434170b7f322b_BaselineShape" hidden="1">
            <a:extLst>
              <a:ext uri="{FF2B5EF4-FFF2-40B4-BE49-F238E27FC236}">
                <a16:creationId xmlns:a16="http://schemas.microsoft.com/office/drawing/2014/main" id="{0057C286-CEEC-EF6B-5997-283B05618B10}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844465" y="4422043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OTLSHAPE_T_f4f90ce8d3ec45dabff76366e02ac402_BaselineShape" hidden="1">
            <a:extLst>
              <a:ext uri="{FF2B5EF4-FFF2-40B4-BE49-F238E27FC236}">
                <a16:creationId xmlns:a16="http://schemas.microsoft.com/office/drawing/2014/main" id="{058827A4-6F8D-D842-DBCF-C9FEDCD4C450}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844465" y="472863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OTLSHAPE_T_4276c4fd585d42dd8330adf7f247db63_BaselineShape" hidden="1">
            <a:extLst>
              <a:ext uri="{FF2B5EF4-FFF2-40B4-BE49-F238E27FC236}">
                <a16:creationId xmlns:a16="http://schemas.microsoft.com/office/drawing/2014/main" id="{1F505193-4DD6-12A0-A628-B9770ED7DA2F}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844465" y="5056347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TLSHAPE_T_7a6a9d09c0fc456081129ee3645a5be1_Duration" hidden="1">
            <a:extLst>
              <a:ext uri="{FF2B5EF4-FFF2-40B4-BE49-F238E27FC236}">
                <a16:creationId xmlns:a16="http://schemas.microsoft.com/office/drawing/2014/main" id="{B3420AB6-CB4B-AD0B-F6C3-5B64EBE17318}"/>
              </a:ext>
            </a:extLst>
          </p:cNvPr>
          <p:cNvSpPr txBox="1"/>
          <p:nvPr>
            <p:custDataLst>
              <p:tags r:id="rId58"/>
            </p:custDataLst>
          </p:nvPr>
        </p:nvSpPr>
        <p:spPr>
          <a:xfrm>
            <a:off x="12700" y="-381804"/>
            <a:ext cx="4572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186 days</a:t>
            </a:r>
          </a:p>
        </p:txBody>
      </p:sp>
      <p:sp>
        <p:nvSpPr>
          <p:cNvPr id="29" name="OTLSHAPE_T_7a6a9d09c0fc456081129ee3645a5be1_StartDate" hidden="1">
            <a:extLst>
              <a:ext uri="{FF2B5EF4-FFF2-40B4-BE49-F238E27FC236}">
                <a16:creationId xmlns:a16="http://schemas.microsoft.com/office/drawing/2014/main" id="{7FC4E712-8CDD-FA52-84A5-4FEB2FEB1623}"/>
              </a:ext>
            </a:extLst>
          </p:cNvPr>
          <p:cNvSpPr txBox="1"/>
          <p:nvPr>
            <p:custDataLst>
              <p:tags r:id="rId5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OTLSHAPE_T_7a6a9d09c0fc456081129ee3645a5be1_EndDate" hidden="1">
            <a:extLst>
              <a:ext uri="{FF2B5EF4-FFF2-40B4-BE49-F238E27FC236}">
                <a16:creationId xmlns:a16="http://schemas.microsoft.com/office/drawing/2014/main" id="{945028EF-D594-99FD-0672-73884CEFD812}"/>
              </a:ext>
            </a:extLst>
          </p:cNvPr>
          <p:cNvSpPr txBox="1"/>
          <p:nvPr>
            <p:custDataLst>
              <p:tags r:id="rId6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OTLSHAPE_T_7a6a9d09c0fc456081129ee3645a5be1_Title">
            <a:extLst>
              <a:ext uri="{FF2B5EF4-FFF2-40B4-BE49-F238E27FC236}">
                <a16:creationId xmlns:a16="http://schemas.microsoft.com/office/drawing/2014/main" id="{87BA8279-7CBE-D8CA-218D-5F31E3725D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127000" y="1589868"/>
            <a:ext cx="1562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Full System Documentation</a:t>
            </a:r>
          </a:p>
        </p:txBody>
      </p:sp>
      <p:sp>
        <p:nvSpPr>
          <p:cNvPr id="32" name="OTLSHAPE_T_7a6a9d09c0fc456081129ee3645a5be1_JoinedDate">
            <a:extLst>
              <a:ext uri="{FF2B5EF4-FFF2-40B4-BE49-F238E27FC236}">
                <a16:creationId xmlns:a16="http://schemas.microsoft.com/office/drawing/2014/main" id="{E14847BE-5D1E-7DB3-C6F9-8F26F12EBE40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10569122" y="1597615"/>
            <a:ext cx="7620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Aug 7</a:t>
            </a:r>
          </a:p>
        </p:txBody>
      </p:sp>
      <p:sp>
        <p:nvSpPr>
          <p:cNvPr id="33" name="OTLSHAPE_T_7a6a9d09c0fc456081129ee3645a5be1_TextPercentage" hidden="1">
            <a:extLst>
              <a:ext uri="{FF2B5EF4-FFF2-40B4-BE49-F238E27FC236}">
                <a16:creationId xmlns:a16="http://schemas.microsoft.com/office/drawing/2014/main" id="{A0EBCC23-0316-8E79-28CA-BB8F7A1B6C2F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OTLSHAPE_T_7a6a9d09c0fc456081129ee3645a5be1_Variance" hidden="1">
            <a:extLst>
              <a:ext uri="{FF2B5EF4-FFF2-40B4-BE49-F238E27FC236}">
                <a16:creationId xmlns:a16="http://schemas.microsoft.com/office/drawing/2014/main" id="{C17466A2-DA6F-A678-86F8-306CBB23B7C3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8" name="OTLSHAPE_T_8e54fc09184543dc9a2969a4a57abbcc_Duration" hidden="1">
            <a:extLst>
              <a:ext uri="{FF2B5EF4-FFF2-40B4-BE49-F238E27FC236}">
                <a16:creationId xmlns:a16="http://schemas.microsoft.com/office/drawing/2014/main" id="{7F04F5E2-C24C-0966-A515-0505B7EEFF8E}"/>
              </a:ext>
            </a:extLst>
          </p:cNvPr>
          <p:cNvSpPr txBox="1"/>
          <p:nvPr>
            <p:custDataLst>
              <p:tags r:id="rId65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39" name="OTLSHAPE_T_8e54fc09184543dc9a2969a4a57abbcc_StartDate" hidden="1">
            <a:extLst>
              <a:ext uri="{FF2B5EF4-FFF2-40B4-BE49-F238E27FC236}">
                <a16:creationId xmlns:a16="http://schemas.microsoft.com/office/drawing/2014/main" id="{91C1B1E7-C42B-7903-E4CF-7F0D3AE67738}"/>
              </a:ext>
            </a:extLst>
          </p:cNvPr>
          <p:cNvSpPr txBox="1"/>
          <p:nvPr>
            <p:custDataLst>
              <p:tags r:id="rId6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OTLSHAPE_T_8e54fc09184543dc9a2969a4a57abbcc_EndDate" hidden="1">
            <a:extLst>
              <a:ext uri="{FF2B5EF4-FFF2-40B4-BE49-F238E27FC236}">
                <a16:creationId xmlns:a16="http://schemas.microsoft.com/office/drawing/2014/main" id="{D1D7B710-6C52-F7E0-91A7-6B6E67AF9FA6}"/>
              </a:ext>
            </a:extLst>
          </p:cNvPr>
          <p:cNvSpPr txBox="1"/>
          <p:nvPr>
            <p:custDataLst>
              <p:tags r:id="rId6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OTLSHAPE_T_8e54fc09184543dc9a2969a4a57abbcc_Title">
            <a:extLst>
              <a:ext uri="{FF2B5EF4-FFF2-40B4-BE49-F238E27FC236}">
                <a16:creationId xmlns:a16="http://schemas.microsoft.com/office/drawing/2014/main" id="{78F09506-1E30-4A16-E946-5EABDF51D995}"/>
              </a:ext>
            </a:extLst>
          </p:cNvPr>
          <p:cNvSpPr txBox="1"/>
          <p:nvPr>
            <p:custDataLst>
              <p:tags r:id="rId68"/>
            </p:custDataLst>
          </p:nvPr>
        </p:nvSpPr>
        <p:spPr>
          <a:xfrm>
            <a:off x="-6366" y="1895596"/>
            <a:ext cx="1498600" cy="51155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</a:rPr>
              <a:t>Coming up with project title and Drafting Concept Paper</a:t>
            </a:r>
            <a:endParaRPr lang="en-GB" sz="1100" dirty="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OTLSHAPE_T_8e54fc09184543dc9a2969a4a57abbcc_JoinedDate">
            <a:extLst>
              <a:ext uri="{FF2B5EF4-FFF2-40B4-BE49-F238E27FC236}">
                <a16:creationId xmlns:a16="http://schemas.microsoft.com/office/drawing/2014/main" id="{B73AC30C-D971-790E-E50C-74835F5992E6}"/>
              </a:ext>
            </a:extLst>
          </p:cNvPr>
          <p:cNvSpPr txBox="1"/>
          <p:nvPr>
            <p:custDataLst>
              <p:tags r:id="rId69"/>
            </p:custDataLst>
          </p:nvPr>
        </p:nvSpPr>
        <p:spPr>
          <a:xfrm>
            <a:off x="2069927" y="207386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Dec 4</a:t>
            </a:r>
          </a:p>
        </p:txBody>
      </p:sp>
      <p:sp>
        <p:nvSpPr>
          <p:cNvPr id="43" name="OTLSHAPE_T_8e54fc09184543dc9a2969a4a57abbcc_TextPercentage" hidden="1">
            <a:extLst>
              <a:ext uri="{FF2B5EF4-FFF2-40B4-BE49-F238E27FC236}">
                <a16:creationId xmlns:a16="http://schemas.microsoft.com/office/drawing/2014/main" id="{E429B77E-5E07-2323-9305-41C32E04B912}"/>
              </a:ext>
            </a:extLst>
          </p:cNvPr>
          <p:cNvSpPr txBox="1"/>
          <p:nvPr>
            <p:custDataLst>
              <p:tags r:id="rId7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TLSHAPE_T_8e54fc09184543dc9a2969a4a57abbcc_Variance" hidden="1">
            <a:extLst>
              <a:ext uri="{FF2B5EF4-FFF2-40B4-BE49-F238E27FC236}">
                <a16:creationId xmlns:a16="http://schemas.microsoft.com/office/drawing/2014/main" id="{34C9886C-857F-2B59-DDC0-77E8EB232825}"/>
              </a:ext>
            </a:extLst>
          </p:cNvPr>
          <p:cNvSpPr txBox="1"/>
          <p:nvPr>
            <p:custDataLst>
              <p:tags r:id="rId7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8" name="OTLSHAPE_T_ff86c8ea9c904c6b8f090a64a4838006_Duration" hidden="1">
            <a:extLst>
              <a:ext uri="{FF2B5EF4-FFF2-40B4-BE49-F238E27FC236}">
                <a16:creationId xmlns:a16="http://schemas.microsoft.com/office/drawing/2014/main" id="{88F9CB71-3DB0-6858-258B-F3986810BAC1}"/>
              </a:ext>
            </a:extLst>
          </p:cNvPr>
          <p:cNvSpPr txBox="1"/>
          <p:nvPr>
            <p:custDataLst>
              <p:tags r:id="rId72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49" name="OTLSHAPE_T_ff86c8ea9c904c6b8f090a64a4838006_StartDate" hidden="1">
            <a:extLst>
              <a:ext uri="{FF2B5EF4-FFF2-40B4-BE49-F238E27FC236}">
                <a16:creationId xmlns:a16="http://schemas.microsoft.com/office/drawing/2014/main" id="{8DAA51DC-07D8-9EB1-65E3-6023EB5790EA}"/>
              </a:ext>
            </a:extLst>
          </p:cNvPr>
          <p:cNvSpPr txBox="1"/>
          <p:nvPr>
            <p:custDataLst>
              <p:tags r:id="rId7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OTLSHAPE_T_ff86c8ea9c904c6b8f090a64a4838006_EndDate" hidden="1">
            <a:extLst>
              <a:ext uri="{FF2B5EF4-FFF2-40B4-BE49-F238E27FC236}">
                <a16:creationId xmlns:a16="http://schemas.microsoft.com/office/drawing/2014/main" id="{1939D966-C8ED-4419-6E69-FC88950FF9A8}"/>
              </a:ext>
            </a:extLst>
          </p:cNvPr>
          <p:cNvSpPr txBox="1"/>
          <p:nvPr>
            <p:custDataLst>
              <p:tags r:id="rId7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OTLSHAPE_T_ff86c8ea9c904c6b8f090a64a4838006_Title">
            <a:extLst>
              <a:ext uri="{FF2B5EF4-FFF2-40B4-BE49-F238E27FC236}">
                <a16:creationId xmlns:a16="http://schemas.microsoft.com/office/drawing/2014/main" id="{44805A69-48B1-4FFE-442F-631742B360A5}"/>
              </a:ext>
            </a:extLst>
          </p:cNvPr>
          <p:cNvSpPr txBox="1"/>
          <p:nvPr>
            <p:custDataLst>
              <p:tags r:id="rId75"/>
            </p:custDataLst>
          </p:nvPr>
        </p:nvSpPr>
        <p:spPr>
          <a:xfrm>
            <a:off x="313922" y="2534237"/>
            <a:ext cx="1663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Writing Chapter 1 &amp; Proposal</a:t>
            </a:r>
          </a:p>
        </p:txBody>
      </p:sp>
      <p:sp>
        <p:nvSpPr>
          <p:cNvPr id="52" name="OTLSHAPE_T_ff86c8ea9c904c6b8f090a64a4838006_JoinedDate">
            <a:extLst>
              <a:ext uri="{FF2B5EF4-FFF2-40B4-BE49-F238E27FC236}">
                <a16:creationId xmlns:a16="http://schemas.microsoft.com/office/drawing/2014/main" id="{E0E98306-E317-BDD5-373A-4B625D3CFFB2}"/>
              </a:ext>
            </a:extLst>
          </p:cNvPr>
          <p:cNvSpPr txBox="1"/>
          <p:nvPr>
            <p:custDataLst>
              <p:tags r:id="rId76"/>
            </p:custDataLst>
          </p:nvPr>
        </p:nvSpPr>
        <p:spPr>
          <a:xfrm>
            <a:off x="3037315" y="2541984"/>
            <a:ext cx="647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Dec 5 - Jan 1</a:t>
            </a:r>
          </a:p>
        </p:txBody>
      </p:sp>
      <p:sp>
        <p:nvSpPr>
          <p:cNvPr id="53" name="OTLSHAPE_T_ff86c8ea9c904c6b8f090a64a4838006_TextPercentage" hidden="1">
            <a:extLst>
              <a:ext uri="{FF2B5EF4-FFF2-40B4-BE49-F238E27FC236}">
                <a16:creationId xmlns:a16="http://schemas.microsoft.com/office/drawing/2014/main" id="{CB3776F2-49E9-BB2B-5A02-02739826B343}"/>
              </a:ext>
            </a:extLst>
          </p:cNvPr>
          <p:cNvSpPr txBox="1"/>
          <p:nvPr>
            <p:custDataLst>
              <p:tags r:id="rId7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OTLSHAPE_T_ff86c8ea9c904c6b8f090a64a4838006_Variance" hidden="1">
            <a:extLst>
              <a:ext uri="{FF2B5EF4-FFF2-40B4-BE49-F238E27FC236}">
                <a16:creationId xmlns:a16="http://schemas.microsoft.com/office/drawing/2014/main" id="{DF3809A1-5BE5-1E3C-9F0F-DF0E55C5B823}"/>
              </a:ext>
            </a:extLst>
          </p:cNvPr>
          <p:cNvSpPr txBox="1"/>
          <p:nvPr>
            <p:custDataLst>
              <p:tags r:id="rId7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OTLSHAPE_T_ef3650a7c5e2430f90e27c55cd07f060_Duration" hidden="1">
            <a:extLst>
              <a:ext uri="{FF2B5EF4-FFF2-40B4-BE49-F238E27FC236}">
                <a16:creationId xmlns:a16="http://schemas.microsoft.com/office/drawing/2014/main" id="{2FA86E4E-69E7-2827-FFC5-DDD37E99A2AA}"/>
              </a:ext>
            </a:extLst>
          </p:cNvPr>
          <p:cNvSpPr txBox="1"/>
          <p:nvPr>
            <p:custDataLst>
              <p:tags r:id="rId79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59" name="OTLSHAPE_T_ef3650a7c5e2430f90e27c55cd07f060_StartDate" hidden="1">
            <a:extLst>
              <a:ext uri="{FF2B5EF4-FFF2-40B4-BE49-F238E27FC236}">
                <a16:creationId xmlns:a16="http://schemas.microsoft.com/office/drawing/2014/main" id="{C287642B-A242-2E1F-4657-A451ECD60620}"/>
              </a:ext>
            </a:extLst>
          </p:cNvPr>
          <p:cNvSpPr txBox="1"/>
          <p:nvPr>
            <p:custDataLst>
              <p:tags r:id="rId8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OTLSHAPE_T_ef3650a7c5e2430f90e27c55cd07f060_EndDate" hidden="1">
            <a:extLst>
              <a:ext uri="{FF2B5EF4-FFF2-40B4-BE49-F238E27FC236}">
                <a16:creationId xmlns:a16="http://schemas.microsoft.com/office/drawing/2014/main" id="{04B0ABDC-800A-736B-441B-3B4EF0405467}"/>
              </a:ext>
            </a:extLst>
          </p:cNvPr>
          <p:cNvSpPr txBox="1"/>
          <p:nvPr>
            <p:custDataLst>
              <p:tags r:id="rId8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OTLSHAPE_T_ef3650a7c5e2430f90e27c55cd07f060_Title">
            <a:extLst>
              <a:ext uri="{FF2B5EF4-FFF2-40B4-BE49-F238E27FC236}">
                <a16:creationId xmlns:a16="http://schemas.microsoft.com/office/drawing/2014/main" id="{3362A734-1BCA-DC7B-ABC4-58D847802C51}"/>
              </a:ext>
            </a:extLst>
          </p:cNvPr>
          <p:cNvSpPr txBox="1"/>
          <p:nvPr>
            <p:custDataLst>
              <p:tags r:id="rId82"/>
            </p:custDataLst>
          </p:nvPr>
        </p:nvSpPr>
        <p:spPr>
          <a:xfrm>
            <a:off x="1437520" y="2912464"/>
            <a:ext cx="14986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 dirty="0">
                <a:solidFill>
                  <a:schemeClr val="dk1"/>
                </a:solidFill>
                <a:latin typeface="Calibri" panose="020F0502020204030204" pitchFamily="34" charset="0"/>
              </a:rPr>
              <a:t>Literature Review (Chap 2)</a:t>
            </a:r>
          </a:p>
        </p:txBody>
      </p:sp>
      <p:sp>
        <p:nvSpPr>
          <p:cNvPr id="62" name="OTLSHAPE_T_ef3650a7c5e2430f90e27c55cd07f060_JoinedDate">
            <a:extLst>
              <a:ext uri="{FF2B5EF4-FFF2-40B4-BE49-F238E27FC236}">
                <a16:creationId xmlns:a16="http://schemas.microsoft.com/office/drawing/2014/main" id="{9BD2064A-E5B9-06BC-DF60-6657FCCFE7D3}"/>
              </a:ext>
            </a:extLst>
          </p:cNvPr>
          <p:cNvSpPr txBox="1"/>
          <p:nvPr>
            <p:custDataLst>
              <p:tags r:id="rId83"/>
            </p:custDataLst>
          </p:nvPr>
        </p:nvSpPr>
        <p:spPr>
          <a:xfrm>
            <a:off x="4004703" y="2920211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2 - Jan 29</a:t>
            </a:r>
          </a:p>
        </p:txBody>
      </p:sp>
      <p:sp>
        <p:nvSpPr>
          <p:cNvPr id="63" name="OTLSHAPE_T_ef3650a7c5e2430f90e27c55cd07f060_TextPercentage" hidden="1">
            <a:extLst>
              <a:ext uri="{FF2B5EF4-FFF2-40B4-BE49-F238E27FC236}">
                <a16:creationId xmlns:a16="http://schemas.microsoft.com/office/drawing/2014/main" id="{51DF6A3E-6428-B6D8-EA8D-7F76C26C3504}"/>
              </a:ext>
            </a:extLst>
          </p:cNvPr>
          <p:cNvSpPr txBox="1"/>
          <p:nvPr>
            <p:custDataLst>
              <p:tags r:id="rId8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64" name="OTLSHAPE_T_ef3650a7c5e2430f90e27c55cd07f060_Variance" hidden="1">
            <a:extLst>
              <a:ext uri="{FF2B5EF4-FFF2-40B4-BE49-F238E27FC236}">
                <a16:creationId xmlns:a16="http://schemas.microsoft.com/office/drawing/2014/main" id="{AD0A8F7B-0127-EB08-2FE1-E83282E47ACB}"/>
              </a:ext>
            </a:extLst>
          </p:cNvPr>
          <p:cNvSpPr txBox="1"/>
          <p:nvPr>
            <p:custDataLst>
              <p:tags r:id="rId8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68" name="OTLSHAPE_T_d5a5bb26c385461dbca5613eb57071be_Duration" hidden="1">
            <a:extLst>
              <a:ext uri="{FF2B5EF4-FFF2-40B4-BE49-F238E27FC236}">
                <a16:creationId xmlns:a16="http://schemas.microsoft.com/office/drawing/2014/main" id="{0A0CCA14-4484-D2FD-72E8-13D91CD793BF}"/>
              </a:ext>
            </a:extLst>
          </p:cNvPr>
          <p:cNvSpPr txBox="1"/>
          <p:nvPr>
            <p:custDataLst>
              <p:tags r:id="rId86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69" name="OTLSHAPE_T_d5a5bb26c385461dbca5613eb57071be_StartDate" hidden="1">
            <a:extLst>
              <a:ext uri="{FF2B5EF4-FFF2-40B4-BE49-F238E27FC236}">
                <a16:creationId xmlns:a16="http://schemas.microsoft.com/office/drawing/2014/main" id="{CAD71FA2-AD86-4C8A-CDB0-0F4D32359AD0}"/>
              </a:ext>
            </a:extLst>
          </p:cNvPr>
          <p:cNvSpPr txBox="1"/>
          <p:nvPr>
            <p:custDataLst>
              <p:tags r:id="rId8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OTLSHAPE_T_d5a5bb26c385461dbca5613eb57071be_EndDate" hidden="1">
            <a:extLst>
              <a:ext uri="{FF2B5EF4-FFF2-40B4-BE49-F238E27FC236}">
                <a16:creationId xmlns:a16="http://schemas.microsoft.com/office/drawing/2014/main" id="{8B596352-DEBF-B95F-05A3-4DC179436954}"/>
              </a:ext>
            </a:extLst>
          </p:cNvPr>
          <p:cNvSpPr txBox="1"/>
          <p:nvPr>
            <p:custDataLst>
              <p:tags r:id="rId8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OTLSHAPE_T_d5a5bb26c385461dbca5613eb57071be_Title">
            <a:extLst>
              <a:ext uri="{FF2B5EF4-FFF2-40B4-BE49-F238E27FC236}">
                <a16:creationId xmlns:a16="http://schemas.microsoft.com/office/drawing/2014/main" id="{F316969E-D727-8856-EEA5-0488D7413B3D}"/>
              </a:ext>
            </a:extLst>
          </p:cNvPr>
          <p:cNvSpPr txBox="1"/>
          <p:nvPr>
            <p:custDataLst>
              <p:tags r:id="rId89"/>
            </p:custDataLst>
          </p:nvPr>
        </p:nvSpPr>
        <p:spPr>
          <a:xfrm>
            <a:off x="2632365" y="3241921"/>
            <a:ext cx="1282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 dirty="0">
                <a:solidFill>
                  <a:schemeClr val="dk1"/>
                </a:solidFill>
                <a:latin typeface="Calibri" panose="020F0502020204030204" pitchFamily="34" charset="0"/>
              </a:rPr>
              <a:t>Methodology (Chap 3)</a:t>
            </a:r>
          </a:p>
        </p:txBody>
      </p:sp>
      <p:sp>
        <p:nvSpPr>
          <p:cNvPr id="72" name="OTLSHAPE_T_d5a5bb26c385461dbca5613eb57071be_JoinedDate">
            <a:extLst>
              <a:ext uri="{FF2B5EF4-FFF2-40B4-BE49-F238E27FC236}">
                <a16:creationId xmlns:a16="http://schemas.microsoft.com/office/drawing/2014/main" id="{20978DF2-465E-CF7A-0968-4730F457444C}"/>
              </a:ext>
            </a:extLst>
          </p:cNvPr>
          <p:cNvSpPr txBox="1"/>
          <p:nvPr>
            <p:custDataLst>
              <p:tags r:id="rId90"/>
            </p:custDataLst>
          </p:nvPr>
        </p:nvSpPr>
        <p:spPr>
          <a:xfrm>
            <a:off x="4972091" y="3249668"/>
            <a:ext cx="774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30 - Feb 26</a:t>
            </a:r>
          </a:p>
        </p:txBody>
      </p:sp>
      <p:sp>
        <p:nvSpPr>
          <p:cNvPr id="73" name="OTLSHAPE_T_d5a5bb26c385461dbca5613eb57071be_TextPercentage" hidden="1">
            <a:extLst>
              <a:ext uri="{FF2B5EF4-FFF2-40B4-BE49-F238E27FC236}">
                <a16:creationId xmlns:a16="http://schemas.microsoft.com/office/drawing/2014/main" id="{E94775DB-2DFA-5E96-CEE8-2B54CFAAE3FF}"/>
              </a:ext>
            </a:extLst>
          </p:cNvPr>
          <p:cNvSpPr txBox="1"/>
          <p:nvPr>
            <p:custDataLst>
              <p:tags r:id="rId9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74" name="OTLSHAPE_T_d5a5bb26c385461dbca5613eb57071be_Variance" hidden="1">
            <a:extLst>
              <a:ext uri="{FF2B5EF4-FFF2-40B4-BE49-F238E27FC236}">
                <a16:creationId xmlns:a16="http://schemas.microsoft.com/office/drawing/2014/main" id="{0C9A0C3B-4CC6-4386-5644-CCF56D1DA83C}"/>
              </a:ext>
            </a:extLst>
          </p:cNvPr>
          <p:cNvSpPr txBox="1"/>
          <p:nvPr>
            <p:custDataLst>
              <p:tags r:id="rId9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78" name="OTLSHAPE_T_5fdc09349af84e928a69e94ebcd5e01c_Duration" hidden="1">
            <a:extLst>
              <a:ext uri="{FF2B5EF4-FFF2-40B4-BE49-F238E27FC236}">
                <a16:creationId xmlns:a16="http://schemas.microsoft.com/office/drawing/2014/main" id="{24B3461C-9A7C-CB12-C12C-CF03A7748B00}"/>
              </a:ext>
            </a:extLst>
          </p:cNvPr>
          <p:cNvSpPr txBox="1"/>
          <p:nvPr>
            <p:custDataLst>
              <p:tags r:id="rId93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 days</a:t>
            </a:r>
          </a:p>
        </p:txBody>
      </p:sp>
      <p:sp>
        <p:nvSpPr>
          <p:cNvPr id="79" name="OTLSHAPE_T_5fdc09349af84e928a69e94ebcd5e01c_StartDate" hidden="1">
            <a:extLst>
              <a:ext uri="{FF2B5EF4-FFF2-40B4-BE49-F238E27FC236}">
                <a16:creationId xmlns:a16="http://schemas.microsoft.com/office/drawing/2014/main" id="{52E50519-4448-3FF0-37FF-AC7863A8B24C}"/>
              </a:ext>
            </a:extLst>
          </p:cNvPr>
          <p:cNvSpPr txBox="1"/>
          <p:nvPr>
            <p:custDataLst>
              <p:tags r:id="rId9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OTLSHAPE_T_5fdc09349af84e928a69e94ebcd5e01c_EndDate" hidden="1">
            <a:extLst>
              <a:ext uri="{FF2B5EF4-FFF2-40B4-BE49-F238E27FC236}">
                <a16:creationId xmlns:a16="http://schemas.microsoft.com/office/drawing/2014/main" id="{B48261EC-07D5-6DB6-01B4-00A8CBD61D99}"/>
              </a:ext>
            </a:extLst>
          </p:cNvPr>
          <p:cNvSpPr txBox="1"/>
          <p:nvPr>
            <p:custDataLst>
              <p:tags r:id="rId9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1" name="OTLSHAPE_T_5fdc09349af84e928a69e94ebcd5e01c_Title">
            <a:extLst>
              <a:ext uri="{FF2B5EF4-FFF2-40B4-BE49-F238E27FC236}">
                <a16:creationId xmlns:a16="http://schemas.microsoft.com/office/drawing/2014/main" id="{F16094A0-8836-3226-A7CD-13AF33E2E367}"/>
              </a:ext>
            </a:extLst>
          </p:cNvPr>
          <p:cNvSpPr txBox="1"/>
          <p:nvPr>
            <p:custDataLst>
              <p:tags r:id="rId96"/>
            </p:custDataLst>
          </p:nvPr>
        </p:nvSpPr>
        <p:spPr>
          <a:xfrm>
            <a:off x="3605044" y="3558625"/>
            <a:ext cx="1270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Project A Presentation</a:t>
            </a:r>
          </a:p>
        </p:txBody>
      </p:sp>
      <p:sp>
        <p:nvSpPr>
          <p:cNvPr id="82" name="OTLSHAPE_T_5fdc09349af84e928a69e94ebcd5e01c_JoinedDate">
            <a:extLst>
              <a:ext uri="{FF2B5EF4-FFF2-40B4-BE49-F238E27FC236}">
                <a16:creationId xmlns:a16="http://schemas.microsoft.com/office/drawing/2014/main" id="{FBCC9A39-6AA3-30B4-855B-21231FB5FCEA}"/>
              </a:ext>
            </a:extLst>
          </p:cNvPr>
          <p:cNvSpPr txBox="1"/>
          <p:nvPr>
            <p:custDataLst>
              <p:tags r:id="rId97"/>
            </p:custDataLst>
          </p:nvPr>
        </p:nvSpPr>
        <p:spPr>
          <a:xfrm>
            <a:off x="5248487" y="356637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Feb 27 - Mar 6</a:t>
            </a:r>
          </a:p>
        </p:txBody>
      </p:sp>
      <p:sp>
        <p:nvSpPr>
          <p:cNvPr id="83" name="OTLSHAPE_T_5fdc09349af84e928a69e94ebcd5e01c_TextPercentage" hidden="1">
            <a:extLst>
              <a:ext uri="{FF2B5EF4-FFF2-40B4-BE49-F238E27FC236}">
                <a16:creationId xmlns:a16="http://schemas.microsoft.com/office/drawing/2014/main" id="{DCBEEB75-4EB5-C07F-38BE-16CC0CF0C0C1}"/>
              </a:ext>
            </a:extLst>
          </p:cNvPr>
          <p:cNvSpPr txBox="1"/>
          <p:nvPr>
            <p:custDataLst>
              <p:tags r:id="rId9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84" name="OTLSHAPE_T_5fdc09349af84e928a69e94ebcd5e01c_Variance" hidden="1">
            <a:extLst>
              <a:ext uri="{FF2B5EF4-FFF2-40B4-BE49-F238E27FC236}">
                <a16:creationId xmlns:a16="http://schemas.microsoft.com/office/drawing/2014/main" id="{2AB74808-88D8-F063-276B-A419FD9CA808}"/>
              </a:ext>
            </a:extLst>
          </p:cNvPr>
          <p:cNvSpPr txBox="1"/>
          <p:nvPr>
            <p:custDataLst>
              <p:tags r:id="rId9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OTLSHAPE_T_29952edd050c4301a590f824eb7f55f0_Duration" hidden="1">
            <a:extLst>
              <a:ext uri="{FF2B5EF4-FFF2-40B4-BE49-F238E27FC236}">
                <a16:creationId xmlns:a16="http://schemas.microsoft.com/office/drawing/2014/main" id="{573E60B9-7EEA-D949-5503-355DE08800E3}"/>
              </a:ext>
            </a:extLst>
          </p:cNvPr>
          <p:cNvSpPr txBox="1"/>
          <p:nvPr>
            <p:custDataLst>
              <p:tags r:id="rId100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25 days</a:t>
            </a:r>
          </a:p>
        </p:txBody>
      </p:sp>
      <p:sp>
        <p:nvSpPr>
          <p:cNvPr id="89" name="OTLSHAPE_T_29952edd050c4301a590f824eb7f55f0_StartDate" hidden="1">
            <a:extLst>
              <a:ext uri="{FF2B5EF4-FFF2-40B4-BE49-F238E27FC236}">
                <a16:creationId xmlns:a16="http://schemas.microsoft.com/office/drawing/2014/main" id="{CDD0BA7C-AC69-FD76-7759-17E7B320A103}"/>
              </a:ext>
            </a:extLst>
          </p:cNvPr>
          <p:cNvSpPr txBox="1"/>
          <p:nvPr>
            <p:custDataLst>
              <p:tags r:id="rId10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OTLSHAPE_T_29952edd050c4301a590f824eb7f55f0_EndDate" hidden="1">
            <a:extLst>
              <a:ext uri="{FF2B5EF4-FFF2-40B4-BE49-F238E27FC236}">
                <a16:creationId xmlns:a16="http://schemas.microsoft.com/office/drawing/2014/main" id="{6177D3D1-E940-8F70-4234-568EEF303DCC}"/>
              </a:ext>
            </a:extLst>
          </p:cNvPr>
          <p:cNvSpPr txBox="1"/>
          <p:nvPr>
            <p:custDataLst>
              <p:tags r:id="rId10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OTLSHAPE_T_29952edd050c4301a590f824eb7f55f0_Title">
            <a:extLst>
              <a:ext uri="{FF2B5EF4-FFF2-40B4-BE49-F238E27FC236}">
                <a16:creationId xmlns:a16="http://schemas.microsoft.com/office/drawing/2014/main" id="{70F0265C-B70B-4400-DDB4-5C29A8477920}"/>
              </a:ext>
            </a:extLst>
          </p:cNvPr>
          <p:cNvSpPr txBox="1"/>
          <p:nvPr>
            <p:custDataLst>
              <p:tags r:id="rId103"/>
            </p:custDataLst>
          </p:nvPr>
        </p:nvSpPr>
        <p:spPr>
          <a:xfrm>
            <a:off x="4324047" y="3897044"/>
            <a:ext cx="901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Analysis</a:t>
            </a:r>
          </a:p>
        </p:txBody>
      </p:sp>
      <p:sp>
        <p:nvSpPr>
          <p:cNvPr id="92" name="OTLSHAPE_T_29952edd050c4301a590f824eb7f55f0_JoinedDate">
            <a:extLst>
              <a:ext uri="{FF2B5EF4-FFF2-40B4-BE49-F238E27FC236}">
                <a16:creationId xmlns:a16="http://schemas.microsoft.com/office/drawing/2014/main" id="{570D6F47-CF32-637D-448E-72B0B87180D4}"/>
              </a:ext>
            </a:extLst>
          </p:cNvPr>
          <p:cNvSpPr txBox="1"/>
          <p:nvPr>
            <p:custDataLst>
              <p:tags r:id="rId104"/>
            </p:custDataLst>
          </p:nvPr>
        </p:nvSpPr>
        <p:spPr>
          <a:xfrm>
            <a:off x="6457722" y="3904791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2">
                <a:solidFill>
                  <a:srgbClr val="0E2841"/>
                </a:solidFill>
                <a:latin typeface="Calibri" panose="020F0502020204030204" pitchFamily="34" charset="0"/>
              </a:rPr>
              <a:t>Mar 9 - Apr 10</a:t>
            </a:r>
          </a:p>
        </p:txBody>
      </p:sp>
      <p:sp>
        <p:nvSpPr>
          <p:cNvPr id="93" name="OTLSHAPE_T_29952edd050c4301a590f824eb7f55f0_TextPercentage" hidden="1">
            <a:extLst>
              <a:ext uri="{FF2B5EF4-FFF2-40B4-BE49-F238E27FC236}">
                <a16:creationId xmlns:a16="http://schemas.microsoft.com/office/drawing/2014/main" id="{1196CE6D-AC8D-CBFE-8AD9-CD4234530DBA}"/>
              </a:ext>
            </a:extLst>
          </p:cNvPr>
          <p:cNvSpPr txBox="1"/>
          <p:nvPr>
            <p:custDataLst>
              <p:tags r:id="rId10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OTLSHAPE_T_29952edd050c4301a590f824eb7f55f0_Variance" hidden="1">
            <a:extLst>
              <a:ext uri="{FF2B5EF4-FFF2-40B4-BE49-F238E27FC236}">
                <a16:creationId xmlns:a16="http://schemas.microsoft.com/office/drawing/2014/main" id="{D16C6F53-6B47-A317-65CE-6EDF73CEB31F}"/>
              </a:ext>
            </a:extLst>
          </p:cNvPr>
          <p:cNvSpPr txBox="1"/>
          <p:nvPr>
            <p:custDataLst>
              <p:tags r:id="rId10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98" name="OTLSHAPE_T_d87fcdcb71734600ad1434170b7f322b_Duration" hidden="1">
            <a:extLst>
              <a:ext uri="{FF2B5EF4-FFF2-40B4-BE49-F238E27FC236}">
                <a16:creationId xmlns:a16="http://schemas.microsoft.com/office/drawing/2014/main" id="{44D680FD-BCB8-4B72-DE84-3D62FAE5999A}"/>
              </a:ext>
            </a:extLst>
          </p:cNvPr>
          <p:cNvSpPr txBox="1"/>
          <p:nvPr>
            <p:custDataLst>
              <p:tags r:id="rId107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60 days</a:t>
            </a:r>
          </a:p>
        </p:txBody>
      </p:sp>
      <p:sp>
        <p:nvSpPr>
          <p:cNvPr id="99" name="OTLSHAPE_T_d87fcdcb71734600ad1434170b7f322b_StartDate" hidden="1">
            <a:extLst>
              <a:ext uri="{FF2B5EF4-FFF2-40B4-BE49-F238E27FC236}">
                <a16:creationId xmlns:a16="http://schemas.microsoft.com/office/drawing/2014/main" id="{76CBEA2F-BCDB-498D-08BF-14383EDABA41}"/>
              </a:ext>
            </a:extLst>
          </p:cNvPr>
          <p:cNvSpPr txBox="1"/>
          <p:nvPr>
            <p:custDataLst>
              <p:tags r:id="rId10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0" name="OTLSHAPE_T_d87fcdcb71734600ad1434170b7f322b_EndDate" hidden="1">
            <a:extLst>
              <a:ext uri="{FF2B5EF4-FFF2-40B4-BE49-F238E27FC236}">
                <a16:creationId xmlns:a16="http://schemas.microsoft.com/office/drawing/2014/main" id="{DD60AD3A-8C67-35F1-25BC-EA6F26D06E7D}"/>
              </a:ext>
            </a:extLst>
          </p:cNvPr>
          <p:cNvSpPr txBox="1"/>
          <p:nvPr>
            <p:custDataLst>
              <p:tags r:id="rId10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OTLSHAPE_T_d87fcdcb71734600ad1434170b7f322b_Title">
            <a:extLst>
              <a:ext uri="{FF2B5EF4-FFF2-40B4-BE49-F238E27FC236}">
                <a16:creationId xmlns:a16="http://schemas.microsoft.com/office/drawing/2014/main" id="{7311973F-2772-D994-9D0D-8B855E7CD39A}"/>
              </a:ext>
            </a:extLst>
          </p:cNvPr>
          <p:cNvSpPr txBox="1"/>
          <p:nvPr>
            <p:custDataLst>
              <p:tags r:id="rId110"/>
            </p:custDataLst>
          </p:nvPr>
        </p:nvSpPr>
        <p:spPr>
          <a:xfrm>
            <a:off x="5562444" y="4228608"/>
            <a:ext cx="838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Coding</a:t>
            </a:r>
          </a:p>
        </p:txBody>
      </p:sp>
      <p:sp>
        <p:nvSpPr>
          <p:cNvPr id="102" name="OTLSHAPE_T_d87fcdcb71734600ad1434170b7f322b_JoinedDate">
            <a:extLst>
              <a:ext uri="{FF2B5EF4-FFF2-40B4-BE49-F238E27FC236}">
                <a16:creationId xmlns:a16="http://schemas.microsoft.com/office/drawing/2014/main" id="{12A03696-2661-F1EC-183D-E5420D671A3D}"/>
              </a:ext>
            </a:extLst>
          </p:cNvPr>
          <p:cNvSpPr txBox="1"/>
          <p:nvPr>
            <p:custDataLst>
              <p:tags r:id="rId111"/>
            </p:custDataLst>
          </p:nvPr>
        </p:nvSpPr>
        <p:spPr>
          <a:xfrm>
            <a:off x="9359886" y="4236355"/>
            <a:ext cx="673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Apr 12 - Jul 3</a:t>
            </a:r>
          </a:p>
        </p:txBody>
      </p:sp>
      <p:sp>
        <p:nvSpPr>
          <p:cNvPr id="103" name="OTLSHAPE_T_d87fcdcb71734600ad1434170b7f322b_TextPercentage" hidden="1">
            <a:extLst>
              <a:ext uri="{FF2B5EF4-FFF2-40B4-BE49-F238E27FC236}">
                <a16:creationId xmlns:a16="http://schemas.microsoft.com/office/drawing/2014/main" id="{88D66C30-4F32-DFB4-91D4-94568016EEC6}"/>
              </a:ext>
            </a:extLst>
          </p:cNvPr>
          <p:cNvSpPr txBox="1"/>
          <p:nvPr>
            <p:custDataLst>
              <p:tags r:id="rId11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OTLSHAPE_T_d87fcdcb71734600ad1434170b7f322b_Variance" hidden="1">
            <a:extLst>
              <a:ext uri="{FF2B5EF4-FFF2-40B4-BE49-F238E27FC236}">
                <a16:creationId xmlns:a16="http://schemas.microsoft.com/office/drawing/2014/main" id="{101680EC-5BD5-2993-78E8-E58B4DA66757}"/>
              </a:ext>
            </a:extLst>
          </p:cNvPr>
          <p:cNvSpPr txBox="1"/>
          <p:nvPr>
            <p:custDataLst>
              <p:tags r:id="rId11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OTLSHAPE_T_f4f90ce8d3ec45dabff76366e02ac402_Duration" hidden="1">
            <a:extLst>
              <a:ext uri="{FF2B5EF4-FFF2-40B4-BE49-F238E27FC236}">
                <a16:creationId xmlns:a16="http://schemas.microsoft.com/office/drawing/2014/main" id="{CC13B546-E6F1-9077-7AEB-C622346AEE00}"/>
              </a:ext>
            </a:extLst>
          </p:cNvPr>
          <p:cNvSpPr txBox="1"/>
          <p:nvPr>
            <p:custDataLst>
              <p:tags r:id="rId114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15 days</a:t>
            </a:r>
          </a:p>
        </p:txBody>
      </p:sp>
      <p:sp>
        <p:nvSpPr>
          <p:cNvPr id="109" name="OTLSHAPE_T_f4f90ce8d3ec45dabff76366e02ac402_StartDate" hidden="1">
            <a:extLst>
              <a:ext uri="{FF2B5EF4-FFF2-40B4-BE49-F238E27FC236}">
                <a16:creationId xmlns:a16="http://schemas.microsoft.com/office/drawing/2014/main" id="{D842E173-8DE6-97A5-A3FE-D7F4BCC04437}"/>
              </a:ext>
            </a:extLst>
          </p:cNvPr>
          <p:cNvSpPr txBox="1"/>
          <p:nvPr>
            <p:custDataLst>
              <p:tags r:id="rId11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OTLSHAPE_T_f4f90ce8d3ec45dabff76366e02ac402_EndDate" hidden="1">
            <a:extLst>
              <a:ext uri="{FF2B5EF4-FFF2-40B4-BE49-F238E27FC236}">
                <a16:creationId xmlns:a16="http://schemas.microsoft.com/office/drawing/2014/main" id="{95F4F286-320E-3458-A5F2-49532D267F1F}"/>
              </a:ext>
            </a:extLst>
          </p:cNvPr>
          <p:cNvSpPr txBox="1"/>
          <p:nvPr>
            <p:custDataLst>
              <p:tags r:id="rId11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OTLSHAPE_T_f4f90ce8d3ec45dabff76366e02ac402_Title">
            <a:extLst>
              <a:ext uri="{FF2B5EF4-FFF2-40B4-BE49-F238E27FC236}">
                <a16:creationId xmlns:a16="http://schemas.microsoft.com/office/drawing/2014/main" id="{FF6E6876-99A1-2F2F-DE86-36A492F3D7A8}"/>
              </a:ext>
            </a:extLst>
          </p:cNvPr>
          <p:cNvSpPr txBox="1"/>
          <p:nvPr>
            <p:custDataLst>
              <p:tags r:id="rId117"/>
            </p:custDataLst>
          </p:nvPr>
        </p:nvSpPr>
        <p:spPr>
          <a:xfrm>
            <a:off x="8172678" y="4547227"/>
            <a:ext cx="1130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10">
                <a:solidFill>
                  <a:schemeClr val="dk1"/>
                </a:solidFill>
                <a:latin typeface="Calibri" panose="020F0502020204030204" pitchFamily="34" charset="0"/>
              </a:rPr>
              <a:t>Testing &amp; Validation</a:t>
            </a:r>
          </a:p>
        </p:txBody>
      </p:sp>
      <p:sp>
        <p:nvSpPr>
          <p:cNvPr id="112" name="OTLSHAPE_T_f4f90ce8d3ec45dabff76366e02ac402_JoinedDate">
            <a:extLst>
              <a:ext uri="{FF2B5EF4-FFF2-40B4-BE49-F238E27FC236}">
                <a16:creationId xmlns:a16="http://schemas.microsoft.com/office/drawing/2014/main" id="{128C4F18-4367-DCA9-028F-3C25E883E7F9}"/>
              </a:ext>
            </a:extLst>
          </p:cNvPr>
          <p:cNvSpPr txBox="1"/>
          <p:nvPr>
            <p:custDataLst>
              <p:tags r:id="rId118"/>
            </p:custDataLst>
          </p:nvPr>
        </p:nvSpPr>
        <p:spPr>
          <a:xfrm>
            <a:off x="10085427" y="4554974"/>
            <a:ext cx="622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5 - Jul 24</a:t>
            </a:r>
          </a:p>
        </p:txBody>
      </p:sp>
      <p:sp>
        <p:nvSpPr>
          <p:cNvPr id="113" name="OTLSHAPE_T_f4f90ce8d3ec45dabff76366e02ac402_TextPercentage" hidden="1">
            <a:extLst>
              <a:ext uri="{FF2B5EF4-FFF2-40B4-BE49-F238E27FC236}">
                <a16:creationId xmlns:a16="http://schemas.microsoft.com/office/drawing/2014/main" id="{ED99045D-4411-A06A-EBA5-B553C15C4533}"/>
              </a:ext>
            </a:extLst>
          </p:cNvPr>
          <p:cNvSpPr txBox="1"/>
          <p:nvPr>
            <p:custDataLst>
              <p:tags r:id="rId11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14" name="OTLSHAPE_T_f4f90ce8d3ec45dabff76366e02ac402_Variance" hidden="1">
            <a:extLst>
              <a:ext uri="{FF2B5EF4-FFF2-40B4-BE49-F238E27FC236}">
                <a16:creationId xmlns:a16="http://schemas.microsoft.com/office/drawing/2014/main" id="{8169D081-9E5D-6C1F-C00D-7D448840EFF1}"/>
              </a:ext>
            </a:extLst>
          </p:cNvPr>
          <p:cNvSpPr txBox="1"/>
          <p:nvPr>
            <p:custDataLst>
              <p:tags r:id="rId12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18" name="OTLSHAPE_T_4276c4fd585d42dd8330adf7f247db63_Duration" hidden="1">
            <a:extLst>
              <a:ext uri="{FF2B5EF4-FFF2-40B4-BE49-F238E27FC236}">
                <a16:creationId xmlns:a16="http://schemas.microsoft.com/office/drawing/2014/main" id="{A7108D1C-E4AF-CDF4-DEEB-68EDF38ABE12}"/>
              </a:ext>
            </a:extLst>
          </p:cNvPr>
          <p:cNvSpPr txBox="1"/>
          <p:nvPr>
            <p:custDataLst>
              <p:tags r:id="rId121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119" name="OTLSHAPE_T_4276c4fd585d42dd8330adf7f247db63_StartDate" hidden="1">
            <a:extLst>
              <a:ext uri="{FF2B5EF4-FFF2-40B4-BE49-F238E27FC236}">
                <a16:creationId xmlns:a16="http://schemas.microsoft.com/office/drawing/2014/main" id="{7A2DAEBA-0A6E-F354-5D4C-C469E7C7DBF2}"/>
              </a:ext>
            </a:extLst>
          </p:cNvPr>
          <p:cNvSpPr txBox="1"/>
          <p:nvPr>
            <p:custDataLst>
              <p:tags r:id="rId12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0" name="OTLSHAPE_T_4276c4fd585d42dd8330adf7f247db63_EndDate" hidden="1">
            <a:extLst>
              <a:ext uri="{FF2B5EF4-FFF2-40B4-BE49-F238E27FC236}">
                <a16:creationId xmlns:a16="http://schemas.microsoft.com/office/drawing/2014/main" id="{310DA248-BA10-B585-04A3-FF2F52F9C603}"/>
              </a:ext>
            </a:extLst>
          </p:cNvPr>
          <p:cNvSpPr txBox="1"/>
          <p:nvPr>
            <p:custDataLst>
              <p:tags r:id="rId12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OTLSHAPE_T_4276c4fd585d42dd8330adf7f247db63_Title">
            <a:extLst>
              <a:ext uri="{FF2B5EF4-FFF2-40B4-BE49-F238E27FC236}">
                <a16:creationId xmlns:a16="http://schemas.microsoft.com/office/drawing/2014/main" id="{6473EE06-C014-321F-B483-8C993FF85F59}"/>
              </a:ext>
            </a:extLst>
          </p:cNvPr>
          <p:cNvSpPr txBox="1"/>
          <p:nvPr>
            <p:custDataLst>
              <p:tags r:id="rId124"/>
            </p:custDataLst>
          </p:nvPr>
        </p:nvSpPr>
        <p:spPr>
          <a:xfrm>
            <a:off x="8316540" y="4864379"/>
            <a:ext cx="17399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>
                <a:solidFill>
                  <a:schemeClr val="dk1"/>
                </a:solidFill>
                <a:latin typeface="Calibri" panose="020F0502020204030204" pitchFamily="34" charset="0"/>
              </a:rPr>
              <a:t>Deployment &amp; Documentation</a:t>
            </a:r>
          </a:p>
        </p:txBody>
      </p:sp>
      <p:sp>
        <p:nvSpPr>
          <p:cNvPr id="122" name="OTLSHAPE_T_4276c4fd585d42dd8330adf7f247db63_JoinedDate">
            <a:extLst>
              <a:ext uri="{FF2B5EF4-FFF2-40B4-BE49-F238E27FC236}">
                <a16:creationId xmlns:a16="http://schemas.microsoft.com/office/drawing/2014/main" id="{DC17D91D-40DA-BA30-AEE6-0FFEE7057509}"/>
              </a:ext>
            </a:extLst>
          </p:cNvPr>
          <p:cNvSpPr txBox="1"/>
          <p:nvPr>
            <p:custDataLst>
              <p:tags r:id="rId125"/>
            </p:custDataLst>
          </p:nvPr>
        </p:nvSpPr>
        <p:spPr>
          <a:xfrm>
            <a:off x="10569122" y="4872126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26 - Aug 7</a:t>
            </a:r>
          </a:p>
        </p:txBody>
      </p:sp>
      <p:sp>
        <p:nvSpPr>
          <p:cNvPr id="123" name="OTLSHAPE_T_4276c4fd585d42dd8330adf7f247db63_TextPercentage" hidden="1">
            <a:extLst>
              <a:ext uri="{FF2B5EF4-FFF2-40B4-BE49-F238E27FC236}">
                <a16:creationId xmlns:a16="http://schemas.microsoft.com/office/drawing/2014/main" id="{2DEF0D58-6EF8-E7E8-0CCE-EC6B08A088F9}"/>
              </a:ext>
            </a:extLst>
          </p:cNvPr>
          <p:cNvSpPr txBox="1"/>
          <p:nvPr>
            <p:custDataLst>
              <p:tags r:id="rId12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24" name="OTLSHAPE_T_4276c4fd585d42dd8330adf7f247db63_Variance" hidden="1">
            <a:extLst>
              <a:ext uri="{FF2B5EF4-FFF2-40B4-BE49-F238E27FC236}">
                <a16:creationId xmlns:a16="http://schemas.microsoft.com/office/drawing/2014/main" id="{763E099D-2854-D73C-C9AB-9A77B93A555A}"/>
              </a:ext>
            </a:extLst>
          </p:cNvPr>
          <p:cNvSpPr txBox="1"/>
          <p:nvPr>
            <p:custDataLst>
              <p:tags r:id="rId12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7784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Cambria"/>
                <a:cs typeface="Cambria"/>
              </a:rPr>
              <a:t>Systems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Manual Systems: Standard paper-based MOH registers.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Open MRS: Comprehensive but resource-heavy open-source EMR.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Commercial LIMS: Feature-rich but high-cost proprietary software.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Kenya EMR: National standard for HIV/TB tracking.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Limitations: High maintenance and complexity issues.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Cloud Solutions: Scalable but require constant internet.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"/>
                <a:cs typeface="Cambria"/>
              </a:rPr>
              <a:t>Hybrid Models: Combining offline data with syncing.</a:t>
            </a:r>
          </a:p>
          <a:p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  <a:p>
            <a:pPr algn="ctr"/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LITERATURE REVIEW cont.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DC8B96-20CD-AE09-A46F-B8A40039F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693" y="2407185"/>
            <a:ext cx="9601196" cy="33189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Gaps and Justification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Silos: Poor communication between departments.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Inaccuracy: Frequent transcription errors in manual logs.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Cost Barrier: High licensing fees for hospitals.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Complexity: Systems often too difficult for staff.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Reporting Delays: Slow aggregation of MOH reports.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Storage Issues: Physical space for paper archives.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Proposed Solution: Affordable, user-friendly, digital LIMS.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METHODOLOGY/DEVELOPMENT TOOLS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pPr marL="0" lv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Agile Methodology: Iterative and incremental development.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Key Phases: Concept, Inception, Sprints, and Transition.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Modeling Tools: Use Case, Flowcharts, and DFDs.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Design Platform: Lucid chart and Visual Paradigm.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Software Stack: PHP/Laravel, MySQL, and XAMPP.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Development IDE: Visual Studio Code and GitHub.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US" sz="2400" dirty="0">
                <a:latin typeface="Cambria"/>
                <a:cs typeface="Cambria"/>
              </a:rPr>
              <a:t>Testing: Unit testing and User Acceptance (UAT).</a:t>
            </a: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SYSTEM ANALYSIS AND REQUIREMENTS MODELING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pPr marL="0" indent="0">
              <a:buNone/>
            </a:pPr>
            <a:r>
              <a:rPr lang="en-US" sz="2400" b="1" dirty="0">
                <a:latin typeface="Cambria"/>
                <a:cs typeface="Cambria"/>
              </a:rPr>
              <a:t>System Analysis</a:t>
            </a:r>
          </a:p>
          <a:p>
            <a:r>
              <a:rPr lang="en-US" sz="2400" dirty="0">
                <a:latin typeface="Cambria"/>
                <a:cs typeface="Cambria"/>
              </a:rPr>
              <a:t>Problem Analysis: Identified manual system bottlenecks.</a:t>
            </a:r>
          </a:p>
          <a:p>
            <a:r>
              <a:rPr lang="en-US" sz="2400" dirty="0">
                <a:latin typeface="Cambria"/>
                <a:cs typeface="Cambria"/>
              </a:rPr>
              <a:t>Fact-Finding: Used interviews and direct observation.</a:t>
            </a:r>
          </a:p>
          <a:p>
            <a:r>
              <a:rPr lang="en-US" sz="2400" dirty="0">
                <a:latin typeface="Cambria"/>
                <a:cs typeface="Cambria"/>
              </a:rPr>
              <a:t>Target Site: Yala Sub-County Hospital laboratory.</a:t>
            </a:r>
          </a:p>
          <a:p>
            <a:r>
              <a:rPr lang="en-US" sz="2400" dirty="0">
                <a:latin typeface="Cambria"/>
                <a:cs typeface="Cambria"/>
              </a:rPr>
              <a:t>Data Analysis: Reviewing existing MOH registers/forms.</a:t>
            </a:r>
          </a:p>
          <a:p>
            <a:r>
              <a:rPr lang="en-US" sz="2400" dirty="0">
                <a:latin typeface="Cambria"/>
                <a:cs typeface="Cambria"/>
              </a:rPr>
              <a:t>Feasibility Study: Technical, operational, and economic checks.</a:t>
            </a:r>
          </a:p>
          <a:p>
            <a:r>
              <a:rPr lang="en-US" sz="2400" dirty="0">
                <a:latin typeface="Cambria"/>
                <a:cs typeface="Cambria"/>
              </a:rPr>
              <a:t>User Profiles: Clinicians, lab techs, and administrators.</a:t>
            </a:r>
          </a:p>
          <a:p>
            <a:r>
              <a:rPr lang="en-US" sz="2400" dirty="0">
                <a:latin typeface="Cambria"/>
                <a:cs typeface="Cambria"/>
              </a:rPr>
              <a:t>Process Mapping: Documenting current paper-based workflow.</a:t>
            </a: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SYSTEM ANALYSIS AND REQUIREMENTS MODELING cont.’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pPr marL="0" indent="0">
              <a:buNone/>
            </a:pPr>
            <a:r>
              <a:rPr lang="en-US" sz="2400" b="1" dirty="0">
                <a:latin typeface="Cambria"/>
                <a:cs typeface="Cambria"/>
              </a:rPr>
              <a:t> Requirement Modeling</a:t>
            </a:r>
          </a:p>
          <a:p>
            <a:r>
              <a:rPr lang="en-US" sz="2400" dirty="0">
                <a:latin typeface="Cambria"/>
                <a:cs typeface="Cambria"/>
              </a:rPr>
              <a:t>Functional Needs: Test ordering and result reporting.</a:t>
            </a:r>
          </a:p>
          <a:p>
            <a:r>
              <a:rPr lang="en-US" sz="2400" dirty="0">
                <a:latin typeface="Cambria"/>
                <a:cs typeface="Cambria"/>
              </a:rPr>
              <a:t>Non-Functional: Security, reliability, and system speed.</a:t>
            </a:r>
          </a:p>
          <a:p>
            <a:r>
              <a:rPr lang="en-US" sz="2400" dirty="0">
                <a:latin typeface="Cambria"/>
                <a:cs typeface="Cambria"/>
              </a:rPr>
              <a:t>Modeling Language: Unified Modeling Language (UML).</a:t>
            </a:r>
          </a:p>
          <a:p>
            <a:r>
              <a:rPr lang="en-US" sz="2400" dirty="0">
                <a:latin typeface="Cambria"/>
                <a:cs typeface="Cambria"/>
              </a:rPr>
              <a:t>Use Cases: Defined primary actor-system interactions.</a:t>
            </a:r>
          </a:p>
          <a:p>
            <a:r>
              <a:rPr lang="en-US" sz="2400" dirty="0">
                <a:latin typeface="Cambria"/>
                <a:cs typeface="Cambria"/>
              </a:rPr>
              <a:t>Data Flow: Level 0 and Level 1 DFDs.</a:t>
            </a:r>
          </a:p>
          <a:p>
            <a:r>
              <a:rPr lang="en-US" sz="2400" dirty="0">
                <a:latin typeface="Cambria"/>
                <a:cs typeface="Cambria"/>
              </a:rPr>
              <a:t>System Logic: Flowcharts for decision-making paths.</a:t>
            </a:r>
          </a:p>
          <a:p>
            <a:r>
              <a:rPr lang="en-US" sz="2400" dirty="0">
                <a:latin typeface="Cambria"/>
                <a:cs typeface="Cambria"/>
              </a:rPr>
              <a:t>Prototype Design: High-fidelity wireframes for UI/UX</a:t>
            </a:r>
            <a:r>
              <a:rPr lang="en-US" sz="2400" b="1" dirty="0">
                <a:latin typeface="Cambria"/>
                <a:cs typeface="Cambr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REFERENCES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MOH Kenya (2020): Laboratory standard guidelines.</a:t>
            </a:r>
          </a:p>
          <a:p>
            <a:r>
              <a:rPr lang="en-US" dirty="0"/>
              <a:t>WHO (2021): Digital health intervention frameworks.</a:t>
            </a:r>
          </a:p>
          <a:p>
            <a:r>
              <a:rPr lang="en-US" dirty="0" err="1"/>
              <a:t>OpenMRS</a:t>
            </a:r>
            <a:r>
              <a:rPr lang="en-US" dirty="0"/>
              <a:t> Community: Documentation for open-source EMR.</a:t>
            </a:r>
          </a:p>
          <a:p>
            <a:r>
              <a:rPr lang="en-US" dirty="0"/>
              <a:t>Sommerville (2016): Software engineering principles and Agile.</a:t>
            </a:r>
          </a:p>
          <a:p>
            <a:r>
              <a:rPr lang="en-US" dirty="0"/>
              <a:t>Kendall &amp; Kendall: Systems analysis and design.</a:t>
            </a:r>
          </a:p>
          <a:p>
            <a:r>
              <a:rPr lang="en-US" dirty="0"/>
              <a:t>IEEE Standards: Documentation for software system requirements.</a:t>
            </a:r>
          </a:p>
          <a:p>
            <a:r>
              <a:rPr lang="en-US" dirty="0"/>
              <a:t>Local Statutes: Kenya Data Protection Act 2019.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0cnVlLCJXaWR0aCI6MC4wLCJIZWlnaHQiOjAuMCwiQm9yZGVyU3R5bGUiOnsiJGlkIjoiNTUiLCJMaW5lQ29sb3IiOm51bGwsIkxpbmVXZWlnaHQiOjAuMCwiTGluZVR5cGUiOjAsIlBhcmVudFN0eWxlIjpudWxsfSwiUGFyZW50U3R5bGUiOm51bGx9LCJMZWZ0RW5kQ2Fwc1N0eWxlIjp7IiRpZCI6IjU2IiwiRm9udFNldHRpbmdzIjp7IiRpZCI6IjU3IiwiRm9udFNpemUiOjE4LCJGb250TmFtZSI6IkNhbGlicmkiLCJJc0JvbGQiOnRydWUsIklzSXRhbGljIjpmYWxzZSwiSXNVbmRlcmxpbmVkIjpmYWxzZSwiUGFyZW50U3R5bGUiOm51bGx9LCJBdXRvU2l6ZSI6MCwiRm9yZWdyb3VuZCI6eyIkaWQiOiI1OCIsIkNvbG9yIjp7IiRpZCI6IjU5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jAiLCJUb3AiOjAuMCwiTGVmdCI6MjAuMCwiUmlnaHQiOjAuMCwiQm90dG9tIjowLjB9LCJQYWRkaW5nIjp7IiRpZCI6IjYxIiwiVG9wIjowLjAsIkxlZnQiOjAuMCwiUmlnaHQiOjAuMCwiQm90dG9tIjowLjB9LCJCYWNrZ3JvdW5kIjp7IiRpZCI6IjYyIiwiQ29sb3IiOnsiJGlkIjoiNjMiLCJBIjoyNTUsIlIiOjIzNywiRyI6MTI1LCJCIjo0OX19LCJJc1Zpc2libGUiOmZhbHNlLCJXaWR0aCI6MC4wLCJIZWlnaHQiOjAuMCwiQm9yZGVyU3R5bGUiOnsiJGlkIjoiNjQiLCJMaW5lQ29sb3IiOm51bGwsIkxpbmVXZWlnaHQiOjAuMCwiTGluZVR5cGUiOjAsIlBhcmVudFN0eWxlIjpudWxsfSwiUGFyZW50U3R5bGUiOm51bGx9LCJUb2RheVRleHRTdHlsZSI6eyIkaWQiOiI2NSIsIkZvbnRTZXR0aW5ncyI6eyIkaWQiOiI2NiIsIkZvbnRTaXplIjoxMiwiRm9udE5hbWUiOiJDYWxpYnJpIiwiSXNCb2xkIjpmYWxzZSwiSXNJdGFsaWMiOmZhbHNlLCJJc1VuZGVybGluZWQiOmZhbHNlLCJQYXJlbnRTdHlsZSI6bnVsbH0sIkF1dG9TaXplIjowLCJGb3JlZ3JvdW5kIjp7IiRpZCI6IjY3IiwiQ29sb3IiOnsiJGlkIjoiNj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kiLCJUb3AiOjAuMCwiTGVmdCI6MC4wLCJSaWdodCI6MC4wLCJCb3R0b20iOjAuMH0sIlBhZGRpbmciOnsiJGlkIjoiNzAiLCJUb3AiOjAuMCwiTGVmdCI6MC4wLCJSaWdodCI6MC4wLCJCb3R0b20iOjAuMH0sIkJhY2tncm91bmQiOnsiJGlkIjoiNzEiLCJDb2xvciI6eyIkaWQiOiI3MiIsIkEiOjI1NSwiUiI6MCwiRyI6MCwiQiI6MH19LCJJc1Zpc2libGUiOnRydWUsIldpZHRoIjowLjAsIkhlaWdodCI6MC4wLCJCb3JkZXJTdHlsZSI6eyIkaWQiOiI3MyIsIkxpbmVDb2xvciI6bnVsbCwiTGluZVdlaWdodCI6MC4wLCJMaW5lVHlwZSI6MCwiUGFyZW50U3R5bGUiOm51bGx9LCJQYXJlbnRTdHlsZSI6bnVsbH0sIlRvZGF5TWFya2VyU3R5bGUiOnsiJGlkIjoiNzQiLCJNYXJnaW4iOnsiJGlkIjoiNzUiLCJUb3AiOjAuMCwiTGVmdCI6MC4wLCJSaWdodCI6MC4wLCJCb3R0b20iOjAuMH0sIlBhZGRpbmciOnsiJGlkIjoiNzYiLCJUb3AiOjAuMCwiTGVmdCI6MC4wLCJSaWdodCI6MC4wLCJCb3R0b20iOjAuMH0sIkJhY2tncm91bmQiOnsiJGlkIjoiNzciLCJDb2xvciI6eyIkaWQiOiI3OCIsIkEiOjI1NSwiUiI6MjU1LCJHIjowLCJCIjowfX0sIklzVmlzaWJsZSI6dHJ1ZSwiV2lkdGgiOjAuMCwiSGVpZ2h0IjowLjAsIkJvcmRlclN0eWxlIjpudWxsLCJQYXJlbnRTdHlsZSI6bnVsbH0sIlNjYWxlU3R5bGUiOnsiJGlkIjoiNzkiLCJTaGFwZSI6MywiU2hvd1NlZ21lbnRTZXBhcmF0b3JzIjp0cnVlLCJTZWdtZW50U2VwYXJhdG9yT3BhY2l0eSI6MzAsIkhhc0JlZW5WaXNpYmxlQmVmb3JlIjpmYWxzZSwiRm9udFNldHRpbmdzIjp7IiRpZCI6IjgwIiwiRm9udFNpemUiOjEyLCJGb250TmFtZSI6IkNhbGlicmkiLCJJc0JvbGQiOmZhbHNlLCJJc0l0YWxpYyI6ZmFsc2UsIklzVW5kZXJsaW5lZCI6ZmFsc2UsIlBhcmVudFN0eWxlIjpudWxsfSwiQXV0b1NpemUiOjAsIkZvcmVncm91bmQiOnsiJGlkIjoiODEiLCJDb2xvciI6eyIkaWQiOiI4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4MyIsIlRvcCI6MC4wLCJMZWZ0Ijo0LjAsIlJpZ2h0Ijo0LjAsIkJvdHRvbSI6MC4wfSwiUGFkZGluZyI6eyIkaWQiOiI4NCIsIlRvcCI6MC4wLCJMZWZ0IjowLjAsIlJpZ2h0IjowLjAsIkJvdHRvbSI6MC4wfSwiQmFja2dyb3VuZCI6eyIkaWQiOiI4NSIsIkNvbG9yIjp7IiRpZCI6Ijg2IiwiQSI6MjU1LCJSIjoxNCwiRyI6NDAsIkIiOjY1fX0sIklzVmlzaWJsZSI6dHJ1ZSwiV2lkdGgiOjAuMCwiSGVpZ2h0IjowLjAsIkJvcmRlclN0eWxlIjp7IiRpZCI6Ijg3IiwiTGluZUNvbG9yIjpudWxsLCJMaW5lV2VpZ2h0IjowLjAsIkxpbmVUeXBlIjowLCJQYXJlbnRTdHlsZSI6bnVsbH0sIlBhcmVudFN0eWxlIjpudWxsfSwiU2luZ2xlU2NhbGVTaGFwZVN0eWxlIjp7IiRpZCI6Ijg4IiwiU2hhcGUiOjAsIkhlaWdodCI6MC4wfSwiTWlkZGxlVGllclNjYWxlU3R5bGUiOnsiJGlkIjoiODkiLCJTaGFwZSI6MywiU2hvd1NlZ21lbnRTZXBhcmF0b3JzIjp0cnVlLCJTZWdtZW50U2VwYXJhdG9yT3BhY2l0eSI6MzAsIkhhc0JlZW5WaXNpYmxlQmVmb3JlIjpmYWxzZSwiRm9udFNldHRpbmdzIjp7IiRpZCI6IjkwIiwiRm9udFNpemUiOjEyLCJGb250TmFtZSI6IkNhbGlicmkiLCJJc0JvbGQiOmZhbHNlLCJJc0l0YWxpYyI6ZmFsc2UsIklzVW5kZXJsaW5lZCI6ZmFsc2UsIlBhcmVudFN0eWxlIjpudWxsfSwiQXV0b1NpemUiOjAsIkZvcmVncm91bmQiOnsiJGlkIjoiOTEiLCJDb2xvciI6eyIkaWQiOiI5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5MyIsIlRvcCI6MC4wLCJMZWZ0Ijo0LjAsIlJpZ2h0Ijo0LjAsIkJvdHRvbSI6MC4wfSwiUGFkZGluZyI6eyIkaWQiOiI5NCIsIlRvcCI6MC4wLCJMZWZ0IjowLjAsIlJpZ2h0IjowLjAsIkJvdHRvbSI6MC4wfSwiQmFja2dyb3VuZCI6eyIkaWQiOiI5NSIsIkNvbG9yIjp7IiRpZCI6Ijk2IiwiQSI6MjU1LCJSIjoxNCwiRyI6NDAsIkIiOjY1fX0sIklzVmlzaWJsZSI6ZmFsc2UsIldpZHRoIjowLjAsIkhlaWdodCI6MC4wLCJCb3JkZXJTdHlsZSI6eyIkaWQiOiI5NyIsIkxpbmVDb2xvciI6bnVsbCwiTGluZVdlaWdodCI6MC4wLCJMaW5lVHlwZSI6MCwiUGFyZW50U3R5bGUiOm51bGx9LCJQYXJlbnRTdHlsZSI6bnVsbH0sIkJvdHRvbVRpZXJTY2FsZVN0eWxlIjp7IiRpZCI6Ijk4IiwiU2hhcGUiOjMsIlNob3dTZWdtZW50U2VwYXJhdG9ycyI6dHJ1ZSwiU2VnbWVudFNlcGFyYXRvck9wYWNpdHkiOjMwLCJIYXNCZWVuVmlzaWJsZUJlZm9yZSI6ZmFsc2UsIkZvbnRTZXR0aW5ncyI6eyIkaWQiOiI5OSIsIkZvbnRTaXplIjoxMiwiRm9udE5hbWUiOiJDYWxpYnJpIiwiSXNCb2xkIjpmYWxzZSwiSXNJdGFsaWMiOmZhbHNlLCJJc1VuZGVybGluZWQiOmZhbHNlLCJQYXJlbnRTdHlsZSI6bnVsbH0sIkF1dG9TaXplIjowLCJGb3JlZ3JvdW5kIjp7IiRpZCI6IjEwMCIsIkNvbG9yIjp7IiRpZCI6IjEwMS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xMDIiLCJUb3AiOjAuMCwiTGVmdCI6NC4wLCJSaWdodCI6NC4wLCJCb3R0b20iOjAuMH0sIlBhZGRpbmciOnsiJGlkIjoiMTAzIiwiVG9wIjowLjAsIkxlZnQiOjAuMCwiUmlnaHQiOjAuMCwiQm90dG9tIjowLjB9LCJCYWNrZ3JvdW5kIjp7IiRpZCI6IjEwNCIsIkNvbG9yIjp7IiRpZCI6IjEwNSIsIkEiOjI1NSwiUiI6MTQsIkciOjQwLCJCIjo2NX19LCJJc1Zpc2libGUiOmZhbHNlLCJXaWR0aCI6MC4wLCJIZWlnaHQiOjAuMCwiQm9yZGVyU3R5bGUiOnsiJGlkIjoiMTA2IiwiTGluZUNvbG9yIjpudWxsLCJMaW5lV2VpZ2h0IjowLjAsIkxpbmVUeXBlIjowLCJQYXJlbnRTdHlsZSI6bnVsbH0sIlBhcmVudFN0eWxlIjpudWxsfSwiRWxhcHNlZFRpbWVCYWNrZ3JvdW5kIjp7IiRpZCI6IjEwNyIsIkNvbG9yIjp7IiRpZCI6IjEwOCIsIkEiOjE5MSwiUiI6MjU1LCJHIjowLCJCIjowfX0sIkFwcGVuZFllYXJPblllYXJDaGFuZ2UiOmZhbHNlLCJFbGFwc2VkVGltZUZvcm1hdCI6MiwiVG9kYXlNYXJrZXJQb3NpdGlvbiI6MywiUXVpY2tQb3NpdGlvbiI6MywiQWJzb2x1dGVQb3NpdGlvbiI6NDA0LjEzNzU0My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2LTA4LTA3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TEtMjFUMDA6MDA6MDAiLCJFbmREYXRlIjoiMjAyNi0wOC0wN1QyMzo1OTowMFoiLCJQZXJjZW50YWdlQ29tcGxldGUiOm51bGwsIlN0eWxlIjp7IiRpZCI6IjEyNDUiLCJTaGFwZSI6MywiU2hhcGVUaGlja25lc3MiOjM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mZhbHNlLCJQZXJjZW50YWdlQ29tcGxldGVTaGFwZU9wYWNpdHkiOjM1LCJCYXNlbGluZVN0eWxlIjp7IiRpZCI6IjEyNzAiLCJTaGFwZVN0eWxlIjp7IiRpZCI6IjEyNzEiLCJNYXJnaW4iOnsiJGlkIjoiMTI3MiIsIlRvcCI6MC4wLCJMZWZ0IjowLjAsIlJpZ2h0IjowLjAsIkJvdHRvbSI6MC4wfSwiUGFkZGluZyI6eyIkaWQiOiIxMjczIiwiVG9wIjowLjAsIkxlZnQiOjAuMCwiUmlnaHQiOjAuMCwiQm90dG9tIjowLjB9LCJCYWNrZ3JvdW5kIjp7IiRpZCI6IjEyNzQiLCJDb2xvciI6eyIkaWQiOiIxMjc1IiwiQSI6MTUzLCJSIjowLCJHIjowLCJCIjowfX0sIklzVmlzaWJsZSI6dHJ1ZSwiV2lkdGgiOjAuMCwiSGVpZ2h0IjowLjAsIkJvcmRlclN0eWxlIjpudWxsLCJQYXJlbnRTdHlsZSI6bnVsbH0sIk1hcmdpbiI6eyIkaWQiOiIxMjc2IiwiVG9wIjowLjAsIkxlZnQiOjAuMCwiUmlnaHQiOjAuMCwiQm90dG9tIjowLjB9LCJQYWRkaW5nIjp7IiRpZCI6IjEyNzciLCJUb3AiOjAuMCwiTGVmdCI6MC4wLCJSaWdodCI6MC4wLCJCb3R0b20iOjAuMH0sIkJhY2tncm91bmQiOm51bGwsIklzVmlzaWJsZSI6dHJ1ZSwiV2lkdGgiOjAuMCwiSGVpZ2h0IjowLjAsIkJvcmRlclN0eWxlIjpudWxsLCJQYXJlbnRTdHlsZSI6bnVsbH0sIlNoYXBlU3R5bGUiOnsiJGlkIjoiMTI3OCIsIk1hcmdpbiI6eyIkaWQiOiIxMjc5IiwiVG9wIjowLjAsIkxlZnQiOjQuMCwiUmlnaHQiOjQuMCwiQm90dG9tIjowLjB9LCJQYWRkaW5nIjp7IiRpZCI6IjEyODAiLCJUb3AiOjAuMCwiTGVmdCI6MC4wLCJSaWdodCI6MC4wLCJCb3R0b20iOjAuMH0sIkJhY2tncm91bmQiOnsiJGlkIjoiMTI4MSIsIkNvbG9yIjp7IiRpZCI6IjEyODIiLCJBIjoyNTUsIlIiOjIxLCJHIjo5NiwiQiI6MTMwfX0sIklzVmlzaWJsZSI6dHJ1ZSwiV2lkdGgiOjAuMCwiSGVpZ2h0IjoyOC43MTk1MDU2MjcyMTE2NzQ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nRydWUsIlZhcmlhbmNlU3R5bGUiOnsiJGlkIjoiMTMwNiIsIlRleHRTdHlsZSI6eyIkaWQiOiIxMzA3IiwiRm9udFNldHRpbmdzIjp7IiRpZCI6IjEzMDgiLCJGb250U2l6ZSI6MTAsIkZvbnROYW1lIjoiQ2FsaWJyaSIsIklzQm9sZCI6ZmFsc2UsIklzSXRhbGljIjpmYWxzZSwiSXNVbmRlcmxpbmVkIjpmYWxzZSwiUGFyZW50U3R5bGUiOm51bGx9LCJBdXRvU2l6ZSI6MCwiRm9yZWdyb3VuZCI6eyIkaWQiOiIxMzA5IiwiQ29sb3IiOnsiJGlkIjoiMTM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xIiwiVG9wIjowLjAsIkxlZnQiOjAuMCwiUmlnaHQiOjAuMCwiQm90dG9tIjowLjB9LCJQYWRkaW5nIjp7IiRpZCI6IjEzMTIiLCJUb3AiOjAuMCwiTGVmdCI6MC4wLCJSaWdodCI6MC4wLCJCb3R0b20iOjAuMH0sIkJhY2tncm91bmQiOnsiJGlkIjoiMTMxMyIsIkNvbG9yIjp7IiRpZCI6IjEzMTQiLCJBIjoyNTUsIlIiOjAsIkciOjAsIkIiOjB9fSwiSXNWaXNpYmxlIjp0cnVlLCJXaWR0aCI6MC4wLCJIZWlnaHQiOjAuMCwiQm9yZGVyU3R5bGUiOnsiJGlkIjoiMTMxNSIsIkxpbmVDb2xvciI6bnVsbCwiTGluZVdlaWdodCI6MC4wLCJMaW5lVHlwZSI6MCwiUGFyZW50U3R5bGUiOm51bGx9LCJQYXJlbnRTdHlsZSI6bnVsbH0sIlBhcmVudFN0eWxlIjpudWxsfSwiUGFyZW50U3R5bGUiOm51bGx9LCJJbmRleCI6MCwiU21hcnREdXJhdGlvbkFjdGl2YXRlZCI6ZmFsc2UsIkRhdGVGb3JtYXQiOnsiJHJlZiI6IjEzMDQifSwiV2Vla051bWJlcmluZyI6eyIkaWQiOiIxMzE2IiwiRm9ybWF0IjowLCJJc1Zpc2libGUiOmZhbHNlLCJMYXN0S25vd25WaXNpYmlsaXR5U3RhdGUiOmZhbHNlfSwiQmFzZWxpbmVEYXRhIjp7IiRpZCI6IjEzMTciLCJTdGFydERhdGUiOiIyMDI1LTExLTIxVDAwOjAwOjAwIiwiRW5kRGF0ZSI6IjIwMjYtMDgtMDdUMjM6NTk6MDAifSwiSWQiOiI3YTZhOWQwOS1jMGZjLTQ1NjAtODExMi05ZWUzNjQ1YTViZTEiLCJJbXBvcnRJZCI6bnVsbCwiVGl0bGUiOiJGdWxsIFN5c3RlbSBEb2N1bWVudGF0aW9uIiwiTm90ZSI6bnVsbCwiSHlwZXJsaW5rIjp7IiRpZCI6IjEzMTgiLCJBZGRyZXNzIjoiIiwiU3ViQWRkcmVzcyI6IiJ9LCJJc0NoYW5nZWQiOmZhbHNlLCJJc05ldyI6ZmFsc2V9LHsiJGlkIjoiMTMxOSIsIkdyb3VwTmFtZSI6bnVsbCwiU3RhcnREYXRlIjoiMjAyNS0xMS0yMVQwMDowMDowMCIsIkVuZERhdGUiOiIyMDI1LTEyLTA0VDIzOjU5OjAwWiIsIlBlcmNlbnRhZ2VDb21wbGV0ZSI6bnVsbCwiU3R5bGUiOnsiJGlkIjoiMTMyMCIsIlNoYXBlIjozLCJTaGFwZVRoaWNrbmVzcyI6MywiRHVyYXRpb25Gb3JtYXQiOjAsIkluY2x1ZGVOb25Xb3JraW5nRGF5c0luRHVyYXRpb24iOmZhbHNlLCJQZXJjZW50YWdlQ29tcGxldGVTdHlsZSI6eyIkaWQiOiIxMzIxIiwiRm9udFNldHRpbmdzIjp7IiRpZCI6IjEzMjIiLCJGb250U2l6ZSI6MTAsIkZvbnROYW1lIjoiQ2FsaWJyaSIsIklzQm9sZCI6ZmFsc2UsIklzSXRhbGljIjpmYWxzZSwiSXNVbmRlcmxpbmVkIjpmYWxzZSwiUGFyZW50U3R5bGUiOm51bGx9LCJBdXRvU2l6ZSI6MCwiRm9yZWdyb3VuZCI6eyIkaWQiOiIxMzIzIiwiQ29sb3IiOnsiJGlkIjoiMTMy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MzI1IiwiVG9wIjowLjAsIkxlZnQiOjAuMCwiUmlnaHQiOjAuMCwiQm90dG9tIjowLjB9LCJQYWRkaW5nIjp7IiRpZCI6IjEzMjYiLCJUb3AiOjAuMCwiTGVmdCI6MC4wLCJSaWdodCI6MC4wLCJCb3R0b20iOjAuMH0sIkJhY2tncm91bmQiOnsiJGlkIjoiMTMyNyIsIkNvbG9yIjp7IiRpZCI6IjEzMjgiLCJBIjo4OSwiUiI6MCwiRyI6MCwiQiI6MH19LCJJc1Zpc2libGUiOnRydWUsIldpZHRoIjowLjAsIkhlaWdodCI6MC4wLCJCb3JkZXJTdHlsZSI6eyIkaWQiOiIxMzI5IiwiTGluZUNvbG9yIjpudWxsLCJMaW5lV2VpZ2h0IjowLjAsIkxpbmVUeXBlIjowLCJQYXJlbnRTdHlsZSI6bnVsbH0sIlBhcmVudFN0eWxlIjpudWxsfSwiRHVyYXRpb25TdHlsZSI6eyIkaWQiOiIxMzMwIiwiRm9udFNldHRpbmdzIjp7IiRpZCI6IjEzMzEiLCJGb250U2l6ZSI6MTAsIkZvbnROYW1lIjoiQ2FsaWJyaSIsIklzQm9sZCI6ZmFsc2UsIklzSXRhbGljIjpmYWxzZSwiSXNVbmRlcmxpbmVkIjpmYWxzZSwiUGFyZW50U3R5bGUiOm51bGx9LCJBdXRvU2l6ZSI6MCwiRm9yZWdyb3VuZCI6eyIkaWQiOiIxMzMyIiwiQ29sb3IiOnsiJGlkIjoiMTMz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zMzQiLCJUb3AiOjAuMCwiTGVmdCI6MC4wLCJSaWdodCI6MC4wLCJCb3R0b20iOjAuMH0sIlBhZGRpbmciOnsiJGlkIjoiMTMzNSIsIlRvcCI6MC4wLCJMZWZ0IjowLjAsIlJpZ2h0IjowLjAsIkJvdHRvbSI6MC4wfSwiQmFja2dyb3VuZCI6eyIkaWQiOiIxMzM2IiwiQ29sb3IiOnsiJGlkIjoiMTMzNyIsIkEiOjI1NSwiUiI6MjM3LCJHIjoxMjUsIkIiOjQ5fX0sIklzVmlzaWJsZSI6dHJ1ZSwiV2lkdGgiOjAuMCwiSGVpZ2h0IjowLjAsIkJvcmRlclN0eWxlIjp7IiRpZCI6IjEzMzgiLCJMaW5lQ29sb3IiOm51bGwsIkxpbmVXZWlnaHQiOjAuMCwiTGluZVR5cGUiOjAsIlBhcmVudFN0eWxlIjpudWxsfSwiUGFyZW50U3R5bGUiOm51bGx9LCJIb3Jpem9udGFsQ29ubmVjdG9yU3R5bGUiOnsiJGlkIjoiMTMzOSIsIkxpbmVDb2xvciI6eyIkaWQiOiIxMzQwIiwiJHR5cGUiOiJOTFJFLkNvbW1vbi5Eb20uU29saWRDb2xvckJydXNoLCBOTFJFLkNvbW1vbiIsIkNvbG9yIjp7IiRpZCI6IjEzNDEiLCJBIjo1MSwiUiI6MjEsIkciOjk2LCJCIjoxMzB9fSwiTGluZVdlaWdodCI6MS4wLCJMaW5lVHlwZSI6MCwiUGFyZW50U3R5bGUiOm51bGx9LCJWZXJ0aWNhbENvbm5lY3RvclN0eWxlIjp7IiRpZCI6IjEzNDIiLCJMaW5lQ29sb3IiOnsiJGlkIjoiMTM0MyIsIiR0eXBlIjoiTkxSRS5Db21tb24uRG9tLlNvbGlkQ29sb3JCcnVzaCwgTkxSRS5Db21tb24iLCJDb2xvciI6eyIkaWQiOiIxMzQ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IxLjc5MTYwMTY1OTAyMjM0OCwiQm9yZGVyU3R5bGUiOnsiJGlkIjoiMTM1OCIsIkxpbmVDb2xvciI6eyIkaWQiOiIxMzU5IiwiJHR5cGUiOiJOTFJFLkNvbW1vbi5Eb20uU29saWRDb2xvckJydXNoLCBOTFJFLkNvbW1vbiIsIkNvbG9yIjp7IiRpZCI6IjEzNjAiLCJBIjoyNTUsIlIiOjIzNCwiRyI6MjIsIkIiOjMwfX0sIkxpbmVXZWlnaHQiOjAuMCwiTGluZVR5cGUiOjAsIlBhcmVudFN0eWxlIjpudWxsfSwiUGFyZW50U3R5bGUiOm51bGx9LCJUaXRsZVN0eWxlIjp7IiRpZCI6IjEzNjEiLCJGb250U2V0dGluZ3MiOnsiJGlkIjoiMTM2MiIsIkZvbnRTaXplIjoxMSwiRm9udE5hbWUiOiJDYWxpYnJpIiwiSXNCb2xkIjpmYWxzZSwiSXNJdGFsaWMiOmZhbHNlLCJJc1VuZGVybGluZWQiOmZhbHNlLCJQYXJlbnRTdHlsZSI6bnVsbH0sIkF1dG9TaXplIjowLCJGb3JlZ3JvdW5kIjp7IiRpZCI6IjEzNjMiLCJDb2xvciI6eyIkaWQiOiIxMz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zNjUiLCJUb3AiOjAuMCwiTGVmdCI6MC4wLCJSaWdodCI6MC4wLCJCb3R0b20iOjAuMH0sIlBhZGRpbmciOnsiJGlkIjoiMTM2NiIsIlRvcCI6MC4wLCJMZWZ0IjowLjAsIlJpZ2h0IjowLjAsIkJvdHRvbSI6MC4wfSwiQmFja2dyb3VuZCI6eyIkaWQiOiIxMzY3IiwiQ29sb3IiOnsiJGlkIjoiMTM2OCIsIkEiOjAsIlIiOjI1NSwiRyI6MjU1LCJCIjoyNTV9fSwiSXNWaXNpYmxlIjp0cnVlLCJXaWR0aCI6MC4wLCJIZWlnaHQiOjAuMCwiQm9yZGVyU3R5bGUiOnsiJGlkIjoiMTM2OSIsIkxpbmVDb2xvciI6bnVsbCwiTGluZVdlaWdodCI6MC4wLCJMaW5lVHlwZSI6MCwiUGFyZW50U3R5bGUiOm51bGx9LCJQYXJlbnRTdHlsZSI6bnVsbH0sIkRhdGVTdHlsZSI6eyIkaWQiOiIxMzcwIiwiRm9udFNldHRpbmdzIjp7IiRpZCI6IjEzNzEiLCJGb250U2l6ZSI6MTAsIkZvbnROYW1lIjoiQ2FsaWJyaSIsIklzQm9sZCI6ZmFsc2UsIklzSXRhbGljIjpmYWxzZSwiSXNVbmRlcmxpbmVkIjpmYWxzZSwiUGFyZW50U3R5bGUiOm51bGx9LCJBdXRvU2l6ZSI6MCwiRm9yZWdyb3VuZCI6eyIkaWQiOiIxMzcyIiwiQ29sb3IiOnsiJGlkIjoiMTM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Mzc0IiwiVG9wIjowLjAsIkxlZnQiOjAuMCwiUmlnaHQiOjAuMCwiQm90dG9tIjowLjB9LCJQYWRkaW5nIjp7IiRpZCI6IjEzNzUiLCJUb3AiOjAuMCwiTGVmdCI6MC4wLCJSaWdodCI6MC4wLCJCb3R0b20iOjAuMH0sIkJhY2tncm91bmQiOnsiJGlkIjoiMTM3NiIsIkNvbG9yIjp7IiRpZCI6IjEzNzciLCJBIjowLCJSIjoyNTUsIkciOjI1NSwiQiI6MjU1fX0sIklzVmlzaWJsZSI6dHJ1ZSwiV2lkdGgiOjAuMCwiSGVpZ2h0IjowLjAsIkJvcmRlclN0eWxlIjp7IiRpZCI6IjEzNzgiLCJMaW5lQ29sb3IiOm51bGwsIkxpbmVXZWlnaHQiOjAuMCwiTGluZVR5cGUiOjAsIlBhcmVudFN0eWxlIjpudWxsfSwiUGFyZW50U3R5bGUiOm51bGx9LCJEYXRlRm9ybWF0Ijp7IiRpZCI6IjEz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M4MCIsIkZvcm1hdCI6MCwiSXNWaXNpYmxlIjpmYWxzZSwiTGFzdEtub3duVmlzaWJpbGl0eVN0YXRlIjpmYWxzZX0sIklzVmlzaWJsZSI6dHJ1ZSwiVmFyaWFuY2VTdHlsZSI6eyIkaWQiOiIxMzgxIiwiVGV4dFN0eWxlIjp7IiRpZCI6IjEzODIiLCJGb250U2V0dGluZ3MiOnsiJGlkIjoiMTM4MyIsIkZvbnRTaXplIjoxMCwiRm9udE5hbWUiOiJDYWxpYnJpIiwiSXNCb2xkIjpmYWxzZSwiSXNJdGFsaWMiOmZhbHNlLCJJc1VuZGVybGluZWQiOmZhbHNlLCJQYXJlbnRTdHlsZSI6bnVsbH0sIkF1dG9TaXplIjowLCJGb3JlZ3JvdW5kIjp7IiRpZCI6IjEzODQiLCJDb2xvciI6eyIkaWQiOiIxMz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ODYiLCJUb3AiOjAuMCwiTGVmdCI6MC4wLCJSaWdodCI6MC4wLCJCb3R0b20iOjAuMH0sIlBhZGRpbmciOnsiJGlkIjoiMTM4NyIsIlRvcCI6MC4wLCJMZWZ0IjowLjAsIlJpZ2h0IjowLjAsIkJvdHRvbSI6MC4wfSwiQmFja2dyb3VuZCI6eyIkaWQiOiIxMzg4IiwiQ29sb3IiOnsiJGlkIjoiMTM4OSIsIkEiOjI1NSwiUiI6MCwiRyI6MCwiQiI6MH19LCJJc1Zpc2libGUiOnRydWUsIldpZHRoIjowLjAsIkhlaWdodCI6MC4wLCJCb3JkZXJTdHlsZSI6eyIkaWQiOiIxMzkwIiwiTGluZUNvbG9yIjpudWxsLCJMaW5lV2VpZ2h0IjowLjAsIkxpbmVUeXBlIjowLCJQYXJlbnRTdHlsZSI6bnVsbH0sIlBhcmVudFN0eWxlIjpudWxsfSwiUGFyZW50U3R5bGUiOm51bGx9LCJQYXJlbnRTdHlsZSI6bnVsbH0sIkluZGV4IjoxLCJTbWFydER1cmF0aW9uQWN0aXZhdGVkIjpmYWxzZSwiRGF0ZUZvcm1hdCI6eyIkcmVmIjoiMTM3OSJ9LCJXZWVrTnVtYmVyaW5nIjp7IiRpZCI6IjEzOTEiLCJGb3JtYXQiOjAsIklzVmlzaWJsZSI6ZmFsc2UsIkxhc3RLbm93blZpc2liaWxpdHlTdGF0ZSI6ZmFsc2V9LCJCYXNlbGluZURhdGEiOnsiJGlkIjoiMTM5MiIsIlN0YXJ0RGF0ZSI6IjIwMjUtMTEtMjFUMDA6MDA6MDAiLCJFbmREYXRlIjoiMjAyNS0xMi0wNFQyMzo1OTowMCJ9LCJJZCI6IjhlNTRmYzA5LTE4NDUtNDNkYy05YTI5LTY5YTRhNTdhYmJjYyIsIkltcG9ydElkIjpudWxsLCJUaXRsZSI6IkNvbWluZyB1cCB3aXRoIHByb2plY3QgdGl0bGUgYW5kIERyYWZ0aW5nIENvbmNlcHQgUGFwZXIiLCJOb3RlIjpudWxsLCJIeXBlcmxpbmsiOnsiJGlkIjoiMTM5MyIsIkFkZHJlc3MiOiIiLCJTdWJBZGRyZXNzIjoiIn0sIklzQ2hhbmdlZCI6ZmFsc2UsIklzTmV3IjpmYWxzZX0seyIkaWQiOiIxMzk0IiwiR3JvdXBOYW1lIjpudWxsLCJTdGFydERhdGUiOiIyMDI1LTEyLTA1VDAwOjAwOjAwIiwiRW5kRGF0ZSI6IjIwMjYtMDEtMDFUMjM6NTk6MDBaIiwiUGVyY2VudGFnZUNvbXBsZXRlIjpudWxsLCJTdHlsZSI6eyIkaWQiOiIxMzk1IiwiU2hhcGUiOjMsIlNoYXBlVGhpY2tuZXNzIjoz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DIwIiwiU2hhcGVTdHlsZSI6eyIkaWQiOiIxNDIxIiwiTWFyZ2luIjp7IiRpZCI6IjE0MjIiLCJUb3AiOjAuMCwiTGVmdCI6MC4wLCJSaWdodCI6MC4wLCJCb3R0b20iOjAuMH0sIlBhZGRpbmciOnsiJGlkIjoiMTQyMyIsIlRvcCI6MC4wLCJMZWZ0IjowLjAsIlJpZ2h0IjowLjAsIkJvdHRvbSI6MC4wfSwiQmFja2dyb3VuZCI6eyIkaWQiOiIxNDI0IiwiQ29sb3IiOnsiJGlkIjoiMTQyNSIsIkEiOjE1MywiUiI6MCwiRyI6MCwiQiI6MH19LCJJc1Zpc2libGUiOnRydWUsIldpZHRoIjowLjAsIkhlaWdodCI6MC4wLCJCb3JkZXJTdHlsZSI6bnVsbCwiUGFyZW50U3R5bGUiOm51bGx9LCJNYXJnaW4iOnsiJGlkIjoiMTQyNiIsIlRvcCI6MC4wLCJMZWZ0IjowLjAsIlJpZ2h0IjowLjAsIkJvdHRvbSI6MC4wfSwiUGFkZGluZyI6eyIkaWQiOiIxNDI3IiwiVG9wIjowLjAsIkxlZnQiOjAuMCwiUmlnaHQiOjAuMCwiQm90dG9tIjowLjB9LCJCYWNrZ3JvdW5kIjpudWxsLCJJc1Zpc2libGUiOnRydWUsIldpZHRoIjowLjAsIkhlaWdodCI6MC4wLCJCb3JkZXJTdHlsZSI6bnVsbCwiUGFyZW50U3R5bGUiOm51bGx9LCJTaGFwZVN0eWxlIjp7IiRpZCI6IjE0MjgiLCJNYXJnaW4iOnsiJGlkIjoiMTQyOSIsIlRvcCI6MC4wLCJMZWZ0Ijo0LjAsIlJpZ2h0Ijo0LjAsIkJvdHRvbSI6MC4wfSwiUGFkZGluZyI6eyIkaWQiOiIxNDMwIiwiVG9wIjowLjAsIkxlZnQiOjAuMCwiUmlnaHQiOjAuMCwiQm90dG9tIjowLjB9LCJCYWNrZ3JvdW5kIjp7IiRpZCI6IjE0MzEiLCJDb2xvciI6eyIkaWQiOiIxNDMyIiwiQSI6MjU1LCJSIjoyMSwiRyI6OTYsIkIiOjEzMH19LCJJc1Zpc2libGUiOnRydWUsIldpZHRoIjowLjAsIkhlaWdodCI6MjcuNDM5OTk5NTU1ODIwNTIx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0cnVlLCJWYXJpYW5jZVN0eWxlIjp7IiRpZCI6IjE0NTYiLCJUZXh0U3R5bGUiOnsiJGlkIjoiMTQ1NyIsIkZvbnRTZXR0aW5ncyI6eyIkaWQiOiIxNDU4IiwiRm9udFNpemUiOjEwLCJGb250TmFtZSI6IkNhbGlicmkiLCJJc0JvbGQiOmZhbHNlLCJJc0l0YWxpYyI6ZmFsc2UsIklzVW5kZXJsaW5lZCI6ZmFsc2UsIlBhcmVudFN0eWxlIjpudWxsfSwiQXV0b1NpemUiOjAsIkZvcmVncm91bmQiOnsiJGlkIjoiMTQ1OSIsIkNvbG9yIjp7IiRpZCI6IjE0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Q2MSIsIlRvcCI6MC4wLCJMZWZ0IjowLjAsIlJpZ2h0IjowLjAsIkJvdHRvbSI6MC4wfSwiUGFkZGluZyI6eyIkaWQiOiIxNDYyIiwiVG9wIjowLjAsIkxlZnQiOjAuMCwiUmlnaHQiOjAuMCwiQm90dG9tIjowLjB9LCJCYWNrZ3JvdW5kIjp7IiRpZCI6IjE0NjMiLCJDb2xvciI6eyIkaWQiOiIxNDY0IiwiQSI6MjU1LCJSIjowLCJHIjowLCJCIjowfX0sIklzVmlzaWJsZSI6dHJ1ZSwiV2lkdGgiOjAuMCwiSGVpZ2h0IjowLjAsIkJvcmRlclN0eWxlIjp7IiRpZCI6IjE0NjUiLCJMaW5lQ29sb3IiOm51bGwsIkxpbmVXZWlnaHQiOjAuMCwiTGluZVR5cGUiOjAsIlBhcmVudFN0eWxlIjpudWxsfSwiUGFyZW50U3R5bGUiOm51bGx9LCJQYXJlbnRTdHlsZSI6bnVsbH0sIlBhcmVudFN0eWxlIjpudWxsfSwiSW5kZXgiOjIsIlNtYXJ0RHVyYXRpb25BY3RpdmF0ZWQiOmZhbHNlLCJEYXRlRm9ybWF0Ijp7IiRyZWYiOiIxNDU0In0sIldlZWtOdW1iZXJpbmciOnsiJGlkIjoiMTQ2NiIsIkZvcm1hdCI6MCwiSXNWaXNpYmxlIjpmYWxzZSwiTGFzdEtub3duVmlzaWJpbGl0eVN0YXRlIjpmYWxzZX0sIkJhc2VsaW5lRGF0YSI6eyIkaWQiOiIxNDY3IiwiU3RhcnREYXRlIjoiMjAyNS0xMi0wNVQwMDowMDowMCIsIkVuZERhdGUiOiIyMDI2LTAxLTAxVDIzOjU5OjAwIn0sIklkIjoiZmY4NmM4ZWEtOWM5MC00YzZiLThmMDktMGE2NGE0ODM4MDA2IiwiSW1wb3J0SWQiOm51bGwsIlRpdGxlIjoiV3JpdGluZyBDaGFwdGVyIDEgJiBQcm9wb3NhbCIsIk5vdGUiOm51bGwsIkh5cGVybGluayI6eyIkaWQiOiIxNDY4IiwiQWRkcmVzcyI6IiIsIlN1YkFkZHJlc3MiOiIifSwiSXNDaGFuZ2VkIjpmYWxzZSwiSXNOZXciOmZhbHNlfSx7IiRpZCI6IjE0NjkiLCJHcm91cE5hbWUiOm51bGwsIlN0YXJ0RGF0ZSI6IjIwMjYtMDEtMDJUMDA6MDA6MDAiLCJFbmREYXRlIjoiMjAyNi0wMS0yOVQyMzo1OTowMFoiLCJQZXJjZW50YWdlQ29tcGxldGUiOm51bGwsIlN0eWxlIjp7IiRpZCI6IjE0NzAiLCJTaGFwZSI6MywiU2hhcGVUaGlja25lc3MiOjM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0OTUiLCJTaGFwZVN0eWxlIjp7IiRpZCI6IjE0OTYiLCJNYXJnaW4iOnsiJGlkIjoiMTQ5NyIsIlRvcCI6MC4wLCJMZWZ0IjowLjAsIlJpZ2h0IjowLjAsIkJvdHRvbSI6MC4wfSwiUGFkZGluZyI6eyIkaWQiOiIxNDk4IiwiVG9wIjowLjAsIkxlZnQiOjAuMCwiUmlnaHQiOjAuMCwiQm90dG9tIjowLjB9LCJCYWNrZ3JvdW5kIjp7IiRpZCI6IjE0OTkiLCJDb2xvciI6eyIkaWQiOiIxNTAwIiwiQSI6MTUzLCJSIjowLCJHIjowLCJCIjowfX0sIklzVmlzaWJsZSI6dHJ1ZSwiV2lkdGgiOjAuMCwiSGVpZ2h0IjowLjAsIkJvcmRlclN0eWxlIjpudWxsLCJQYXJlbnRTdHlsZSI6bnVsbH0sIk1hcmdpbiI6eyIkaWQiOiIxNTAxIiwiVG9wIjowLjAsIkxlZnQiOjAuMCwiUmlnaHQiOjAuMCwiQm90dG9tIjowLjB9LCJQYWRkaW5nIjp7IiRpZCI6IjE1MDIiLCJUb3AiOjAuMCwiTGVmdCI6MC4wLCJSaWdodCI6MC4wLCJCb3R0b20iOjAuMH0sIkJhY2tncm91bmQiOm51bGwsIklzVmlzaWJsZSI6dHJ1ZSwiV2lkdGgiOjAuMCwiSGVpZ2h0IjowLjAsIkJvcmRlclN0eWxlIjpudWxsLCJQYXJlbnRTdHlsZSI6bnVsbH0sIlNoYXBlU3R5bGUiOnsiJGlkIjoiMTUwMyIsIk1hcmdpbiI6eyIkaWQiOiIxNTA0IiwiVG9wIjowLjAsIkxlZnQiOjQuMCwiUmlnaHQiOjQuMCwiQm90dG9tIjowLjB9LCJQYWRkaW5nIjp7IiRpZCI6IjE1MDUiLCJUb3AiOjAuMCwiTGVmdCI6MC4wLCJSaWdodCI6MC4wLCJCb3R0b20iOjAuMH0sIkJhY2tncm91bmQiOnsiJGlkIjoiMTUwNiIsIkNvbG9yIjp7IiRpZCI6IjE1MDciLCJBIjoyNTUsIlIiOjIxLCJHIjo5NiwiQiI6MTMwfX0sIklzVmlzaWJsZSI6dHJ1ZSwiV2lkdGgiOjAuMCwiSGVpZ2h0IjoyNi4xMjM0NTYyNDE3NTM5LCJCb3JkZXJTdHlsZSI6eyIkaWQiOiIxNTA4IiwiTGluZUNvbG9yIjp7IiRpZCI6IjE1MDkiLCIkdHlwZSI6Ik5MUkUuQ29tbW9uLkRvbS5Tb2xpZENvbG9yQnJ1c2gsIE5MUkUuQ29tbW9uIiwiQ29sb3IiOnsiJGlkIjoiMTUxMCIsIkEiOjI1NSwiUiI6MjM0LCJHIjoyMiwiQiI6MzB9fSwiTGluZVdlaWdodCI6MC4wLCJMaW5lVHlwZSI6MCwiUGFyZW50U3R5bGUiOm51bGx9LCJQYXJlbnRTdHlsZSI6bnVsbH0sIlRpdGxlU3R5bGUiOnsiJGlkIjoiMTUxMSIsIkZvbnRTZXR0aW5ncyI6eyIkaWQiOiIxNTEyIiwiRm9udFNpemUiOjExLCJGb250TmFtZSI6IkNhbGlicmkiLCJJc0JvbGQiOmZhbHNlLCJJc0l0YWxpYyI6ZmFsc2UsIklzVW5kZXJsaW5lZCI6ZmFsc2UsIlBhcmVudFN0eWxlIjpudWxsfSwiQXV0b1NpemUiOjAsIkZvcmVncm91bmQiOnsiJGlkIjoiMTUxMyIsIkNvbG9yIjp7IiRpZCI6IjE1MTQ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xNSIsIlRvcCI6MC4wLCJMZWZ0IjowLjAsIlJpZ2h0IjowLjAsIkJvdHRvbSI6MC4wfSwiUGFkZGluZyI6eyIkaWQiOiIxNTE2IiwiVG9wIjowLjAsIkxlZnQiOjAuMCwiUmlnaHQiOjAuMCwiQm90dG9tIjowLjB9LCJCYWNrZ3JvdW5kIjp7IiRpZCI6IjE1MTciLCJDb2xvciI6eyIkaWQiOiIxNTE4IiwiQSI6MCwiUiI6MjU1LCJHIjoyNTUsIkIiOjI1NX19LCJJc1Zpc2libGUiOnRydWUsIldpZHRoIjowLjAsIkhlaWdodCI6MC4wLCJCb3JkZXJTdHlsZSI6eyIkaWQiOiIxNTE5IiwiTGluZUNvbG9yIjpudWxsLCJMaW5lV2VpZ2h0IjowLjAsIkxpbmVUeXBlIjowLCJQYXJlbnRTdHlsZSI6bnVsbH0sIlBhcmVudFN0eWxlIjpudWxsfSwiRGF0ZVN0eWxlIjp7IiRpZCI6IjE1MjAiLCJGb250U2V0dGluZ3MiOnsiJGlkIjoiMTUyMSIsIkZvbnRTaXplIjoxMCwiRm9udE5hbWUiOiJDYWxpYnJpIiwiSXNCb2xkIjpmYWxzZSwiSXNJdGFsaWMiOmZhbHNlLCJJc1VuZGVybGluZWQiOmZhbHNlLCJQYXJlbnRTdHlsZSI6bnVsbH0sIkF1dG9TaXplIjowLCJGb3JlZ3JvdW5kIjp7IiRpZCI6IjE1MjIiLCJDb2xvciI6eyIkaWQiOiIxNTI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MjQiLCJUb3AiOjAuMCwiTGVmdCI6MC4wLCJSaWdodCI6MC4wLCJCb3R0b20iOjAuMH0sIlBhZGRpbmciOnsiJGlkIjoiMTUyNSIsIlRvcCI6MC4wLCJMZWZ0IjowLjAsIlJpZ2h0IjowLjAsIkJvdHRvbSI6MC4wfSwiQmFja2dyb3VuZCI6eyIkaWQiOiIxNTI2IiwiQ29sb3IiOnsiJGlkIjoiMTUyNyIsIkEiOjAsIlIiOjI1NSwiRyI6MjU1LCJCIjoyNTV9fSwiSXNWaXNpYmxlIjp0cnVlLCJXaWR0aCI6MC4wLCJIZWlnaHQiOjAuMCwiQm9yZGVyU3R5bGUiOnsiJGlkIjoiMTUyOCIsIkxpbmVDb2xvciI6bnVsbCwiTGluZVdlaWdodCI6MC4wLCJMaW5lVHlwZSI6MCwiUGFyZW50U3R5bGUiOm51bGx9LCJQYXJlbnRTdHlsZSI6bnVsbH0sIkRhdGVGb3JtYXQiOnsiJGlkIjoiMTUy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MwIiwiRm9ybWF0IjowLCJJc1Zpc2libGUiOmZhbHNlLCJMYXN0S25vd25WaXNpYmlsaXR5U3RhdGUiOmZhbHNlfSwiSXNWaXNpYmxlIjp0cnV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i0wMS0wMlQwMDowMDowMCIsIkVuZERhdGUiOiIyMDI2LTAxLTI5VDIzOjU5OjAwIn0sIklkIjoiZWYzNjUwYTctYzVlMi00MzBmLTkwZTItN2M1NWNkMDdmMDYwIiwiSW1wb3J0SWQiOm51bGwsIlRpdGxlIjoiTGl0ZXJhdHVyZSBSZXZpZXcgKENoYXAgMikiLCJOb3RlIjpudWxsLCJIeXBlcmxpbmsiOnsiJGlkIjoiMTU0MyIsIkFkZHJlc3MiOiIiLCJTdWJBZGRyZXNzIjoiIn0sIklzQ2hhbmdlZCI6ZmFsc2UsIklzTmV3IjpmYWxzZX0seyIkaWQiOiIxNTQ0IiwiR3JvdXBOYW1lIjpudWxsLCJTdGFydERhdGUiOiIyMDI2LTAxLTMwVDAwOjAwOjAwWiIsIkVuZERhdGUiOiIyMDI2LTAyLTI2VDIzOjU5OjAwWiIsIlBlcmNlbnRhZ2VDb21wbGV0ZSI6bnVsbCwiU3R5bGUiOnsiJGlkIjoiMTU0NSIsIlNoYXBlIjozLCJTaGFwZVRoaWNrbmVzcyI6My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U3MCIsIlNoYXBlU3R5bGUiOnsiJGlkIjoiMTU3MSIsIk1hcmdpbiI6eyIkaWQiOiIxNTcyIiwiVG9wIjowLjAsIkxlZnQiOjAuMCwiUmlnaHQiOjAuMCwiQm90dG9tIjowLjB9LCJQYWRkaW5nIjp7IiRpZCI6IjE1NzMiLCJUb3AiOjAuMCwiTGVmdCI6MC4wLCJSaWdodCI6MC4wLCJCb3R0b20iOjAuMH0sIkJhY2tncm91bmQiOnsiJGlkIjoiMTU3NCIsIkNvbG9yIjp7IiRpZCI6IjE1NzUiLCJBIjoxNTMsIlIiOjAsIkciOjAsIkIiOjB9fSwiSXNWaXNpYmxlIjp0cnVlLCJXaWR0aCI6MC4wLCJIZWlnaHQiOjAuMCwiQm9yZGVyU3R5bGUiOm51bGwsIlBhcmVudFN0eWxlIjpudWxsfSwiTWFyZ2luIjp7IiRpZCI6IjE1NzYiLCJUb3AiOjAuMCwiTGVmdCI6MC4wLCJSaWdodCI6MC4wLCJCb3R0b20iOjAuMH0sIlBhZGRpbmciOnsiJGlkIjoiMTU3NyIsIlRvcCI6MC4wLCJMZWZ0IjowLjAsIlJpZ2h0IjowLjAsIkJvdHRvbSI6MC4wfSwiQmFja2dyb3VuZCI6bnVsbCwiSXNWaXNpYmxlIjp0cnVlLCJXaWR0aCI6MC4wLCJIZWlnaHQiOjAuMCwiQm9yZGVyU3R5bGUiOm51bGwsIlBhcmVudFN0eWxlIjpudWxsfSwiU2hhcGVTdHlsZSI6eyIkaWQiOiIxNTc4IiwiTWFyZ2luIjp7IiRpZCI6IjE1NzkiLCJUb3AiOjAuMCwiTGVmdCI6NC4wLCJSaWdodCI6NC4wLCJCb3R0b20iOjAuMH0sIlBhZGRpbmciOnsiJGlkIjoiMTU4MCIsIlRvcCI6MC4wLCJMZWZ0IjowLjAsIlJpZ2h0IjowLjAsIkJvdHRvbSI6MC4wfSwiQmFja2dyb3VuZCI6eyIkaWQiOiIxNTgxIiwiQ29sb3IiOnsiJGlkIjoiMTU4MiIsIkEiOjI1NSwiUiI6MjEsIkciOjk2LCJCIjoxMzB9fSwiSXNWaXNpYmxlIjp0cnVlLCJXaWR0aCI6MC4wLCJIZWlnaHQiOjE5Ljc1OTUwNTkyMzMzMTQ2LCJCb3JkZXJTdHlsZSI6eyIkaWQiOiIxNTgzIiwiTGluZUNvbG9yIjp7IiRpZCI6IjE1ODQiLCIkdHlwZSI6Ik5MUkUuQ29tbW9uLkRvbS5Tb2xpZENvbG9yQnJ1c2gsIE5MUkUuQ29tbW9uIiwiQ29sb3IiOnsiJGlkIjoiMTU4NSIsIkEiOjI1NSwiUiI6MjM0LCJHIjoyMiwiQiI6MzB9fSwiTGluZVdlaWdodCI6MC4wLCJMaW5lVHlwZSI6MCwiUGFyZW50U3R5bGUiOm51bGx9LCJQYXJlbnRTdHlsZSI6bnVsbH0sIlRpdGxlU3R5bGUiOnsiJGlkIjoiMTU4NiIsIkZvbnRTZXR0aW5ncyI6eyIkaWQiOiIxNTg3IiwiRm9udFNpemUiOjExLCJGb250TmFtZSI6IkNhbGlicmkiLCJJc0JvbGQiOmZhbHNlLCJJc0l0YWxpYyI6ZmFsc2UsIklzVW5kZXJsaW5lZCI6ZmFsc2UsIlBhcmVudFN0eWxlIjpudWxsfSwiQXV0b1NpemUiOjAsIkZvcmVncm91bmQiOnsiJGlkIjoiMTU4OCIsIkNvbG9yIjp7IiRpZCI6IjE1OD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5MCIsIlRvcCI6MC4wLCJMZWZ0IjowLjAsIlJpZ2h0IjowLjAsIkJvdHRvbSI6MC4wfSwiUGFkZGluZyI6eyIkaWQiOiIxNTkxIiwiVG9wIjowLjAsIkxlZnQiOjAuMCwiUmlnaHQiOjAuMCwiQm90dG9tIjowLjB9LCJCYWNrZ3JvdW5kIjp7IiRpZCI6IjE1OTIiLCJDb2xvciI6eyIkaWQiOiIxNTkzIiwiQSI6MCwiUiI6MjU1LCJHIjoyNTUsIkIiOjI1NX19LCJJc1Zpc2libGUiOnRydWUsIldpZHRoIjowLjAsIkhlaWdodCI6MC4wLCJCb3JkZXJTdHlsZSI6eyIkaWQiOiIxNTk0IiwiTGluZUNvbG9yIjpudWxsLCJMaW5lV2VpZ2h0IjowLjAsIkxpbmVUeXBlIjowLCJQYXJlbnRTdHlsZSI6bnVsbH0sIlBhcmVudFN0eWxlIjpudWxsfSwiRGF0ZVN0eWxlIjp7IiRpZCI6IjE1OTUiLCJGb250U2V0dGluZ3MiOnsiJGlkIjoiMTU5NiIsIkZvbnRTaXplIjoxMCwiRm9udE5hbWUiOiJDYWxpYnJpIiwiSXNCb2xkIjpmYWxzZSwiSXNJdGFsaWMiOmZhbHNlLCJJc1VuZGVybGluZWQiOmZhbHNlLCJQYXJlbnRTdHlsZSI6bnVsbH0sIkF1dG9TaXplIjowLCJGb3JlZ3JvdW5kIjp7IiRpZCI6IjE1OTciLCJDb2xvciI6eyIkaWQiOiIxNT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OTkiLCJUb3AiOjAuMCwiTGVmdCI6MC4wLCJSaWdodCI6MC4wLCJCb3R0b20iOjAuMH0sIlBhZGRpbmciOnsiJGlkIjoiMTYwMCIsIlRvcCI6MC4wLCJMZWZ0IjowLjAsIlJpZ2h0IjowLjAsIkJvdHRvbSI6MC4wfSwiQmFja2dyb3VuZCI6eyIkaWQiOiIxNjAxIiwiQ29sb3IiOnsiJGlkIjoiMTYwMiIsIkEiOjAsIlIiOjI1NSwiRyI6MjU1LCJCIjoyNTV9fSwiSXNWaXNpYmxlIjp0cnVlLCJXaWR0aCI6MC4wLCJIZWlnaHQiOjAuMCwiQm9yZGVyU3R5bGUiOnsiJGlkIjoiMTYwMyIsIkxpbmVDb2xvciI6bnVsbCwiTGluZVdlaWdodCI6MC4wLCJMaW5lVHlwZSI6MCwiUGFyZW50U3R5bGUiOm51bGx9LCJQYXJlbnRTdHlsZSI6bnVsbH0sIkRhdGVGb3JtYXQiOnsiJGlkIjoiMTY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A1IiwiRm9ybWF0IjowLCJJc1Zpc2libGUiOmZhbHNlLCJMYXN0S25vd25WaXNpYmlsaXR5U3RhdGUiOmZhbHNlfSwiSXNWaXNpYmxlIjp0cnVlLCJWYXJpYW5jZVN0eWxlIjp7IiRpZCI6IjE2MDYiLCJUZXh0U3R5bGUiOnsiJGlkIjoiMTYwNyIsIkZvbnRTZXR0aW5ncyI6eyIkaWQiOiIxNjA4IiwiRm9udFNpemUiOjEwLCJGb250TmFtZSI6IkNhbGlicmkiLCJJc0JvbGQiOmZhbHNlLCJJc0l0YWxpYyI6ZmFsc2UsIklzVW5kZXJsaW5lZCI6ZmFsc2UsIlBhcmVudFN0eWxlIjpudWxsfSwiQXV0b1NpemUiOjAsIkZvcmVncm91bmQiOnsiJGlkIjoiMTYwOSIsIkNvbG9yIjp7IiRpZCI6IjE2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YxMSIsIlRvcCI6MC4wLCJMZWZ0IjowLjAsIlJpZ2h0IjowLjAsIkJvdHRvbSI6MC4wfSwiUGFkZGluZyI6eyIkaWQiOiIxNjEyIiwiVG9wIjowLjAsIkxlZnQiOjAuMCwiUmlnaHQiOjAuMCwiQm90dG9tIjowLjB9LCJCYWNrZ3JvdW5kIjp7IiRpZCI6IjE2MTMiLCJDb2xvciI6eyIkaWQiOiIxNjE0IiwiQSI6MjU1LCJSIjowLCJHIjowLCJCIjowfX0sIklzVmlzaWJsZSI6dHJ1ZSwiV2lkdGgiOjAuMCwiSGVpZ2h0IjowLjAsIkJvcmRlclN0eWxlIjp7IiRpZCI6IjE2MTUiLCJMaW5lQ29sb3IiOm51bGwsIkxpbmVXZWlnaHQiOjAuMCwiTGluZVR5cGUiOjAsIlBhcmVudFN0eWxlIjpudWxsfSwiUGFyZW50U3R5bGUiOm51bGx9LCJQYXJlbnRTdHlsZSI6bnVsbH0sIlBhcmVudFN0eWxlIjpudWxsfSwiSW5kZXgiOjQsIlNtYXJ0RHVyYXRpb25BY3RpdmF0ZWQiOmZhbHNlLCJEYXRlRm9ybWF0Ijp7IiRyZWYiOiIxNjA0In0sIldlZWtOdW1iZXJpbmciOnsiJGlkIjoiMTYxNiIsIkZvcm1hdCI6MCwiSXNWaXNpYmxlIjpmYWxzZSwiTGFzdEtub3duVmlzaWJpbGl0eVN0YXRlIjpmYWxzZX0sIkJhc2VsaW5lRGF0YSI6eyIkaWQiOiIxNjE3IiwiU3RhcnREYXRlIjoiMjAyNi0wMS0zMFQwMDowMDowMCIsIkVuZERhdGUiOiIyMDI2LTAyLTI2VDIzOjU5OjAwIn0sIklkIjoiZDVhNWJiMjYtYzM4NS00NjFkLWJjYTUtNjEzZWI1NzA3MWJlIiwiSW1wb3J0SWQiOm51bGwsIlRpdGxlIjoiTWV0aG9kb2xvZ3kgKENoYXAgMykiLCJOb3RlIjpudWxsLCJIeXBlcmxpbmsiOnsiJGlkIjoiMTYxOCIsIkFkZHJlc3MiOiIiLCJTdWJBZGRyZXNzIjoiIn0sIklzQ2hhbmdlZCI6ZmFsc2UsIklzTmV3IjpmYWxzZX0seyIkaWQiOiIxNjE5IiwiR3JvdXBOYW1lIjpudWxsLCJTdGFydERhdGUiOiIyMDI2LTAyLTI3VDAwOjAwOjAwIiwiRW5kRGF0ZSI6IjIwMjYtMDMtMDZUMjM6NTk6MDAiLCJQZXJjZW50YWdlQ29tcGxldGUiOm51bGwsIlN0eWxlIjp7IiRpZCI6IjE2MjAiLCJTaGFwZSI6MywiU2hhcGVUaGlja25lc3MiOjMsIkR1cmF0aW9uRm9ybWF0IjowLCJJbmNsdWRlTm9uV29ya2luZ0RheXNJbkR1cmF0aW9uIjpmYWxzZSwiUGVyY2VudGFnZUNvbXBsZXRlU3R5bGUiOnsiJGlkIjoiMTYyMSIsIkZvbnRTZXR0aW5ncyI6eyIkaWQiOiIxNjIyIiwiRm9udFNpemUiOjEwLCJGb250TmFtZSI6IkNhbGlicmkiLCJJc0JvbGQiOmZhbHNlLCJJc0l0YWxpYyI6ZmFsc2UsIklzVW5kZXJsaW5lZCI6ZmFsc2UsIlBhcmVudFN0eWxlIjpudWxsfSwiQXV0b1NpemUiOjAsIkZvcmVncm91bmQiOnsiJGlkIjoiMTYyMyIsIkNvbG9yIjp7IiRpZCI6IjE2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YyNSIsIlRvcCI6MC4wLCJMZWZ0IjowLjAsIlJpZ2h0IjowLjAsIkJvdHRvbSI6MC4wfSwiUGFkZGluZyI6eyIkaWQiOiIxNjI2IiwiVG9wIjowLjAsIkxlZnQiOjAuMCwiUmlnaHQiOjAuMCwiQm90dG9tIjowLjB9LCJCYWNrZ3JvdW5kIjp7IiRpZCI6IjE2MjciLCJDb2xvciI6eyIkaWQiOiIxNjI4IiwiQSI6ODksIlIiOjAsIkciOjAsIkIiOjB9fSwiSXNWaXNpYmxlIjp0cnVlLCJXaWR0aCI6MC4wLCJIZWlnaHQiOjAuMCwiQm9yZGVyU3R5bGUiOnsiJGlkIjoiMTYyOSIsIkxpbmVDb2xvciI6bnVsbCwiTGluZVdlaWdodCI6MC4wLCJMaW5lVHlwZSI6MCwiUGFyZW50U3R5bGUiOm51bGx9LCJQYXJlbnRTdHlsZSI6bnVsbH0sIkR1cmF0aW9uU3R5bGUiOnsiJGlkIjoiMTYzMCIsIkZvbnRTZXR0aW5ncyI6eyIkaWQiOiIxNjMxIiwiRm9udFNpemUiOjEwLCJGb250TmFtZSI6IkNhbGlicmkiLCJJc0JvbGQiOmZhbHNlLCJJc0l0YWxpYyI6ZmFsc2UsIklzVW5kZXJsaW5lZCI6ZmFsc2UsIlBhcmVudFN0eWxlIjpudWxsfSwiQXV0b1NpemUiOjAsIkZvcmVncm91bmQiOnsiJGlkIjoiMTYzMiIsIkNvbG9yIjp7IiRpZCI6IjE2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jM0IiwiVG9wIjowLjAsIkxlZnQiOjAuMCwiUmlnaHQiOjAuMCwiQm90dG9tIjowLjB9LCJQYWRkaW5nIjp7IiRpZCI6IjE2MzUiLCJUb3AiOjAuMCwiTGVmdCI6MC4wLCJSaWdodCI6MC4wLCJCb3R0b20iOjAuMH0sIkJhY2tncm91bmQiOnsiJGlkIjoiMTYzNiIsIkNvbG9yIjp7IiRpZCI6IjE2MzciLCJBIjoyNTUsIlIiOjIzNywiRyI6MTI1LCJCIjo0OX19LCJJc1Zpc2libGUiOnRydWUsIldpZHRoIjowLjAsIkhlaWdodCI6MC4wLCJCb3JkZXJTdHlsZSI6eyIkaWQiOiIxNjM4IiwiTGluZUNvbG9yIjpudWxsLCJMaW5lV2VpZ2h0IjowLjAsIkxpbmVUeXBlIjowLCJQYXJlbnRTdHlsZSI6bnVsbH0sIlBhcmVudFN0eWxlIjpudWxsfSwiSG9yaXpvbnRhbENvbm5lY3RvclN0eWxlIjp7IiRpZCI6IjE2MzkiLCJMaW5lQ29sb3IiOnsiJGlkIjoiMTY0MCIsIiR0eXBlIjoiTkxSRS5Db21tb24uRG9tLlNvbGlkQ29sb3JCcnVzaCwgTkxSRS5Db21tb24iLCJDb2xvciI6eyIkaWQiOiIxNjQxIiwiQSI6NTEsIlIiOjIxLCJHIjo5NiwiQiI6MTMwfX0sIkxpbmVXZWlnaHQiOjEuMCwiTGluZVR5cGUiOjAsIlBhcmVudFN0eWxlIjpudWxsfSwiVmVydGljYWxDb25uZWN0b3JTdHlsZSI6eyIkaWQiOiIxNjQyIiwiTGluZUNvbG9yIjp7IiRpZCI6IjE2NDMiLCIkdHlwZSI6Ik5MUkUuQ29tbW9uLkRvbS5Tb2xpZENvbG9yQnJ1c2gsIE5MUkUuQ29tbW9uIiwiQ29sb3IiOnsiJGlkIjoiMTY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yNC4xMTUwNjEyMzIxMjA4MDksIkJvcmRlclN0eWxlIjp7IiRpZCI6IjE2NTgiLCJMaW5lQ29sb3IiOnsiJGlkIjoiMTY1OSIsIiR0eXBlIjoiTkxSRS5Db21tb24uRG9tLlNvbGlkQ29sb3JCcnVzaCwgTkxSRS5Db21tb24iLCJDb2xvciI6eyIkaWQiOiIxNjYwIiwiQSI6MjU1LCJSIjoyMzQsIkciOjIyLCJCIjozMH19LCJMaW5lV2VpZ2h0IjowLjAsIkxpbmVUeXBlIjowLCJQYXJlbnRTdHlsZSI6bnVsbH0sIlBhcmVudFN0eWxlIjpudWxsfSwiVGl0bGVTdHlsZSI6eyIkaWQiOiIxNjYxIiwiRm9udFNldHRpbmdzIjp7IiRpZCI6IjE2NjIiLCJGb250U2l6ZSI6MTEsIkZvbnROYW1lIjoiQ2FsaWJyaSIsIklzQm9sZCI6ZmFsc2UsIklzSXRhbGljIjpmYWxzZSwiSXNVbmRlcmxpbmVkIjpmYWxzZSwiUGFyZW50U3R5bGUiOm51bGx9LCJBdXRvU2l6ZSI6MCwiRm9yZWdyb3VuZCI6eyIkaWQiOiIxNjYzIiwiQ29sb3IiOnsiJGlkIjoiMTY2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NjY1IiwiVG9wIjowLjAsIkxlZnQiOjAuMCwiUmlnaHQiOjAuMCwiQm90dG9tIjowLjB9LCJQYWRkaW5nIjp7IiRpZCI6IjE2NjYiLCJUb3AiOjAuMCwiTGVmdCI6MC4wLCJSaWdodCI6MC4wLCJCb3R0b20iOjAuMH0sIkJhY2tncm91bmQiOnsiJGlkIjoiMTY2NyIsIkNvbG9yIjp7IiRpZCI6IjE2NjgiLCJBIjowLCJSIjoyNTUsIkciOjI1NSwiQiI6MjU1fX0sIklzVmlzaWJsZSI6dHJ1ZSwiV2lkdGgiOjAuMCwiSGVpZ2h0IjowLjAsIkJvcmRlclN0eWxlIjp7IiRpZCI6IjE2NjkiLCJMaW5lQ29sb3IiOm51bGwsIkxpbmVXZWlnaHQiOjAuMCwiTGluZVR5cGUiOjAsIlBhcmVudFN0eWxlIjpudWxsfSwiUGFyZW50U3R5bGUiOm51bGx9LCJEYXRlU3R5bGUiOnsiJGlkIjoiMTY3MCIsIkZvbnRTZXR0aW5ncyI6eyIkaWQiOiIxNjcxIiwiRm9udFNpemUiOjEwLCJGb250TmFtZSI6IkNhbGlicmkiLCJJc0JvbGQiOmZhbHNlLCJJc0l0YWxpYyI6ZmFsc2UsIklzVW5kZXJsaW5lZCI6ZmFsc2UsIlBhcmVudFN0eWxlIjpudWxsfSwiQXV0b1NpemUiOjAsIkZvcmVncm91bmQiOnsiJGlkIjoiMTY3MiIsIkNvbG9yIjp7IiRpZCI6IjE2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3NCIsIlRvcCI6MC4wLCJMZWZ0IjowLjAsIlJpZ2h0IjowLjAsIkJvdHRvbSI6MC4wfSwiUGFkZGluZyI6eyIkaWQiOiIxNjc1IiwiVG9wIjowLjAsIkxlZnQiOjAuMCwiUmlnaHQiOjAuMCwiQm90dG9tIjowLjB9LCJCYWNrZ3JvdW5kIjp7IiRpZCI6IjE2NzYiLCJDb2xvciI6eyIkaWQiOiIxNjc3IiwiQSI6MCwiUiI6MjU1LCJHIjoyNTUsIkIiOjI1NX19LCJJc1Zpc2libGUiOnRydWUsIldpZHRoIjowLjAsIkhlaWdodCI6MC4wLCJCb3JkZXJTdHlsZSI6eyIkaWQiOiIxNjc4IiwiTGluZUNvbG9yIjpudWxsLCJMaW5lV2VpZ2h0IjowLjAsIkxpbmVUeXBlIjowLCJQYXJlbnRTdHlsZSI6bnVsbH0sIlBhcmVudFN0eWxlIjpudWxsfSwiRGF0ZUZvcm1hdCI6eyIkaWQiOiIxNj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ODAiLCJGb3JtYXQiOjAsIklzVmlzaWJsZSI6ZmFsc2UsIkxhc3RLbm93blZpc2liaWxpdHlTdGF0ZSI6ZmFsc2V9LCJJc1Zpc2libGUiOnRydWUsIlZhcmlhbmNlU3R5bGUiOnsiJGlkIjoiMTY4MSIsIlRleHRTdHlsZSI6eyIkaWQiOiIxNjgyIiwiRm9udFNldHRpbmdzIjp7IiRpZCI6IjE2ODMiLCJGb250U2l6ZSI6MTAsIkZvbnROYW1lIjoiQ2FsaWJyaSIsIklzQm9sZCI6ZmFsc2UsIklzSXRhbGljIjpmYWxzZSwiSXNVbmRlcmxpbmVkIjpmYWxzZSwiUGFyZW50U3R5bGUiOm51bGx9LCJBdXRvU2l6ZSI6MCwiRm9yZWdyb3VuZCI6eyIkaWQiOiIxNjg0IiwiQ29sb3IiOnsiJGlkIjoiMTY4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g2IiwiVG9wIjowLjAsIkxlZnQiOjAuMCwiUmlnaHQiOjAuMCwiQm90dG9tIjowLjB9LCJQYWRkaW5nIjp7IiRpZCI6IjE2ODciLCJUb3AiOjAuMCwiTGVmdCI6MC4wLCJSaWdodCI6MC4wLCJCb3R0b20iOjAuMH0sIkJhY2tncm91bmQiOnsiJGlkIjoiMTY4OCIsIkNvbG9yIjp7IiRpZCI6IjE2ODkiLCJBIjoyNTUsIlIiOjAsIkciOjAsIkIiOjB9fSwiSXNWaXNpYmxlIjp0cnVlLCJXaWR0aCI6MC4wLCJIZWlnaHQiOjAuMCwiQm9yZGVyU3R5bGUiOnsiJGlkIjoiMTY5MCIsIkxpbmVDb2xvciI6bnVsbCwiTGluZVdlaWdodCI6MC4wLCJMaW5lVHlwZSI6MCwiUGFyZW50U3R5bGUiOm51bGx9LCJQYXJlbnRTdHlsZSI6bnVsbH0sIlBhcmVudFN0eWxlIjpudWxsfSwiUGFyZW50U3R5bGUiOm51bGx9LCJJbmRleCI6NSwiU21hcnREdXJhdGlvbkFjdGl2YXRlZCI6ZmFsc2UsIkRhdGVGb3JtYXQiOnsiJHJlZiI6IjE2NzkifSwiV2Vla051bWJlcmluZyI6eyIkaWQiOiIxNjkxIiwiRm9ybWF0IjowLCJJc1Zpc2libGUiOmZhbHNlLCJMYXN0S25vd25WaXNpYmlsaXR5U3RhdGUiOmZhbHNlfSwiQmFzZWxpbmVEYXRhIjp7IiRpZCI6IjE2OTIiLCJTdGFydERhdGUiOiIyMDI2LTAyLTI3VDAwOjAwOjAwIiwiRW5kRGF0ZSI6IjIwMjYtMDMtMDZUMjM6NTk6MDAifSwiSWQiOiI1ZmRjMDkzNC05YWY4LTRlOTItOGE2OS1lOTRlYmNkNWUwMWMiLCJJbXBvcnRJZCI6bnVsbCwiVGl0bGUiOiJQcm9qZWN0IEEgUHJlc2VudGF0aW9uIiwiTm90ZSI6bnVsbCwiSHlwZXJsaW5rIjp7IiRpZCI6IjE2OTMiLCJBZGRyZXNzIjoiIiwiU3ViQWRkcmVzcyI6IiJ9LCJJc0NoYW5nZWQiOmZhbHNlLCJJc05ldyI6ZmFsc2V9LHsiJGlkIjoiMTY5NCIsIkdyb3VwTmFtZSI6bnVsbCwiU3RhcnREYXRlIjoiMjAyNi0wMy0wOVQwMDowMDowMCIsIkVuZERhdGUiOiIyMDI2LTA0LTEwVDIzOjU5OjAwWiIsIlBlcmNlbnRhZ2VDb21wbGV0ZSI6bnVsbCwiU3R5bGUiOnsiJGlkIjoiMTY5NSIsIlNoYXBlIjozLCJTaGFwZVRoaWNrbmVzcyI6MywiRHVyYXRpb25Gb3JtYXQiOjAsIkluY2x1ZGVOb25Xb3JraW5nRGF5c0luRHVyYXRpb24iOmZhbHNlLCJQZXJjZW50YWdlQ29tcGxldGVTdHlsZSI6eyIkaWQiOiIxNjk2IiwiRm9udFNldHRpbmdzIjp7IiRpZCI6IjE2OTciLCJGb250U2l6ZSI6MTAsIkZvbnROYW1lIjoiQ2FsaWJyaSIsIklzQm9sZCI6ZmFsc2UsIklzSXRhbGljIjpmYWxzZSwiSXNVbmRlcmxpbmVkIjpmYWxzZSwiUGFyZW50U3R5bGUiOm51bGx9LCJBdXRvU2l6ZSI6MCwiRm9yZWdyb3VuZCI6eyIkaWQiOiIxNjk4IiwiQ29sb3IiOnsiJGlkIjoiMTY5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AwIiwiVG9wIjowLjAsIkxlZnQiOjAuMCwiUmlnaHQiOjAuMCwiQm90dG9tIjowLjB9LCJQYWRkaW5nIjp7IiRpZCI6IjE3MDEiLCJUb3AiOjAuMCwiTGVmdCI6MC4wLCJSaWdodCI6MC4wLCJCb3R0b20iOjAuMH0sIkJhY2tncm91bmQiOnsiJGlkIjoiMTcwMiIsIkNvbG9yIjp7IiRpZCI6IjE3MDMiLCJBIjo4OSwiUiI6MCwiRyI6MCwiQiI6MH19LCJJc1Zpc2libGUiOnRydWUsIldpZHRoIjowLjAsIkhlaWdodCI6MC4wLCJCb3JkZXJTdHlsZSI6eyIkaWQiOiIxNzA0IiwiTGluZUNvbG9yIjpudWxsLCJMaW5lV2VpZ2h0IjowLjAsIkxpbmVUeXBlIjowLCJQYXJlbnRTdHlsZSI6bnVsbH0sIlBhcmVudFN0eWxlIjpudWxsfSwiRHVyYXRpb25TdHlsZSI6eyIkaWQiOiIxNzA1IiwiRm9udFNldHRpbmdzIjp7IiRpZCI6IjE3MDYiLCJGb250U2l6ZSI6MTAsIkZvbnROYW1lIjoiQ2FsaWJyaSIsIklzQm9sZCI6ZmFsc2UsIklzSXRhbGljIjpmYWxzZSwiSXNVbmRlcmxpbmVkIjpmYWxzZSwiUGFyZW50U3R5bGUiOm51bGx9LCJBdXRvU2l6ZSI6MCwiRm9yZWdyb3VuZCI6eyIkaWQiOiIxNzA3IiwiQ29sb3IiOnsiJGlkIjoiMTcw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MDkiLCJUb3AiOjAuMCwiTGVmdCI6MC4wLCJSaWdodCI6MC4wLCJCb3R0b20iOjAuMH0sIlBhZGRpbmciOnsiJGlkIjoiMTcxMCIsIlRvcCI6MC4wLCJMZWZ0IjowLjAsIlJpZ2h0IjowLjAsIkJvdHRvbSI6MC4wfSwiQmFja2dyb3VuZCI6eyIkaWQiOiIxNzExIiwiQ29sb3IiOnsiJGlkIjoiMTcxMiIsIkEiOjI1NSwiUiI6MjM3LCJHIjoxMjUsIkIiOjQ5fX0sIklzVmlzaWJsZSI6dHJ1ZSwiV2lkdGgiOjAuMCwiSGVpZ2h0IjowLjAsIkJvcmRlclN0eWxlIjp7IiRpZCI6IjE3MTMiLCJMaW5lQ29sb3IiOm51bGwsIkxpbmVXZWlnaHQiOjAuMCwiTGluZVR5cGUiOjAsIlBhcmVudFN0eWxlIjpudWxsfSwiUGFyZW50U3R5bGUiOm51bGx9LCJIb3Jpem9udGFsQ29ubmVjdG9yU3R5bGUiOnsiJGlkIjoiMTcxNCIsIkxpbmVDb2xvciI6eyIkaWQiOiIxNzE1IiwiJHR5cGUiOiJOTFJFLkNvbW1vbi5Eb20uU29saWRDb2xvckJydXNoLCBOTFJFLkNvbW1vbiIsIkNvbG9yIjp7IiRpZCI6IjE3MTYiLCJBIjo1MSwiUiI6MjEsIkciOjk2LCJCIjoxMzB9fSwiTGluZVdlaWdodCI6MS4wLCJMaW5lVHlwZSI6MCwiUGFyZW50U3R5bGUiOm51bGx9LCJWZXJ0aWNhbENvbm5lY3RvclN0eWxlIjp7IiRpZCI6IjE3MTciLCJMaW5lQ29sb3IiOnsiJGlkIjoiMTcxOCIsIiR0eXBlIjoiTkxSRS5Db21tb24uRG9tLlNvbGlkQ29sb3JCcnVzaCwgTkxSRS5Db21tb24iLCJDb2xvciI6eyIkaWQiOiIxNzE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IzLjE3OTI1ODI1NTc0Mjc1MiwiQm9yZGVyU3R5bGUiOnsiJGlkIjoiMTczMyIsIkxpbmVDb2xvciI6eyIkaWQiOiIxNzM0IiwiJHR5cGUiOiJOTFJFLkNvbW1vbi5Eb20uU29saWRDb2xvckJydXNoLCBOTFJFLkNvbW1vbiIsIkNvbG9yIjp7IiRpZCI6IjE3MzUiLCJBIjoyNTUsIlIiOjIzNCwiRyI6MjIsIkIiOjMwfX0sIkxpbmVXZWlnaHQiOjAuMCwiTGluZVR5cGUiOjAsIlBhcmVudFN0eWxlIjpudWxsfSwiUGFyZW50U3R5bGUiOm51bGx9LCJUaXRsZVN0eWxlIjp7IiRpZCI6IjE3MzYiLCJGb250U2V0dGluZ3MiOnsiJGlkIjoiMTczNyIsIkZvbnRTaXplIjoxMSwiRm9udE5hbWUiOiJDYWxpYnJpIiwiSXNCb2xkIjpmYWxzZSwiSXNJdGFsaWMiOmZhbHNlLCJJc1VuZGVybGluZWQiOmZhbHNlLCJQYXJlbnRTdHlsZSI6bnVsbH0sIkF1dG9TaXplIjowLCJGb3JlZ3JvdW5kIjp7IiRpZCI6IjE3MzgiLCJDb2xvciI6eyIkaWQiOiIxNzM5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3NDAiLCJUb3AiOjAuMCwiTGVmdCI6MC4wLCJSaWdodCI6MC4wLCJCb3R0b20iOjAuMH0sIlBhZGRpbmciOnsiJGlkIjoiMTc0MSIsIlRvcCI6MC4wLCJMZWZ0IjowLjAsIlJpZ2h0IjowLjAsIkJvdHRvbSI6MC4wfSwiQmFja2dyb3VuZCI6eyIkaWQiOiIxNzQyIiwiQ29sb3IiOnsiJGlkIjoiMTc0MyIsIkEiOjAsIlIiOjI1NSwiRyI6MjU1LCJCIjoyNTV9fSwiSXNWaXNpYmxlIjp0cnVlLCJXaWR0aCI6MC4wLCJIZWlnaHQiOjAuMCwiQm9yZGVyU3R5bGUiOnsiJGlkIjoiMTc0NCIsIkxpbmVDb2xvciI6bnVsbCwiTGluZVdlaWdodCI6MC4wLCJMaW5lVHlwZSI6MCwiUGFyZW50U3R5bGUiOm51bGx9LCJQYXJlbnRTdHlsZSI6bnVsbH0sIkRhdGVTdHlsZSI6eyIkaWQiOiIxNzQ1IiwiRm9udFNldHRpbmdzIjp7IiRpZCI6IjE3NDYiLCJGb250U2l6ZSI6MTAsIkZvbnROYW1lIjoiQ2FsaWJyaSIsIklzQm9sZCI6ZmFsc2UsIklzSXRhbGljIjpmYWxzZSwiSXNVbmRlcmxpbmVkIjpmYWxzZSwiUGFyZW50U3R5bGUiOm51bGx9LCJBdXRvU2l6ZSI6MCwiRm9yZWdyb3VuZCI6eyIkaWQiOiIxNzQ3IiwiQ29sb3IiOnsiJGlkIjoiMTc0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zQ5IiwiVG9wIjowLjAsIkxlZnQiOjAuMCwiUmlnaHQiOjAuMCwiQm90dG9tIjowLjB9LCJQYWRkaW5nIjp7IiRpZCI6IjE3NTAiLCJUb3AiOjAuMCwiTGVmdCI6MC4wLCJSaWdodCI6MC4wLCJCb3R0b20iOjAuMH0sIkJhY2tncm91bmQiOnsiJGlkIjoiMTc1MSIsIkNvbG9yIjp7IiRpZCI6IjE3NTIiLCJBIjowLCJSIjoyNTUsIkciOjI1NSwiQiI6MjU1fX0sIklzVmlzaWJsZSI6dHJ1ZSwiV2lkdGgiOjAuMCwiSGVpZ2h0IjowLjAsIkJvcmRlclN0eWxlIjp7IiRpZCI6IjE3NTMiLCJMaW5lQ29sb3IiOm51bGwsIkxpbmVXZWlnaHQiOjAuMCwiTGluZVR5cGUiOjAsIlBhcmVudFN0eWxlIjpudWxsfSwiUGFyZW50U3R5bGUiOm51bGx9LCJEYXRlRm9ybWF0Ijp7IiRpZCI6IjE3NT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c1NSIsIkZvcm1hdCI6MCwiSXNWaXNpYmxlIjpmYWxzZSwiTGFzdEtub3duVmlzaWJpbGl0eVN0YXRlIjpmYWxzZX0sIklzVmlzaWJsZSI6dHJ1ZSwiVmFyaWFuY2VTdHlsZSI6eyIkaWQiOiIxNzU2IiwiVGV4dFN0eWxlIjp7IiRpZCI6IjE3NTciLCJGb250U2V0dGluZ3MiOnsiJGlkIjoiMTc1OCIsIkZvbnRTaXplIjoxMCwiRm9udE5hbWUiOiJDYWxpYnJpIiwiSXNCb2xkIjpmYWxzZSwiSXNJdGFsaWMiOmZhbHNlLCJJc1VuZGVybGluZWQiOmZhbHNlLCJQYXJlbnRTdHlsZSI6bnVsbH0sIkF1dG9TaXplIjowLCJGb3JlZ3JvdW5kIjp7IiRpZCI6IjE3NTkiLCJDb2xvciI6eyIkaWQiOiIxNz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3NjEiLCJUb3AiOjAuMCwiTGVmdCI6MC4wLCJSaWdodCI6MC4wLCJCb3R0b20iOjAuMH0sIlBhZGRpbmciOnsiJGlkIjoiMTc2MiIsIlRvcCI6MC4wLCJMZWZ0IjowLjAsIlJpZ2h0IjowLjAsIkJvdHRvbSI6MC4wfSwiQmFja2dyb3VuZCI6eyIkaWQiOiIxNzYzIiwiQ29sb3IiOnsiJGlkIjoiMTc2NCIsIkEiOjI1NSwiUiI6MCwiRyI6MCwiQiI6MH19LCJJc1Zpc2libGUiOnRydWUsIldpZHRoIjowLjAsIkhlaWdodCI6MC4wLCJCb3JkZXJTdHlsZSI6eyIkaWQiOiIxNzY1IiwiTGluZUNvbG9yIjpudWxsLCJMaW5lV2VpZ2h0IjowLjAsIkxpbmVUeXBlIjowLCJQYXJlbnRTdHlsZSI6bnVsbH0sIlBhcmVudFN0eWxlIjpudWxsfSwiUGFyZW50U3R5bGUiOm51bGx9LCJQYXJlbnRTdHlsZSI6bnVsbH0sIkluZGV4Ijo2LCJTbWFydER1cmF0aW9uQWN0aXZhdGVkIjpmYWxzZSwiRGF0ZUZvcm1hdCI6eyIkcmVmIjoiMTc1NCJ9LCJXZWVrTnVtYmVyaW5nIjp7IiRpZCI6IjE3NjYiLCJGb3JtYXQiOjAsIklzVmlzaWJsZSI6ZmFsc2UsIkxhc3RLbm93blZpc2liaWxpdHlTdGF0ZSI6ZmFsc2V9LCJCYXNlbGluZURhdGEiOnsiJGlkIjoiMTc2NyIsIlN0YXJ0RGF0ZSI6IjIwMjYtMDMtMDlUMDA6MDA6MDAiLCJFbmREYXRlIjoiMjAyNi0wNC0xMFQyMzo1OTowMCJ9LCJJZCI6IjI5OTUyZWRkLTA1MGMtNDMwMS1hNTkwLWY4MjRlYjdmNTVmMCIsIkltcG9ydElkIjpudWxsLCJUaXRsZSI6IlN5c3RlbSBBbmFseXNpcyIsIk5vdGUiOm51bGwsIkh5cGVybGluayI6eyIkaWQiOiIxNzY4IiwiQWRkcmVzcyI6IiIsIlN1YkFkZHJlc3MiOiIifSwiSXNDaGFuZ2VkIjpmYWxzZSwiSXNOZXciOmZhbHNlfSx7IiRpZCI6IjE3NjkiLCJHcm91cE5hbWUiOm51bGwsIlN0YXJ0RGF0ZSI6IjIwMjYtMDQtMTJUMDA6MDA6MDBaIiwiRW5kRGF0ZSI6IjIwMjYtMDctMDNUMjM6NTk6MDBaIiwiUGVyY2VudGFnZUNvbXBsZXRlIjpudWxsLCJTdHlsZSI6eyIkaWQiOiIxNzcwIiwiU2hhcGUiOjMsIlNoYXBlVGhpY2tuZXNzIjozLCJEdXJhdGlvbkZvcm1hdCI6MCwiSW5jbHVkZU5vbldvcmtpbmdEYXlzSW5EdXJhdGlvbiI6ZmFsc2UsIlBlcmNlbnRhZ2VDb21wbGV0ZVN0eWxlIjp7IiRpZCI6IjE3NzEiLCJGb250U2V0dGluZ3MiOnsiJGlkIjoiMTc3MiIsIkZvbnRTaXplIjoxMCwiRm9udE5hbWUiOiJDYWxpYnJpIiwiSXNCb2xkIjpmYWxzZSwiSXNJdGFsaWMiOmZhbHNlLCJJc1VuZGVybGluZWQiOmZhbHNlLCJQYXJlbnRTdHlsZSI6bnVsbH0sIkF1dG9TaXplIjowLCJGb3JlZ3JvdW5kIjp7IiRpZCI6IjE3NzMiLCJDb2xvciI6eyIkaWQiOiIx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NzUiLCJUb3AiOjAuMCwiTGVmdCI6MC4wLCJSaWdodCI6MC4wLCJCb3R0b20iOjAuMH0sIlBhZGRpbmciOnsiJGlkIjoiMTc3NiIsIlRvcCI6MC4wLCJMZWZ0IjowLjAsIlJpZ2h0IjowLjAsIkJvdHRvbSI6MC4wfSwiQmFja2dyb3VuZCI6eyIkaWQiOiIxNzc3IiwiQ29sb3IiOnsiJGlkIjoiMTc3OCIsIkEiOjg5LCJSIjowLCJHIjowLCJCIjowfX0sIklzVmlzaWJsZSI6dHJ1ZSwiV2lkdGgiOjAuMCwiSGVpZ2h0IjowLjAsIkJvcmRlclN0eWxlIjp7IiRpZCI6IjE3NzkiLCJMaW5lQ29sb3IiOm51bGwsIkxpbmVXZWlnaHQiOjAuMCwiTGluZVR5cGUiOjAsIlBhcmVudFN0eWxlIjpudWxsfSwiUGFyZW50U3R5bGUiOm51bGx9LCJEdXJhdGlvblN0eWxlIjp7IiRpZCI6IjE3ODAiLCJGb250U2V0dGluZ3MiOnsiJGlkIjoiMTc4MSIsIkZvbnRTaXplIjoxMCwiRm9udE5hbWUiOiJDYWxpYnJpIiwiSXNCb2xkIjpmYWxzZSwiSXNJdGFsaWMiOmZhbHNlLCJJc1VuZGVybGluZWQiOmZhbHNlLCJQYXJlbnRTdHlsZSI6bnVsbH0sIkF1dG9TaXplIjowLCJGb3JlZ3JvdW5kIjp7IiRpZCI6IjE3ODIiLCJDb2xvciI6eyIkaWQiOiIx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4NCIsIlRvcCI6MC4wLCJMZWZ0IjowLjAsIlJpZ2h0IjowLjAsIkJvdHRvbSI6MC4wfSwiUGFkZGluZyI6eyIkaWQiOiIxNzg1IiwiVG9wIjowLjAsIkxlZnQiOjAuMCwiUmlnaHQiOjAuMCwiQm90dG9tIjowLjB9LCJCYWNrZ3JvdW5kIjp7IiRpZCI6IjE3ODYiLCJDb2xvciI6eyIkaWQiOiIxNzg3IiwiQSI6MjU1LCJSIjoyMzcsIkciOjEyNSwiQiI6NDl9fSwiSXNWaXNpYmxlIjp0cnVlLCJXaWR0aCI6MC4wLCJIZWlnaHQiOjAuMCwiQm9yZGVyU3R5bGUiOnsiJGlkIjoiMTc4OCIsIkxpbmVDb2xvciI6bnVsbCwiTGluZVdlaWdodCI6MC4wLCJMaW5lVHlwZSI6MCwiUGFyZW50U3R5bGUiOm51bGx9LCJQYXJlbnRTdHlsZSI6bnVsbH0sIkhvcml6b250YWxDb25uZWN0b3JTdHlsZSI6eyIkaWQiOiIxNzg5IiwiTGluZUNvbG9yIjp7IiRpZCI6IjE3OTAiLCIkdHlwZSI6Ik5MUkUuQ29tbW9uLkRvbS5Tb2xpZENvbG9yQnJ1c2gsIE5MUkUuQ29tbW9uIiwiQ29sb3IiOnsiJGlkIjoiMTc5MSIsIkEiOjUxLCJSIjoyMSwiRyI6OTYsIkIiOjEzMH19LCJMaW5lV2VpZ2h0IjoxLjAsIkxpbmVUeXBlIjowLCJQYXJlbnRTdHlsZSI6bnVsbH0sIlZlcnRpY2FsQ29ubmVjdG9yU3R5bGUiOnsiJGlkIjoiMTc5MiIsIkxpbmVDb2xvciI6eyIkaWQiOiIxNzkzIiwiJHR5cGUiOiJOTFJFLkNvbW1vbi5Eb20uU29saWRDb2xvckJydXNoLCBOTFJFLkNvbW1vbiIsIkNvbG9yIjp7IiRpZCI6IjE3OT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MSwiRyI6OTYsIkIiOjEzMH19LCJJc1Zpc2libGUiOnRydWUsIldpZHRoIjowLjAsIkhlaWdodCI6MjMuMDM1NTU0NzkwNTgxMzM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nRydWUsIlZhcmlhbmNlU3R5bGUiOnsiJGlkIjoiMTgzMSIsIlRleHRTdHlsZSI6eyIkaWQiOiIxODMyIiwiRm9udFNldHRpbmdzIjp7IiRpZCI6IjE4MzMiLCJGb250U2l6ZSI6MTAsIkZvbnROYW1lIjoiQ2FsaWJyaSIsIklzQm9sZCI6ZmFsc2UsIklzSXRhbGljIjpmYWxzZSwiSXNVbmRlcmxpbmVkIjpmYWxzZSwiUGFyZW50U3R5bGUiOm51bGx9LCJBdXRvU2l6ZSI6MCwiRm9yZWdyb3VuZCI6eyIkaWQiOiIxODM0IiwiQ29sb3IiOnsiJGlkIjoiMTgz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DM2IiwiVG9wIjowLjAsIkxlZnQiOjAuMCwiUmlnaHQiOjAuMCwiQm90dG9tIjowLjB9LCJQYWRkaW5nIjp7IiRpZCI6IjE4MzciLCJUb3AiOjAuMCwiTGVmdCI6MC4wLCJSaWdodCI6MC4wLCJCb3R0b20iOjAuMH0sIkJhY2tncm91bmQiOnsiJGlkIjoiMTgzOCIsIkNvbG9yIjp7IiRpZCI6IjE4MzkiLCJBIjoyNTUsIlIiOjAsIkciOjAsIkIiOjB9fSwiSXNWaXNpYmxlIjp0cnVlLCJXaWR0aCI6MC4wLCJIZWlnaHQiOjAuMCwiQm9yZGVyU3R5bGUiOnsiJGlkIjoiMTg0MCIsIkxpbmVDb2xvciI6bnVsbCwiTGluZVdlaWdodCI6MC4wLCJMaW5lVHlwZSI6MCwiUGFyZW50U3R5bGUiOm51bGx9LCJQYXJlbnRTdHlsZSI6bnVsbH0sIlBhcmVudFN0eWxlIjpudWxsfSwiUGFyZW50U3R5bGUiOm51bGx9LCJJbmRleCI6NywiU21hcnREdXJhdGlvbkFjdGl2YXRlZCI6ZmFsc2UsIkRhdGVGb3JtYXQiOnsiJHJlZiI6IjE4MjkifSwiV2Vla051bWJlcmluZyI6eyIkaWQiOiIxODQxIiwiRm9ybWF0IjowLCJJc1Zpc2libGUiOmZhbHNlLCJMYXN0S25vd25WaXNpYmlsaXR5U3RhdGUiOmZhbHNlfSwiQmFzZWxpbmVEYXRhIjp7IiRpZCI6IjE4NDIiLCJTdGFydERhdGUiOiIyMDI2LTA0LTEyVDAwOjAwOjAwIiwiRW5kRGF0ZSI6IjIwMjYtMDctMDNUMjM6NTk6MDAifSwiSWQiOiJkODdmY2RjYi03MTczLTQ2MDAtYWQxNC0zNDE3MGI3ZjMyMmIiLCJJbXBvcnRJZCI6bnVsbCwiVGl0bGUiOiJTeXN0ZW0gQ29kaW5nIiwiTm90ZSI6bnVsbCwiSHlwZXJsaW5rIjp7IiRpZCI6IjE4NDMiLCJBZGRyZXNzIjoiIiwiU3ViQWRkcmVzcyI6IiJ9LCJJc0NoYW5nZWQiOmZhbHNlLCJJc05ldyI6ZmFsc2V9LHsiJGlkIjoiMTg0NCIsIkdyb3VwTmFtZSI6bnVsbCwiU3RhcnREYXRlIjoiMjAyNi0wNy0wNVQwMDowMDowMFoiLCJFbmREYXRlIjoiMjAyNi0wNy0yNFQyMzo1OTowMFoiLCJQZXJjZW50YWdlQ29tcGxldGUiOm51bGwsIlN0eWxlIjp7IiRpZCI6IjE4NDUiLCJTaGFwZSI6MywiU2hhcGVUaGlja25lc3MiOjM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4NzAiLCJTaGFwZVN0eWxlIjp7IiRpZCI6IjE4NzEiLCJNYXJnaW4iOnsiJGlkIjoiMTg3MiIsIlRvcCI6MC4wLCJMZWZ0IjowLjAsIlJpZ2h0IjowLjAsIkJvdHRvbSI6MC4wfSwiUGFkZGluZyI6eyIkaWQiOiIxODczIiwiVG9wIjowLjAsIkxlZnQiOjAuMCwiUmlnaHQiOjAuMCwiQm90dG9tIjowLjB9LCJCYWNrZ3JvdW5kIjp7IiRpZCI6IjE4NzQiLCJDb2xvciI6eyIkaWQiOiIxODc1IiwiQSI6MTUzLCJSIjowLCJHIjowLCJCIjowfX0sIklzVmlzaWJsZSI6dHJ1ZSwiV2lkdGgiOjAuMCwiSGVpZ2h0IjowLjAsIkJvcmRlclN0eWxlIjpudWxsLCJQYXJlbnRTdHlsZSI6bnVsbH0sIk1hcmdpbiI6eyIkaWQiOiIxODc2IiwiVG9wIjowLjAsIkxlZnQiOjAuMCwiUmlnaHQiOjAuMCwiQm90dG9tIjowLjB9LCJQYWRkaW5nIjp7IiRpZCI6IjE4NzciLCJUb3AiOjAuMCwiTGVmdCI6MC4wLCJSaWdodCI6MC4wLCJCb3R0b20iOjAuMH0sIkJhY2tncm91bmQiOm51bGwsIklzVmlzaWJsZSI6dHJ1ZSwiV2lkdGgiOjAuMCwiSGVpZ2h0IjowLjAsIkJvcmRlclN0eWxlIjpudWxsLCJQYXJlbnRTdHlsZSI6bnVsbH0sIlNoYXBlU3R5bGUiOnsiJGlkIjoiMTg3OCIsIk1hcmdpbiI6eyIkaWQiOiIxODc5IiwiVG9wIjowLjAsIkxlZnQiOjQuMCwiUmlnaHQiOjQuMCwiQm90dG9tIjowLjB9LCJQYWRkaW5nIjp7IiRpZCI6IjE4ODAiLCJUb3AiOjAuMCwiTGVmdCI6MC4wLCJSaWdodCI6MC4wLCJCb3R0b20iOjAuMH0sIkJhY2tncm91bmQiOnsiJGlkIjoiMTg4MSIsIkNvbG9yIjp7IiRpZCI6IjE4ODIiLCJBIjoyNTUsIlIiOjIxLCJHIjo5NiwiQiI6MTMwfX0sIklzVmlzaWJsZSI6dHJ1ZSwiV2lkdGgiOjAuMCwiSGVpZ2h0IjoyMS4xNDA3NDA0MTE3MTk0MzUsIkJvcmRlclN0eWxlIjp7IiRpZCI6IjE4ODMiLCJMaW5lQ29sb3IiOnsiJGlkIjoiMTg4NCIsIiR0eXBlIjoiTkxSRS5Db21tb24uRG9tLlNvbGlkQ29sb3JCcnVzaCwgTkxSRS5Db21tb24iLCJDb2xvciI6eyIkaWQiOiIxODg1IiwiQSI6MjU1LCJSIjoyMzQsIkciOjIyLCJCIjozMH19LCJMaW5lV2VpZ2h0IjowLjAsIkxpbmVUeXBlIjowLCJQYXJlbnRTdHlsZSI6bnVsbH0sIlBhcmVudFN0eWxlIjpudWxsfSwiVGl0bGVTdHlsZSI6eyIkaWQiOiIxODg2IiwiRm9udFNldHRpbmdzIjp7IiRpZCI6IjE4ODciLCJGb250U2l6ZSI6MTEsIkZvbnROYW1lIjoiQ2FsaWJyaSIsIklzQm9sZCI6ZmFsc2UsIklzSXRhbGljIjpmYWxzZSwiSXNVbmRlcmxpbmVkIjpmYWxzZSwiUGFyZW50U3R5bGUiOm51bGx9LCJBdXRvU2l6ZSI6MCwiRm9yZWdyb3VuZCI6eyIkaWQiOiIxODg4IiwiQ29sb3IiOnsiJGlkIjoiMTg4O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kwIiwiVG9wIjowLjAsIkxlZnQiOjAuMCwiUmlnaHQiOjAuMCwiQm90dG9tIjowLjB9LCJQYWRkaW5nIjp7IiRpZCI6IjE4OTEiLCJUb3AiOjAuMCwiTGVmdCI6MC4wLCJSaWdodCI6MC4wLCJCb3R0b20iOjAuMH0sIkJhY2tncm91bmQiOnsiJGlkIjoiMTg5MiIsIkNvbG9yIjp7IiRpZCI6IjE4OTMiLCJBIjowLCJSIjoyNTUsIkciOjI1NSwiQiI6MjU1fX0sIklzVmlzaWJsZSI6dHJ1ZSwiV2lkdGgiOjAuMCwiSGVpZ2h0IjowLjAsIkJvcmRlclN0eWxlIjp7IiRpZCI6IjE4OTQiLCJMaW5lQ29sb3IiOm51bGwsIkxpbmVXZWlnaHQiOjAuMCwiTGluZVR5cGUiOjAsIlBhcmVudFN0eWxlIjpudWxsfSwiUGFyZW50U3R5bGUiOm51bGx9LCJEYXRlU3R5bGUiOnsiJGlkIjoiMTg5NSIsIkZvbnRTZXR0aW5ncyI6eyIkaWQiOiIxODk2IiwiRm9udFNpemUiOjEwLCJGb250TmFtZSI6IkNhbGlicmkiLCJJc0JvbGQiOmZhbHNlLCJJc0l0YWxpYyI6ZmFsc2UsIklzVW5kZXJsaW5lZCI6ZmFsc2UsIlBhcmVudFN0eWxlIjpudWxsfSwiQXV0b1NpemUiOjAsIkZvcmVncm91bmQiOnsiJGlkIjoiMTg5NyIsIkNvbG9yIjp7IiRpZCI6IjE4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5OSIsIlRvcCI6MC4wLCJMZWZ0IjowLjAsIlJpZ2h0IjowLjAsIkJvdHRvbSI6MC4wfSwiUGFkZGluZyI6eyIkaWQiOiIxOTAwIiwiVG9wIjowLjAsIkxlZnQiOjAuMCwiUmlnaHQiOjAuMCwiQm90dG9tIjowLjB9LCJCYWNrZ3JvdW5kIjp7IiRpZCI6IjE5MDEiLCJDb2xvciI6eyIkaWQiOiIxOTAyIiwiQSI6MCwiUiI6MjU1LCJHIjoyNTUsIkIiOjI1NX19LCJJc1Zpc2libGUiOnRydWUsIldpZHRoIjowLjAsIkhlaWdodCI6MC4wLCJCb3JkZXJTdHlsZSI6eyIkaWQiOiIxOTAzIiwiTGluZUNvbG9yIjpudWxsLCJMaW5lV2VpZ2h0IjowLjAsIkxpbmVUeXBlIjowLCJQYXJlbnRTdHlsZSI6bnVsbH0sIlBhcmVudFN0eWxlIjpudWxsfSwiRGF0ZUZvcm1hdCI6eyIkaWQiOiIxOT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MDUiLCJGb3JtYXQiOjAsIklzVmlzaWJsZSI6ZmFsc2UsIkxhc3RLbm93blZpc2liaWxpdHlTdGF0ZSI6ZmFsc2V9LCJJc1Zpc2libGUiOnRydWUsIlZhcmlhbmNlU3R5bGUiOnsiJGlkIjoiMTkwNiIsIlRleHRTdHlsZSI6eyIkaWQiOiIxOTA3IiwiRm9udFNldHRpbmdzIjp7IiRpZCI6IjE5MDgiLCJGb250U2l6ZSI6MTAsIkZvbnROYW1lIjoiQ2FsaWJyaSIsIklzQm9sZCI6ZmFsc2UsIklzSXRhbGljIjpmYWxzZSwiSXNVbmRlcmxpbmVkIjpmYWxzZSwiUGFyZW50U3R5bGUiOm51bGx9LCJBdXRvU2l6ZSI6MCwiRm9yZWdyb3VuZCI6eyIkaWQiOiIxOTA5IiwiQ29sb3IiOnsiJGlkIjoiMTk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TExIiwiVG9wIjowLjAsIkxlZnQiOjAuMCwiUmlnaHQiOjAuMCwiQm90dG9tIjowLjB9LCJQYWRkaW5nIjp7IiRpZCI6IjE5MTIiLCJUb3AiOjAuMCwiTGVmdCI6MC4wLCJSaWdodCI6MC4wLCJCb3R0b20iOjAuMH0sIkJhY2tncm91bmQiOnsiJGlkIjoiMTkxMyIsIkNvbG9yIjp7IiRpZCI6IjE5MTQiLCJBIjoyNTUsIlIiOjAsIkciOjAsIkIiOjB9fSwiSXNWaXNpYmxlIjp0cnVlLCJXaWR0aCI6MC4wLCJIZWlnaHQiOjAuMCwiQm9yZGVyU3R5bGUiOnsiJGlkIjoiMTkxNSIsIkxpbmVDb2xvciI6bnVsbCwiTGluZVdlaWdodCI6MC4wLCJMaW5lVHlwZSI6MCwiUGFyZW50U3R5bGUiOm51bGx9LCJQYXJlbnRTdHlsZSI6bnVsbH0sIlBhcmVudFN0eWxlIjpudWxsfSwiUGFyZW50U3R5bGUiOm51bGx9LCJJbmRleCI6OCwiU21hcnREdXJhdGlvbkFjdGl2YXRlZCI6ZmFsc2UsIkRhdGVGb3JtYXQiOnsiJHJlZiI6IjE5MDQifSwiV2Vla051bWJlcmluZyI6eyIkaWQiOiIxOTE2IiwiRm9ybWF0IjowLCJJc1Zpc2libGUiOmZhbHNlLCJMYXN0S25vd25WaXNpYmlsaXR5U3RhdGUiOmZhbHNlfSwiQmFzZWxpbmVEYXRhIjp7IiRpZCI6IjE5MTciLCJTdGFydERhdGUiOiIyMDI2LTA3LTA1VDAwOjAwOjAwIiwiRW5kRGF0ZSI6IjIwMjYtMDctMjRUMjM6NTk6MDAifSwiSWQiOiJmNGY5MGNlOC1kM2VjLTQ1ZGEtYmZmNy02MzY2ZTAyYWM0MDIiLCJJbXBvcnRJZCI6bnVsbCwiVGl0bGUiOiJUZXN0aW5nICYgVmFsaWRhdGlvbiIsIk5vdGUiOm51bGwsIkh5cGVybGluayI6eyIkaWQiOiIxOTE4IiwiQWRkcmVzcyI6IiIsIlN1YkFkZHJlc3MiOiIifSwiSXNDaGFuZ2VkIjpmYWxzZSwiSXNOZXciOmZhbHNlfSx7IiRpZCI6IjE5MTkiLCJHcm91cE5hbWUiOm51bGwsIlN0YXJ0RGF0ZSI6IjIwMjYtMDctMjZUMjM6NTk6MDBaIiwiRW5kRGF0ZSI6IjIwMjYtMDgtMDdUMjM6NTk6MDBaIiwiUGVyY2VudGFnZUNvbXBsZXRlIjpudWxsLCJTdHlsZSI6eyIkaWQiOiIxOTIwIiwiU2hhcGUiOjMsIlNoYXBlVGhpY2tuZXNzIjozLCJEdXJhdGlvbkZvcm1hdCI6MCwiSW5jbHVkZU5vbldvcmtpbmdEYXlzSW5EdXJhdGlvbiI6ZmFsc2UsIlBlcmNlbnRhZ2VDb21wbGV0ZVN0eWxlIjp7IiRpZCI6IjE5MjEiLCJGb250U2V0dGluZ3MiOnsiJGlkIjoiMTkyMiIsIkZvbnRTaXplIjoxMCwiRm9udE5hbWUiOiJDYWxpYnJpIiwiSXNCb2xkIjpmYWxzZSwiSXNJdGFsaWMiOmZhbHNlLCJJc1VuZGVybGluZWQiOmZhbHNlLCJQYXJlbnRTdHlsZSI6bnVsbH0sIkF1dG9TaXplIjowLCJGb3JlZ3JvdW5kIjp7IiRpZCI6IjE5MjMiLCJDb2xvciI6eyIkaWQiOiIxOT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5MjUiLCJUb3AiOjAuMCwiTGVmdCI6MC4wLCJSaWdodCI6MC4wLCJCb3R0b20iOjAuMH0sIlBhZGRpbmciOnsiJGlkIjoiMTkyNiIsIlRvcCI6MC4wLCJMZWZ0IjowLjAsIlJpZ2h0IjowLjAsIkJvdHRvbSI6MC4wfSwiQmFja2dyb3VuZCI6eyIkaWQiOiIxOTI3IiwiQ29sb3IiOnsiJGlkIjoiMTkyOCIsIkEiOjg5LCJSIjowLCJHIjowLCJCIjowfX0sIklzVmlzaWJsZSI6dHJ1ZSwiV2lkdGgiOjAuMCwiSGVpZ2h0IjowLjAsIkJvcmRlclN0eWxlIjp7IiRpZCI6IjE5MjkiLCJMaW5lQ29sb3IiOm51bGwsIkxpbmVXZWlnaHQiOjAuMCwiTGluZVR5cGUiOjAsIlBhcmVudFN0eWxlIjpudWxsfSwiUGFyZW50U3R5bGUiOm51bGx9LCJEdXJhdGlvblN0eWxlIjp7IiRpZCI6IjE5MzAiLCJGb250U2V0dGluZ3MiOnsiJGlkIjoiMTkzMSIsIkZvbnRTaXplIjoxMCwiRm9udE5hbWUiOiJDYWxpYnJpIiwiSXNCb2xkIjpmYWxzZSwiSXNJdGFsaWMiOmZhbHNlLCJJc1VuZGVybGluZWQiOmZhbHNlLCJQYXJlbnRTdHlsZSI6bnVsbH0sIkF1dG9TaXplIjowLCJGb3JlZ3JvdW5kIjp7IiRpZCI6IjE5MzIiLCJDb2xvciI6eyIkaWQiOiIxOT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kzNCIsIlRvcCI6MC4wLCJMZWZ0IjowLjAsIlJpZ2h0IjowLjAsIkJvdHRvbSI6MC4wfSwiUGFkZGluZyI6eyIkaWQiOiIxOTM1IiwiVG9wIjowLjAsIkxlZnQiOjAuMCwiUmlnaHQiOjAuMCwiQm90dG9tIjowLjB9LCJCYWNrZ3JvdW5kIjp7IiRpZCI6IjE5MzYiLCJDb2xvciI6eyIkaWQiOiIxOTM3IiwiQSI6MjU1LCJSIjoyMzcsIkciOjEyNSwiQiI6NDl9fSwiSXNWaXNpYmxlIjp0cnVlLCJXaWR0aCI6MC4wLCJIZWlnaHQiOjAuMCwiQm9yZGVyU3R5bGUiOnsiJGlkIjoiMTkzOCIsIkxpbmVDb2xvciI6bnVsbCwiTGluZVdlaWdodCI6MC4wLCJMaW5lVHlwZSI6MCwiUGFyZW50U3R5bGUiOm51bGx9LCJQYXJlbnRTdHlsZSI6bnVsbH0sIkhvcml6b250YWxDb25uZWN0b3JTdHlsZSI6eyIkaWQiOiIxOTM5IiwiTGluZUNvbG9yIjp7IiRpZCI6IjE5NDAiLCIkdHlwZSI6Ik5MUkUuQ29tbW9uLkRvbS5Tb2xpZENvbG9yQnJ1c2gsIE5MUkUuQ29tbW9uIiwiQ29sb3IiOnsiJGlkIjoiMTk0MSIsIkEiOjUxLCJSIjoyMSwiRyI6OTYsIkIiOjEzMH19LCJMaW5lV2VpZ2h0IjoxLjAsIkxpbmVUeXBlIjowLCJQYXJlbnRTdHlsZSI6bnVsbH0sIlZlcnRpY2FsQ29ubmVjdG9yU3R5bGUiOnsiJGlkIjoiMTk0MiIsIkxpbmVDb2xvciI6eyIkaWQiOiIxOTQzIiwiJHR5cGUiOiJOTFJFLkNvbW1vbi5Eb20uU29saWRDb2xvckJydXNoLCBOTFJFLkNvbW1vbiIsIkNvbG9yIjp7IiRpZCI6IjE5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OTQ1IiwiU2hhcGVTdHlsZSI6eyIkaWQiOiIxOTQ2IiwiTWFyZ2luIjp7IiRpZCI6IjE5NDciLCJUb3AiOjAuMCwiTGVmdCI6MC4wLCJSaWdodCI6MC4wLCJCb3R0b20iOjAuMH0sIlBhZGRpbmciOnsiJGlkIjoiMTk0OCIsIlRvcCI6MC4wLCJMZWZ0IjowLjAsIlJpZ2h0IjowLjAsIkJvdHRvbSI6MC4wfSwiQmFja2dyb3VuZCI6eyIkaWQiOiIxOTQ5IiwiQ29sb3IiOnsiJGlkIjoiMTk1MCIsIkEiOjE1MywiUiI6MCwiRyI6MCwiQiI6MH19LCJJc1Zpc2libGUiOnRydWUsIldpZHRoIjowLjAsIkhlaWdodCI6MC4wLCJCb3JkZXJTdHlsZSI6bnVsbCwiUGFyZW50U3R5bGUiOm51bGx9LCJNYXJnaW4iOnsiJGlkIjoiMTk1MSIsIlRvcCI6MC4wLCJMZWZ0IjowLjAsIlJpZ2h0IjowLjAsIkJvdHRvbSI6MC4wfSwiUGFkZGluZyI6eyIkaWQiOiIxOTUyIiwiVG9wIjowLjAsIkxlZnQiOjAuMCwiUmlnaHQiOjAuMCwiQm90dG9tIjowLjB9LCJCYWNrZ3JvdW5kIjpudWxsLCJJc1Zpc2libGUiOnRydWUsIldpZHRoIjowLjAsIkhlaWdodCI6MC4wLCJCb3JkZXJTdHlsZSI6bnVsbCwiUGFyZW50U3R5bGUiOm51bGx9LCJTaGFwZVN0eWxlIjp7IiRpZCI6IjE5NTMiLCJNYXJnaW4iOnsiJGlkIjoiMTk1NCIsIlRvcCI6MC4wLCJMZWZ0Ijo0LjAsIlJpZ2h0Ijo0LjAsIkJvdHRvbSI6MC4wfSwiUGFkZGluZyI6eyIkaWQiOiIxOTU1IiwiVG9wIjowLjAsIkxlZnQiOjAuMCwiUmlnaHQiOjAuMCwiQm90dG9tIjowLjB9LCJCYWNrZ3JvdW5kIjp7IiRpZCI6IjE5NTYiLCJDb2xvciI6eyIkaWQiOiIxOTU3IiwiQSI6MjU1LCJSIjoyMSwiRyI6OTYsIkIiOjEzMH19LCJJc1Zpc2libGUiOnRydWUsIldpZHRoIjowLjAsIkhlaWdodCI6MjIuODA0NDQ0MDI0OTQyMiwiQm9yZGVyU3R5bGUiOnsiJGlkIjoiMTk1OCIsIkxpbmVDb2xvciI6eyIkaWQiOiIxOTU5IiwiJHR5cGUiOiJOTFJFLkNvbW1vbi5Eb20uU29saWRDb2xvckJydXNoLCBOTFJFLkNvbW1vbiIsIkNvbG9yIjp7IiRpZCI6IjE5NjAiLCJBIjoyNTUsIlIiOjIzNCwiRyI6MjIsIkIiOjMwfX0sIkxpbmVXZWlnaHQiOjAuMCwiTGluZVR5cGUiOjAsIlBhcmVudFN0eWxlIjpudWxsfSwiUGFyZW50U3R5bGUiOm51bGx9LCJUaXRsZVN0eWxlIjp7IiRpZCI6IjE5NjEiLCJGb250U2V0dGluZ3MiOnsiJGlkIjoiMTk2MiIsIkZvbnRTaXplIjoxMSwiRm9udE5hbWUiOiJDYWxpYnJpIiwiSXNCb2xkIjpmYWxzZSwiSXNJdGFsaWMiOmZhbHNlLCJJc1VuZGVybGluZWQiOmZhbHNlLCJQYXJlbnRTdHlsZSI6bnVsbH0sIkF1dG9TaXplIjowLCJGb3JlZ3JvdW5kIjp7IiRpZCI6IjE5NjMiLCJDb2xvciI6eyIkaWQiOiIxOT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5NjUiLCJUb3AiOjAuMCwiTGVmdCI6MC4wLCJSaWdodCI6MC4wLCJCb3R0b20iOjAuMH0sIlBhZGRpbmciOnsiJGlkIjoiMTk2NiIsIlRvcCI6MC4wLCJMZWZ0IjowLjAsIlJpZ2h0IjowLjAsIkJvdHRvbSI6MC4wfSwiQmFja2dyb3VuZCI6eyIkaWQiOiIxOTY3IiwiQ29sb3IiOnsiJGlkIjoiMTk2OCIsIkEiOjAsIlIiOjI1NSwiRyI6MjU1LCJCIjoyNTV9fSwiSXNWaXNpYmxlIjp0cnVlLCJXaWR0aCI6MC4wLCJIZWlnaHQiOjAuMCwiQm9yZGVyU3R5bGUiOnsiJGlkIjoiMTk2OSIsIkxpbmVDb2xvciI6bnVsbCwiTGluZVdlaWdodCI6MC4wLCJMaW5lVHlwZSI6MCwiUGFyZW50U3R5bGUiOm51bGx9LCJQYXJlbnRTdHlsZSI6bnVsbH0sIkRhdGVTdHlsZSI6eyIkaWQiOiIxOTcwIiwiRm9udFNldHRpbmdzIjp7IiRpZCI6IjE5NzEiLCJGb250U2l6ZSI6MTAsIkZvbnROYW1lIjoiQ2FsaWJyaSIsIklzQm9sZCI6ZmFsc2UsIklzSXRhbGljIjpmYWxzZSwiSXNVbmRlcmxpbmVkIjpmYWxzZSwiUGFyZW50U3R5bGUiOm51bGx9LCJBdXRvU2l6ZSI6MCwiRm9yZWdyb3VuZCI6eyIkaWQiOiIxOTcyIiwiQ29sb3IiOnsiJGlkIjoiMTk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Tc0IiwiVG9wIjowLjAsIkxlZnQiOjAuMCwiUmlnaHQiOjAuMCwiQm90dG9tIjowLjB9LCJQYWRkaW5nIjp7IiRpZCI6IjE5NzUiLCJUb3AiOjAuMCwiTGVmdCI6MC4wLCJSaWdodCI6MC4wLCJCb3R0b20iOjAuMH0sIkJhY2tncm91bmQiOnsiJGlkIjoiMTk3NiIsIkNvbG9yIjp7IiRpZCI6IjE5NzciLCJBIjowLCJSIjoyNTUsIkciOjI1NSwiQiI6MjU1fX0sIklzVmlzaWJsZSI6dHJ1ZSwiV2lkdGgiOjAuMCwiSGVpZ2h0IjowLjAsIkJvcmRlclN0eWxlIjp7IiRpZCI6IjE5NzgiLCJMaW5lQ29sb3IiOm51bGwsIkxpbmVXZWlnaHQiOjAuMCwiTGluZVR5cGUiOjAsIlBhcmVudFN0eWxlIjpudWxsfSwiUGFyZW50U3R5bGUiOm51bGx9LCJEYXRlRm9ybWF0Ijp7IiRpZCI6IjE5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k4MCIsIkZvcm1hdCI6MCwiSXNWaXNpYmxlIjpmYWxzZSwiTGFzdEtub3duVmlzaWJpbGl0eVN0YXRlIjpmYWxzZX0sIklzVmlzaWJsZSI6dHJ1ZSwiVmFyaWFuY2VTdHlsZSI6eyIkaWQiOiIxOTgxIiwiVGV4dFN0eWxlIjp7IiRpZCI6IjE5ODIiLCJGb250U2V0dGluZ3MiOnsiJGlkIjoiMTk4MyIsIkZvbnRTaXplIjoxMCwiRm9udE5hbWUiOiJDYWxpYnJpIiwiSXNCb2xkIjpmYWxzZSwiSXNJdGFsaWMiOmZhbHNlLCJJc1VuZGVybGluZWQiOmZhbHNlLCJQYXJlbnRTdHlsZSI6bnVsbH0sIkF1dG9TaXplIjowLCJGb3JlZ3JvdW5kIjp7IiRpZCI6IjE5ODQiLCJDb2xvciI6eyIkaWQiOiIxOT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ODYiLCJUb3AiOjAuMCwiTGVmdCI6MC4wLCJSaWdodCI6MC4wLCJCb3R0b20iOjAuMH0sIlBhZGRpbmciOnsiJGlkIjoiMTk4NyIsIlRvcCI6MC4wLCJMZWZ0IjowLjAsIlJpZ2h0IjowLjAsIkJvdHRvbSI6MC4wfSwiQmFja2dyb3VuZCI6eyIkaWQiOiIxOTg4IiwiQ29sb3IiOnsiJGlkIjoiMTk4OSIsIkEiOjI1NSwiUiI6MCwiRyI6MCwiQiI6MH19LCJJc1Zpc2libGUiOnRydWUsIldpZHRoIjowLjAsIkhlaWdodCI6MC4wLCJCb3JkZXJTdHlsZSI6eyIkaWQiOiIxOTkwIiwiTGluZUNvbG9yIjpudWxsLCJMaW5lV2VpZ2h0IjowLjAsIkxpbmVUeXBlIjowLCJQYXJlbnRTdHlsZSI6bnVsbH0sIlBhcmVudFN0eWxlIjpudWxsfSwiUGFyZW50U3R5bGUiOm51bGx9LCJQYXJlbnRTdHlsZSI6bnVsbH0sIkluZGV4Ijo5LCJTbWFydER1cmF0aW9uQWN0aXZhdGVkIjpmYWxzZSwiRGF0ZUZvcm1hdCI6eyIkcmVmIjoiMTk3OSJ9LCJXZWVrTnVtYmVyaW5nIjp7IiRpZCI6IjE5OTEiLCJGb3JtYXQiOjAsIklzVmlzaWJsZSI6ZmFsc2UsIkxhc3RLbm93blZpc2liaWxpdHlTdGF0ZSI6ZmFsc2V9LCJCYXNlbGluZURhdGEiOnsiJGlkIjoiMTk5MiIsIlN0YXJ0RGF0ZSI6IjIwMjYtMDctMjZUMjM6NTk6MDAiLCJFbmREYXRlIjoiMjAyNi0wOC0wN1QyMzo1OTowMCJ9LCJJZCI6IjQyNzZjNGZkLTU4NWQtNDJkZC04MzMwLWFkZjdmMjQ3ZGI2MyIsIkltcG9ydElkIjpudWxsLCJUaXRsZSI6IkRlcGxveW1lbnQgJiBEb2N1bWVudGF0aW9uIiwiTm90ZSI6bnVsbCwiSHlwZXJsaW5rIjp7IiRpZCI6IjE5OTMiLCJBZGRyZXNzIjoiIiwiU3ViQWRkcmVzcyI6IiJ9LCJJc0NoYW5nZWQiOmZhbHNlLCJJc05ldyI6ZmFsc2V9XSwiU3dpbWxhbmVzIjpbXSwiTXNQcm9qZWN0SXRlbXNUcmVlIjp7IiRpZCI6IjE5OTQiLCJSb290Ijp7IkltcG9ydElkIjpudWxsLCJJc0ltcG9ydGVkIjpmYWxzZSwiQ2hpbGRyZW4iOltdfX0sIk1ldGFkYXRhIjp7IiRpZCI6IjE5OTUiLCJTb3VyY2VUaGVtZSI6IntcIiRpZFwiOlwiMVwiLFwiSWRcIjpcImNhYjUxNDQyLWU2ZmQtNGY2MS04MjgzLTZhMjRmODA0ODg4YV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CIjRkYxNTYwODJ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IMEBANDSCALETYPE" val="Months"/>
  <p:tag name="OTLTIMEBANDSCALEFORMAT" val="MMM"/>
  <p:tag name="OTLTIMEBANDSHAPETYPE" val="RoundedCornerRectangleTimeband"/>
  <p:tag name="OTLTIMEBANDSHAPEHEIGHT" val="20"/>
  <p:tag name="OTLTIMEBANDSHAPEPADDINGLEFT" val="0"/>
  <p:tag name="OTLTIMEBANDCULTUREINFO" val="en-US"/>
  <p:tag name="OTLTIMEBANDTHREEDEFFECTS" val="None"/>
  <p:tag name="OTLTIMEBANDAUTODATERANGE" val="True"/>
  <p:tag name="OTLTIMEBANDSTARTDATE" val="0001-01-01T00:00:00.0000000"/>
  <p:tag name="OTLTIMEBANDWORKINGDAYS" val="Standard"/>
  <p:tag name="OTLTIMEBANDUSETIME" val="False"/>
  <p:tag name="OTLTIMEBANDTIMECONFIGWORKDAYSTART" val="00:00:00"/>
  <p:tag name="OTLTIMEBANDTIMECONFIGWORKDAYEND" val="23:59:00"/>
  <p:tag name="OTLTIMEBANDSCALEMARKING" val="None"/>
  <p:tag name="OTLRIGHTENDCAPSMARGINRIGHT" val="20"/>
  <p:tag name="OTLLEFTENDCAPSMARGINLEFT" val="20"/>
  <p:tag name="OTLTIMEBANDFYSTARTMONTH" val="January"/>
  <p:tag name="OTLTIMEBANDSHOWFYLABEL" val="True"/>
  <p:tag name="OTLTIMEBANDUSESTARTINGOFTHEYEARFORFYNUMBERING" val="True"/>
  <p:tag name="OTLTIMEBANDRESERVEDLEFTAREAWIDTH" val="0"/>
  <p:tag name="OTLTIMEBANDRESERVEDLEFTAREAISSET" val="False"/>
  <p:tag name="OTLTIMEBANDDEPENABLED" val="True"/>
  <p:tag name="OTLTIMEBANDDEPSCHEDULINGMODE" val="Flexible"/>
  <p:tag name="OTLTIMEBANDDEPPREVIOUSSCHEDULINGMODE" val="Flexible"/>
  <p:tag name="OTLTIMEBANDDEPONBREAKINGSTRICTSCHEDULINGMODE" val="AskEverytime"/>
  <p:tag name="OTLTIMEBANDDEPONBREAKINGFLEXIBLESCHEDULINGMODE" val="AskEverytime"/>
  <p:tag name="OTLTIMEBANDSPACINGABOVE" val="3"/>
  <p:tag name="OTLTIMEBANDSPACINGBELOW" val="3"/>
  <p:tag name="OTLTIMEBANDSPACINGABOVEFORSWLANDTASKS" val="5"/>
  <p:tag name="OTLTIMEBANDSPACINGBELOWFORSWLANDTASKS" val="5"/>
  <p:tag name="OTLTIMEBANDENDDATE" val="2026-08-07T23:59:00.0000000"/>
  <p:tag name="OTLTIMEBANDQUICKPOSITION" val="Custom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ELAPSEDSTYLE" val="Thi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ODAYPOSITION" val="Auto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DURATIONFORMAT" val="day"/>
  <p:tag name="OTLSPACING" val="3"/>
  <p:tag name="OTLENDDATE" val="2026-08-07T23:59:00.0000000Z"/>
  <p:tag name="OTLBASELINESTARTDATE" val="2025-11-21T00:00:00.0000000"/>
  <p:tag name="OTLBASELINEENDDATE" val="2026-08-07T23:59:00.0000000"/>
  <p:tag name="OTLSHAPETHICKNESSTYPE" val="Custom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ENDDATE" val="2025-12-04T23:59:00.0000000Z"/>
  <p:tag name="OTLDURATIONFORMAT" val="day"/>
  <p:tag name="OTLSPACING" val="3"/>
  <p:tag name="OTLBASELINESTARTDATE" val="2025-11-21T00:00:00.0000000"/>
  <p:tag name="OTLBASELINEENDDATE" val="2025-12-04T23:59:00.0000000"/>
  <p:tag name="OTLSHAPETHICKNESSTYPE" val="Custo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2-05T00:00:00.0000000"/>
  <p:tag name="OTLENDDATE" val="2026-01-01T23:59:00.0000000Z"/>
  <p:tag name="OTLDURATIONFORMAT" val="day"/>
  <p:tag name="OTLSPACING" val="3"/>
  <p:tag name="OTLBASELINESTARTDATE" val="2025-12-05T00:00:00.0000000"/>
  <p:tag name="OTLBASELINEENDDATE" val="2026-01-01T23:59:00.0000000"/>
  <p:tag name="OTLSHAPETHICKNESSTYPE" val="Custom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1-02T00:00:00.0000000"/>
  <p:tag name="OTLENDDATE" val="2026-01-29T23:59:00.0000000Z"/>
  <p:tag name="OTLDURATIONFORMAT" val="day"/>
  <p:tag name="OTLSPACING" val="3"/>
  <p:tag name="OTLBASELINESTARTDATE" val="2026-01-02T00:00:00.0000000"/>
  <p:tag name="OTLBASELINEENDDATE" val="2026-01-29T23:59:00.0000000"/>
  <p:tag name="OTLSHAPETHICKNESSTYPE" val="Custom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1-30T00:00:00.0000000Z"/>
  <p:tag name="OTLENDDATE" val="2026-02-26T23:59:00.0000000Z"/>
  <p:tag name="OTLSHAPETHICKNESSTYPE" val="Custom"/>
  <p:tag name="OTLBASELINESTARTDATE" val="2026-01-30T00:00:00.0000000"/>
  <p:tag name="OTLBASELINEENDDATE" val="2026-02-26T23:59:00.000000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2-27T00:00:00.0000000"/>
  <p:tag name="OTLENDDATE" val="2026-03-06T23:59:00.0000000"/>
  <p:tag name="OTLDURATIONFORMAT" val="day"/>
  <p:tag name="OTLSPACING" val="3"/>
  <p:tag name="OTLBASELINESTARTDATE" val="2026-02-27T00:00:00.0000000"/>
  <p:tag name="OTLBASELINEENDDATE" val="2026-03-06T23:59:00.0000000"/>
  <p:tag name="OTLSHAPETHICKNESSTYPE" val="Custom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3-09T00:00:00.0000000"/>
  <p:tag name="OTLENDDATE" val="2026-04-10T23:59:00.0000000Z"/>
  <p:tag name="OTLDURATIONFORMAT" val="day"/>
  <p:tag name="OTLSPACING" val="3"/>
  <p:tag name="OTLBASELINESTARTDATE" val="2026-03-09T00:00:00.0000000"/>
  <p:tag name="OTLBASELINEENDDATE" val="2026-04-10T23:59:00.0000000"/>
  <p:tag name="OTLSHAPETHICKNESSTYPE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4-12T00:00:00.0000000Z"/>
  <p:tag name="OTLENDDATE" val="2026-07-03T23:59:00.0000000Z"/>
  <p:tag name="OTLBASELINESTARTDATE" val="2026-04-12T00:00:00.0000000"/>
  <p:tag name="OTLBASELINEENDDATE" val="2026-07-03T23:59:00.0000000"/>
  <p:tag name="OTLSHAPETHICKNESSTYPE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05T00:00:00.0000000Z"/>
  <p:tag name="OTLENDDATE" val="2026-07-24T23:59:00.0000000Z"/>
  <p:tag name="OTLBASELINESTARTDATE" val="2026-07-05T00:00:00.0000000"/>
  <p:tag name="OTLBASELINEENDDATE" val="2026-07-24T23:59:00.0000000"/>
  <p:tag name="OTLSHAPETHICKNESSTYPE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26T23:59:00.0000000Z"/>
  <p:tag name="OTLENDDATE" val="2026-08-07T23:59:00.0000000Z"/>
  <p:tag name="OTLBASELINESTARTDATE" val="2026-07-26T23:59:00.0000000"/>
  <p:tag name="OTLBASELINEENDDATE" val="2026-08-07T23:59:00.0000000"/>
  <p:tag name="OTLSHAPETHICKNESSTYPE" val="Custom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5918</TotalTime>
  <Words>960</Words>
  <Application>Microsoft Office PowerPoint</Application>
  <PresentationFormat>Widescreen</PresentationFormat>
  <Paragraphs>175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Garamond</vt:lpstr>
      <vt:lpstr>Organic</vt:lpstr>
      <vt:lpstr>PROJECT A</vt:lpstr>
      <vt:lpstr>  INTRODUCTION  </vt:lpstr>
      <vt:lpstr>BACKGROUND STUDY</vt:lpstr>
      <vt:lpstr>  PROBLEM STATEMENT </vt:lpstr>
      <vt:lpstr>OBJECTIVES</vt:lpstr>
      <vt:lpstr>SCOPE </vt:lpstr>
      <vt:lpstr>JUSTIFICATION</vt:lpstr>
      <vt:lpstr>Cost/Requirements</vt:lpstr>
      <vt:lpstr>PROJECT SCHEDULE </vt:lpstr>
      <vt:lpstr>PowerPoint Presentation</vt:lpstr>
      <vt:lpstr>LITERATURE REVIEW</vt:lpstr>
      <vt:lpstr>LITERATURE REVIEW cont.</vt:lpstr>
      <vt:lpstr>METHODOLOGY/DEVELOPMENT TOOLS </vt:lpstr>
      <vt:lpstr>SYSTEM ANALYSIS AND REQUIREMENTS MODELING </vt:lpstr>
      <vt:lpstr>SYSTEM ANALYSIS AND REQUIREMENTS MODELING cont.’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56</cp:revision>
  <dcterms:created xsi:type="dcterms:W3CDTF">2018-07-03T20:09:46Z</dcterms:created>
  <dcterms:modified xsi:type="dcterms:W3CDTF">2026-02-28T07:10:31Z</dcterms:modified>
</cp:coreProperties>
</file>